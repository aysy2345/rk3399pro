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handoutMasterIdLst>
    <p:handoutMasterId r:id="rId55"/>
  </p:handoutMasterIdLst>
  <p:sldIdLst>
    <p:sldId id="276" r:id="rId2"/>
    <p:sldId id="265" r:id="rId3"/>
    <p:sldId id="262" r:id="rId4"/>
    <p:sldId id="257" r:id="rId5"/>
    <p:sldId id="260" r:id="rId6"/>
    <p:sldId id="266" r:id="rId7"/>
    <p:sldId id="270" r:id="rId8"/>
    <p:sldId id="267" r:id="rId9"/>
    <p:sldId id="271" r:id="rId10"/>
    <p:sldId id="275" r:id="rId11"/>
    <p:sldId id="277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92" r:id="rId22"/>
    <p:sldId id="313" r:id="rId23"/>
    <p:sldId id="314" r:id="rId24"/>
    <p:sldId id="315" r:id="rId25"/>
    <p:sldId id="278" r:id="rId26"/>
    <p:sldId id="280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300" r:id="rId35"/>
    <p:sldId id="301" r:id="rId36"/>
    <p:sldId id="316" r:id="rId37"/>
    <p:sldId id="317" r:id="rId38"/>
    <p:sldId id="318" r:id="rId39"/>
    <p:sldId id="319" r:id="rId40"/>
    <p:sldId id="279" r:id="rId41"/>
    <p:sldId id="281" r:id="rId42"/>
    <p:sldId id="302" r:id="rId43"/>
    <p:sldId id="303" r:id="rId44"/>
    <p:sldId id="304" r:id="rId45"/>
    <p:sldId id="305" r:id="rId46"/>
    <p:sldId id="306" r:id="rId47"/>
    <p:sldId id="307" r:id="rId48"/>
    <p:sldId id="312" r:id="rId49"/>
    <p:sldId id="268" r:id="rId50"/>
    <p:sldId id="272" r:id="rId51"/>
    <p:sldId id="264" r:id="rId52"/>
    <p:sldId id="261" r:id="rId53"/>
  </p:sldIdLst>
  <p:sldSz cx="12192000" cy="6858000"/>
  <p:notesSz cx="6858000" cy="9144000"/>
  <p:custDataLst>
    <p:tags r:id="rId56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7256" userDrawn="1">
          <p15:clr>
            <a:srgbClr val="A4A3A4"/>
          </p15:clr>
        </p15:guide>
        <p15:guide id="5" orient="horz" pos="3929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  <p15:guide id="7" orient="horz" pos="2160" userDrawn="1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6A4BC"/>
    <a:srgbClr val="FCCC6B"/>
    <a:srgbClr val="0B077F"/>
    <a:srgbClr val="28508A"/>
    <a:srgbClr val="327CA6"/>
    <a:srgbClr val="1FDBE8"/>
    <a:srgbClr val="FBBB3B"/>
    <a:srgbClr val="1A12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7543" autoAdjust="0"/>
  </p:normalViewPr>
  <p:slideViewPr>
    <p:cSldViewPr snapToGrid="0" showGuides="1">
      <p:cViewPr varScale="1">
        <p:scale>
          <a:sx n="102" d="100"/>
          <a:sy n="102" d="100"/>
        </p:scale>
        <p:origin x="852" y="78"/>
      </p:cViewPr>
      <p:guideLst>
        <p:guide pos="3840"/>
        <p:guide pos="7256"/>
        <p:guide orient="horz" pos="3929"/>
        <p:guide orient="horz" pos="3864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4AE731-DFBF-4A5B-8171-86B7AA2F2858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BEAB6AAF-246B-444D-90D9-FB867EA43595}">
      <dgm:prSet phldrT="[文本]"/>
      <dgm:spPr/>
      <dgm:t>
        <a:bodyPr/>
        <a:lstStyle/>
        <a:p>
          <a:pPr algn="ctr"/>
          <a:r>
            <a:rPr lang="zh-CN" altLang="en-US" dirty="0" smtClean="0"/>
            <a:t>导入操作系统</a:t>
          </a:r>
          <a:endParaRPr lang="zh-CN" altLang="en-US" dirty="0"/>
        </a:p>
      </dgm:t>
    </dgm:pt>
    <dgm:pt modelId="{7B320CD8-B4D8-4FF3-9549-4626CCF5C355}" type="par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9D8C5213-1CA7-47CA-A58A-0ECD696509D5}" type="sib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3F9AE8EF-E0BD-4A86-A1DC-73AF72B43E8D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远程连接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5F12A6E5-E57E-4059-894D-D3A3846C30F2}" type="par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7CE50C93-6A94-4F11-A61C-2C90215515AB}" type="sib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211D359A-E621-4AEC-B365-EBCECA4D5608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环境配置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95B58C96-0D87-4CC9-A2F6-B9DFCA67DC5F}" type="par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56BE99E8-BF29-4F85-BEC4-A54AC3654A13}" type="sib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5653E5CF-63C1-4886-9DFE-DC4B36C44A33}" type="pres">
      <dgm:prSet presAssocID="{314AE731-DFBF-4A5B-8171-86B7AA2F285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C4CA3E0-7A9C-47CB-88C9-7F81B89FD5AA}" type="pres">
      <dgm:prSet presAssocID="{BEAB6AAF-246B-444D-90D9-FB867EA43595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8D2DC7-F6B9-49A1-A3FB-6645AA0B27C9}" type="pres">
      <dgm:prSet presAssocID="{9D8C5213-1CA7-47CA-A58A-0ECD696509D5}" presName="parTxOnlySpace" presStyleCnt="0"/>
      <dgm:spPr/>
    </dgm:pt>
    <dgm:pt modelId="{2147596E-7442-41E7-9852-40E25C424996}" type="pres">
      <dgm:prSet presAssocID="{3F9AE8EF-E0BD-4A86-A1DC-73AF72B43E8D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8A125B0-FC96-47C5-ADBC-5773E5EBD695}" type="pres">
      <dgm:prSet presAssocID="{7CE50C93-6A94-4F11-A61C-2C90215515AB}" presName="parTxOnlySpace" presStyleCnt="0"/>
      <dgm:spPr/>
    </dgm:pt>
    <dgm:pt modelId="{50739AC9-FC4E-42C3-B62E-1016634A724A}" type="pres">
      <dgm:prSet presAssocID="{211D359A-E621-4AEC-B365-EBCECA4D5608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2D19679-9152-4CA8-9676-592927ED4E56}" srcId="{314AE731-DFBF-4A5B-8171-86B7AA2F2858}" destId="{BEAB6AAF-246B-444D-90D9-FB867EA43595}" srcOrd="0" destOrd="0" parTransId="{7B320CD8-B4D8-4FF3-9549-4626CCF5C355}" sibTransId="{9D8C5213-1CA7-47CA-A58A-0ECD696509D5}"/>
    <dgm:cxn modelId="{49C9BA12-7321-4431-AC00-E99D5CB75F63}" type="presOf" srcId="{BEAB6AAF-246B-444D-90D9-FB867EA43595}" destId="{FC4CA3E0-7A9C-47CB-88C9-7F81B89FD5AA}" srcOrd="0" destOrd="0" presId="urn:microsoft.com/office/officeart/2005/8/layout/chevron1"/>
    <dgm:cxn modelId="{8DB94DC7-836C-429B-BC18-42499EFFC39E}" type="presOf" srcId="{314AE731-DFBF-4A5B-8171-86B7AA2F2858}" destId="{5653E5CF-63C1-4886-9DFE-DC4B36C44A33}" srcOrd="0" destOrd="0" presId="urn:microsoft.com/office/officeart/2005/8/layout/chevron1"/>
    <dgm:cxn modelId="{66638CAC-123E-4530-BEDD-30FADC271D64}" srcId="{314AE731-DFBF-4A5B-8171-86B7AA2F2858}" destId="{3F9AE8EF-E0BD-4A86-A1DC-73AF72B43E8D}" srcOrd="1" destOrd="0" parTransId="{5F12A6E5-E57E-4059-894D-D3A3846C30F2}" sibTransId="{7CE50C93-6A94-4F11-A61C-2C90215515AB}"/>
    <dgm:cxn modelId="{9965E78D-691A-45C6-AD34-DBD22E423534}" type="presOf" srcId="{3F9AE8EF-E0BD-4A86-A1DC-73AF72B43E8D}" destId="{2147596E-7442-41E7-9852-40E25C424996}" srcOrd="0" destOrd="0" presId="urn:microsoft.com/office/officeart/2005/8/layout/chevron1"/>
    <dgm:cxn modelId="{BF6558B0-650E-4BA1-A1B1-1CA458E6EC49}" srcId="{314AE731-DFBF-4A5B-8171-86B7AA2F2858}" destId="{211D359A-E621-4AEC-B365-EBCECA4D5608}" srcOrd="2" destOrd="0" parTransId="{95B58C96-0D87-4CC9-A2F6-B9DFCA67DC5F}" sibTransId="{56BE99E8-BF29-4F85-BEC4-A54AC3654A13}"/>
    <dgm:cxn modelId="{52BEFBA7-5BCF-4469-A91F-095F620F1938}" type="presOf" srcId="{211D359A-E621-4AEC-B365-EBCECA4D5608}" destId="{50739AC9-FC4E-42C3-B62E-1016634A724A}" srcOrd="0" destOrd="0" presId="urn:microsoft.com/office/officeart/2005/8/layout/chevron1"/>
    <dgm:cxn modelId="{6DDBC2C8-FF22-4C4C-A3D8-9EC66F065022}" type="presParOf" srcId="{5653E5CF-63C1-4886-9DFE-DC4B36C44A33}" destId="{FC4CA3E0-7A9C-47CB-88C9-7F81B89FD5AA}" srcOrd="0" destOrd="0" presId="urn:microsoft.com/office/officeart/2005/8/layout/chevron1"/>
    <dgm:cxn modelId="{CAD9BDAB-5448-4960-865A-3FA66FD02A47}" type="presParOf" srcId="{5653E5CF-63C1-4886-9DFE-DC4B36C44A33}" destId="{ED8D2DC7-F6B9-49A1-A3FB-6645AA0B27C9}" srcOrd="1" destOrd="0" presId="urn:microsoft.com/office/officeart/2005/8/layout/chevron1"/>
    <dgm:cxn modelId="{1F2734E0-ED53-4F82-A67C-5A138DA9F36C}" type="presParOf" srcId="{5653E5CF-63C1-4886-9DFE-DC4B36C44A33}" destId="{2147596E-7442-41E7-9852-40E25C424996}" srcOrd="2" destOrd="0" presId="urn:microsoft.com/office/officeart/2005/8/layout/chevron1"/>
    <dgm:cxn modelId="{792EA11F-509A-4115-9ACF-F0A12C61CE85}" type="presParOf" srcId="{5653E5CF-63C1-4886-9DFE-DC4B36C44A33}" destId="{78A125B0-FC96-47C5-ADBC-5773E5EBD695}" srcOrd="3" destOrd="0" presId="urn:microsoft.com/office/officeart/2005/8/layout/chevron1"/>
    <dgm:cxn modelId="{CE300AD1-6D5B-46E2-AD5F-03C95537CCAD}" type="presParOf" srcId="{5653E5CF-63C1-4886-9DFE-DC4B36C44A33}" destId="{50739AC9-FC4E-42C3-B62E-1016634A724A}" srcOrd="4" destOrd="0" presId="urn:microsoft.com/office/officeart/2005/8/layout/chevron1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4AE731-DFBF-4A5B-8171-86B7AA2F2858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BEAB6AAF-246B-444D-90D9-FB867EA43595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导入操作系统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7B320CD8-B4D8-4FF3-9549-4626CCF5C355}" type="par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9D8C5213-1CA7-47CA-A58A-0ECD696509D5}" type="sib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3F9AE8EF-E0BD-4A86-A1DC-73AF72B43E8D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tx1"/>
              </a:solidFill>
            </a:rPr>
            <a:t>远程连接</a:t>
          </a:r>
          <a:endParaRPr lang="zh-CN" altLang="en-US" dirty="0">
            <a:solidFill>
              <a:schemeClr val="tx1"/>
            </a:solidFill>
          </a:endParaRPr>
        </a:p>
      </dgm:t>
    </dgm:pt>
    <dgm:pt modelId="{5F12A6E5-E57E-4059-894D-D3A3846C30F2}" type="par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7CE50C93-6A94-4F11-A61C-2C90215515AB}" type="sib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211D359A-E621-4AEC-B365-EBCECA4D5608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环境配置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95B58C96-0D87-4CC9-A2F6-B9DFCA67DC5F}" type="par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56BE99E8-BF29-4F85-BEC4-A54AC3654A13}" type="sib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5653E5CF-63C1-4886-9DFE-DC4B36C44A33}" type="pres">
      <dgm:prSet presAssocID="{314AE731-DFBF-4A5B-8171-86B7AA2F285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C4CA3E0-7A9C-47CB-88C9-7F81B89FD5AA}" type="pres">
      <dgm:prSet presAssocID="{BEAB6AAF-246B-444D-90D9-FB867EA43595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8D2DC7-F6B9-49A1-A3FB-6645AA0B27C9}" type="pres">
      <dgm:prSet presAssocID="{9D8C5213-1CA7-47CA-A58A-0ECD696509D5}" presName="parTxOnlySpace" presStyleCnt="0"/>
      <dgm:spPr/>
    </dgm:pt>
    <dgm:pt modelId="{2147596E-7442-41E7-9852-40E25C424996}" type="pres">
      <dgm:prSet presAssocID="{3F9AE8EF-E0BD-4A86-A1DC-73AF72B43E8D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8A125B0-FC96-47C5-ADBC-5773E5EBD695}" type="pres">
      <dgm:prSet presAssocID="{7CE50C93-6A94-4F11-A61C-2C90215515AB}" presName="parTxOnlySpace" presStyleCnt="0"/>
      <dgm:spPr/>
    </dgm:pt>
    <dgm:pt modelId="{50739AC9-FC4E-42C3-B62E-1016634A724A}" type="pres">
      <dgm:prSet presAssocID="{211D359A-E621-4AEC-B365-EBCECA4D5608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2D19679-9152-4CA8-9676-592927ED4E56}" srcId="{314AE731-DFBF-4A5B-8171-86B7AA2F2858}" destId="{BEAB6AAF-246B-444D-90D9-FB867EA43595}" srcOrd="0" destOrd="0" parTransId="{7B320CD8-B4D8-4FF3-9549-4626CCF5C355}" sibTransId="{9D8C5213-1CA7-47CA-A58A-0ECD696509D5}"/>
    <dgm:cxn modelId="{EFADB7E0-14BC-44DD-889E-333DC4280484}" type="presOf" srcId="{314AE731-DFBF-4A5B-8171-86B7AA2F2858}" destId="{5653E5CF-63C1-4886-9DFE-DC4B36C44A33}" srcOrd="0" destOrd="0" presId="urn:microsoft.com/office/officeart/2005/8/layout/chevron1"/>
    <dgm:cxn modelId="{96CC2838-C73F-41E9-A5CE-502DCDD199E9}" type="presOf" srcId="{BEAB6AAF-246B-444D-90D9-FB867EA43595}" destId="{FC4CA3E0-7A9C-47CB-88C9-7F81B89FD5AA}" srcOrd="0" destOrd="0" presId="urn:microsoft.com/office/officeart/2005/8/layout/chevron1"/>
    <dgm:cxn modelId="{66638CAC-123E-4530-BEDD-30FADC271D64}" srcId="{314AE731-DFBF-4A5B-8171-86B7AA2F2858}" destId="{3F9AE8EF-E0BD-4A86-A1DC-73AF72B43E8D}" srcOrd="1" destOrd="0" parTransId="{5F12A6E5-E57E-4059-894D-D3A3846C30F2}" sibTransId="{7CE50C93-6A94-4F11-A61C-2C90215515AB}"/>
    <dgm:cxn modelId="{D670EF6B-FB97-43BE-A82D-5524621912F5}" type="presOf" srcId="{211D359A-E621-4AEC-B365-EBCECA4D5608}" destId="{50739AC9-FC4E-42C3-B62E-1016634A724A}" srcOrd="0" destOrd="0" presId="urn:microsoft.com/office/officeart/2005/8/layout/chevron1"/>
    <dgm:cxn modelId="{BF6558B0-650E-4BA1-A1B1-1CA458E6EC49}" srcId="{314AE731-DFBF-4A5B-8171-86B7AA2F2858}" destId="{211D359A-E621-4AEC-B365-EBCECA4D5608}" srcOrd="2" destOrd="0" parTransId="{95B58C96-0D87-4CC9-A2F6-B9DFCA67DC5F}" sibTransId="{56BE99E8-BF29-4F85-BEC4-A54AC3654A13}"/>
    <dgm:cxn modelId="{253BFF45-9DE6-454E-8A44-7E743F2A7292}" type="presOf" srcId="{3F9AE8EF-E0BD-4A86-A1DC-73AF72B43E8D}" destId="{2147596E-7442-41E7-9852-40E25C424996}" srcOrd="0" destOrd="0" presId="urn:microsoft.com/office/officeart/2005/8/layout/chevron1"/>
    <dgm:cxn modelId="{8CBC3C4A-8151-431F-B80F-BB8FE738EA98}" type="presParOf" srcId="{5653E5CF-63C1-4886-9DFE-DC4B36C44A33}" destId="{FC4CA3E0-7A9C-47CB-88C9-7F81B89FD5AA}" srcOrd="0" destOrd="0" presId="urn:microsoft.com/office/officeart/2005/8/layout/chevron1"/>
    <dgm:cxn modelId="{6FA21C90-B1A7-413E-9A6A-BF20030EF4AA}" type="presParOf" srcId="{5653E5CF-63C1-4886-9DFE-DC4B36C44A33}" destId="{ED8D2DC7-F6B9-49A1-A3FB-6645AA0B27C9}" srcOrd="1" destOrd="0" presId="urn:microsoft.com/office/officeart/2005/8/layout/chevron1"/>
    <dgm:cxn modelId="{09BA5623-56C4-497B-87A5-7B99DFCCA6C6}" type="presParOf" srcId="{5653E5CF-63C1-4886-9DFE-DC4B36C44A33}" destId="{2147596E-7442-41E7-9852-40E25C424996}" srcOrd="2" destOrd="0" presId="urn:microsoft.com/office/officeart/2005/8/layout/chevron1"/>
    <dgm:cxn modelId="{D8EB2F2A-7CE0-491D-BEDB-F89C9B46F2B3}" type="presParOf" srcId="{5653E5CF-63C1-4886-9DFE-DC4B36C44A33}" destId="{78A125B0-FC96-47C5-ADBC-5773E5EBD695}" srcOrd="3" destOrd="0" presId="urn:microsoft.com/office/officeart/2005/8/layout/chevron1"/>
    <dgm:cxn modelId="{43B11FBF-EAE1-476E-B77D-7A29A7BCF49C}" type="presParOf" srcId="{5653E5CF-63C1-4886-9DFE-DC4B36C44A33}" destId="{50739AC9-FC4E-42C3-B62E-1016634A724A}" srcOrd="4" destOrd="0" presId="urn:microsoft.com/office/officeart/2005/8/layout/chevron1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14AE731-DFBF-4A5B-8171-86B7AA2F2858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BEAB6AAF-246B-444D-90D9-FB867EA43595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导入操作系统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7B320CD8-B4D8-4FF3-9549-4626CCF5C355}" type="par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9D8C5213-1CA7-47CA-A58A-0ECD696509D5}" type="sib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3F9AE8EF-E0BD-4A86-A1DC-73AF72B43E8D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远程连接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5F12A6E5-E57E-4059-894D-D3A3846C30F2}" type="par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7CE50C93-6A94-4F11-A61C-2C90215515AB}" type="sib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211D359A-E621-4AEC-B365-EBCECA4D5608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tx1"/>
              </a:solidFill>
            </a:rPr>
            <a:t>环境配置</a:t>
          </a:r>
          <a:endParaRPr lang="zh-CN" altLang="en-US" dirty="0">
            <a:solidFill>
              <a:schemeClr val="tx1"/>
            </a:solidFill>
          </a:endParaRPr>
        </a:p>
      </dgm:t>
    </dgm:pt>
    <dgm:pt modelId="{95B58C96-0D87-4CC9-A2F6-B9DFCA67DC5F}" type="par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56BE99E8-BF29-4F85-BEC4-A54AC3654A13}" type="sib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5653E5CF-63C1-4886-9DFE-DC4B36C44A33}" type="pres">
      <dgm:prSet presAssocID="{314AE731-DFBF-4A5B-8171-86B7AA2F285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C4CA3E0-7A9C-47CB-88C9-7F81B89FD5AA}" type="pres">
      <dgm:prSet presAssocID="{BEAB6AAF-246B-444D-90D9-FB867EA43595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8D2DC7-F6B9-49A1-A3FB-6645AA0B27C9}" type="pres">
      <dgm:prSet presAssocID="{9D8C5213-1CA7-47CA-A58A-0ECD696509D5}" presName="parTxOnlySpace" presStyleCnt="0"/>
      <dgm:spPr/>
    </dgm:pt>
    <dgm:pt modelId="{2147596E-7442-41E7-9852-40E25C424996}" type="pres">
      <dgm:prSet presAssocID="{3F9AE8EF-E0BD-4A86-A1DC-73AF72B43E8D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8A125B0-FC96-47C5-ADBC-5773E5EBD695}" type="pres">
      <dgm:prSet presAssocID="{7CE50C93-6A94-4F11-A61C-2C90215515AB}" presName="parTxOnlySpace" presStyleCnt="0"/>
      <dgm:spPr/>
    </dgm:pt>
    <dgm:pt modelId="{50739AC9-FC4E-42C3-B62E-1016634A724A}" type="pres">
      <dgm:prSet presAssocID="{211D359A-E621-4AEC-B365-EBCECA4D5608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B4869BEB-97D8-437D-879C-1F44B42B2990}" type="presOf" srcId="{3F9AE8EF-E0BD-4A86-A1DC-73AF72B43E8D}" destId="{2147596E-7442-41E7-9852-40E25C424996}" srcOrd="0" destOrd="0" presId="urn:microsoft.com/office/officeart/2005/8/layout/chevron1"/>
    <dgm:cxn modelId="{62D19679-9152-4CA8-9676-592927ED4E56}" srcId="{314AE731-DFBF-4A5B-8171-86B7AA2F2858}" destId="{BEAB6AAF-246B-444D-90D9-FB867EA43595}" srcOrd="0" destOrd="0" parTransId="{7B320CD8-B4D8-4FF3-9549-4626CCF5C355}" sibTransId="{9D8C5213-1CA7-47CA-A58A-0ECD696509D5}"/>
    <dgm:cxn modelId="{70F9A25F-9F17-4ED0-976E-68075AA88FE4}" type="presOf" srcId="{BEAB6AAF-246B-444D-90D9-FB867EA43595}" destId="{FC4CA3E0-7A9C-47CB-88C9-7F81B89FD5AA}" srcOrd="0" destOrd="0" presId="urn:microsoft.com/office/officeart/2005/8/layout/chevron1"/>
    <dgm:cxn modelId="{8882BAA4-F07D-491A-99F0-8C5AA45CFDF3}" type="presOf" srcId="{314AE731-DFBF-4A5B-8171-86B7AA2F2858}" destId="{5653E5CF-63C1-4886-9DFE-DC4B36C44A33}" srcOrd="0" destOrd="0" presId="urn:microsoft.com/office/officeart/2005/8/layout/chevron1"/>
    <dgm:cxn modelId="{66638CAC-123E-4530-BEDD-30FADC271D64}" srcId="{314AE731-DFBF-4A5B-8171-86B7AA2F2858}" destId="{3F9AE8EF-E0BD-4A86-A1DC-73AF72B43E8D}" srcOrd="1" destOrd="0" parTransId="{5F12A6E5-E57E-4059-894D-D3A3846C30F2}" sibTransId="{7CE50C93-6A94-4F11-A61C-2C90215515AB}"/>
    <dgm:cxn modelId="{BF6558B0-650E-4BA1-A1B1-1CA458E6EC49}" srcId="{314AE731-DFBF-4A5B-8171-86B7AA2F2858}" destId="{211D359A-E621-4AEC-B365-EBCECA4D5608}" srcOrd="2" destOrd="0" parTransId="{95B58C96-0D87-4CC9-A2F6-B9DFCA67DC5F}" sibTransId="{56BE99E8-BF29-4F85-BEC4-A54AC3654A13}"/>
    <dgm:cxn modelId="{D7E3533C-5BF2-4AE1-913C-D13775932754}" type="presOf" srcId="{211D359A-E621-4AEC-B365-EBCECA4D5608}" destId="{50739AC9-FC4E-42C3-B62E-1016634A724A}" srcOrd="0" destOrd="0" presId="urn:microsoft.com/office/officeart/2005/8/layout/chevron1"/>
    <dgm:cxn modelId="{FE95EF0B-795F-453F-9CCD-383A3517FDBA}" type="presParOf" srcId="{5653E5CF-63C1-4886-9DFE-DC4B36C44A33}" destId="{FC4CA3E0-7A9C-47CB-88C9-7F81B89FD5AA}" srcOrd="0" destOrd="0" presId="urn:microsoft.com/office/officeart/2005/8/layout/chevron1"/>
    <dgm:cxn modelId="{7DCD60E5-893D-4E72-BEEF-6E45C3B70F2E}" type="presParOf" srcId="{5653E5CF-63C1-4886-9DFE-DC4B36C44A33}" destId="{ED8D2DC7-F6B9-49A1-A3FB-6645AA0B27C9}" srcOrd="1" destOrd="0" presId="urn:microsoft.com/office/officeart/2005/8/layout/chevron1"/>
    <dgm:cxn modelId="{14FDD535-E6AE-4F07-9C55-07BFC98EF0C7}" type="presParOf" srcId="{5653E5CF-63C1-4886-9DFE-DC4B36C44A33}" destId="{2147596E-7442-41E7-9852-40E25C424996}" srcOrd="2" destOrd="0" presId="urn:microsoft.com/office/officeart/2005/8/layout/chevron1"/>
    <dgm:cxn modelId="{A481803A-720A-45EA-BA10-668E6D62F340}" type="presParOf" srcId="{5653E5CF-63C1-4886-9DFE-DC4B36C44A33}" destId="{78A125B0-FC96-47C5-ADBC-5773E5EBD695}" srcOrd="3" destOrd="0" presId="urn:microsoft.com/office/officeart/2005/8/layout/chevron1"/>
    <dgm:cxn modelId="{4BB749C7-47F5-4E40-93FE-4626F3A9E80E}" type="presParOf" srcId="{5653E5CF-63C1-4886-9DFE-DC4B36C44A33}" destId="{50739AC9-FC4E-42C3-B62E-1016634A724A}" srcOrd="4" destOrd="0" presId="urn:microsoft.com/office/officeart/2005/8/layout/chevron1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xmlns="" id="{83C43651-EA8B-4678-8FD9-6C875DB136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6BD28C34-B0BD-41BE-80A7-C252BFAB08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09C1BF11-5702-475A-BDCC-CA13CC2B291E}" type="datetimeFigureOut">
              <a:rPr lang="zh-CN" altLang="en-US"/>
              <a:pPr/>
              <a:t>2022/12/27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A77B7009-201B-41DD-A31B-ADB4AD7A41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DBB078B8-0584-4580-A4FF-8E471217AE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381B0EFE-A81B-4FF2-A11B-20F00DF34C36}" type="slidenum">
              <a:rPr lang="zh-CN" altLang="en-US"/>
              <a:pPr/>
              <a:t>‹#›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03255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A1E830F0-DDCD-4D0F-B5F3-4FD19C8F867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E86D8963-CFCD-4740-AF60-049850373CDF}" type="datetimeFigureOut">
              <a:rPr lang="zh-CN" altLang="en-US"/>
              <a:pPr/>
              <a:t>2022/12/27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0723" name="幻灯片图像占位符 3">
            <a:extLst>
              <a:ext uri="{FF2B5EF4-FFF2-40B4-BE49-F238E27FC236}">
                <a16:creationId xmlns:a16="http://schemas.microsoft.com/office/drawing/2014/main" xmlns="" id="{0E0776D9-EB5E-4648-A11C-5DC5CDC40389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备注占位符 7">
            <a:extLst>
              <a:ext uri="{FF2B5EF4-FFF2-40B4-BE49-F238E27FC236}">
                <a16:creationId xmlns:a16="http://schemas.microsoft.com/office/drawing/2014/main" xmlns="" id="{283E4D93-BBF5-4A19-BF46-DCA634601C1A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DF32E9F7-1370-428C-9546-57C9375091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4C464E13-4384-4E27-B198-CCD5CE71F818}" type="slidenum">
              <a:rPr lang="zh-CN" altLang="en-US"/>
              <a:pPr/>
              <a:t>‹#›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页脚占位符 9">
            <a:extLst>
              <a:ext uri="{FF2B5EF4-FFF2-40B4-BE49-F238E27FC236}">
                <a16:creationId xmlns:a16="http://schemas.microsoft.com/office/drawing/2014/main" xmlns="" id="{22C67519-F77F-4031-9D1A-E102741AFDF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11" name="页眉占位符 10">
            <a:extLst>
              <a:ext uri="{FF2B5EF4-FFF2-40B4-BE49-F238E27FC236}">
                <a16:creationId xmlns:a16="http://schemas.microsoft.com/office/drawing/2014/main" xmlns="" id="{A2FFFFAA-8C8E-43C6-8DDC-20C2BA84D3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9784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注意：该步骤需要联网进行。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464E13-4384-4E27-B198-CCD5CE71F818}" type="slidenum">
              <a:rPr lang="zh-CN" altLang="en-US" smtClean="0"/>
              <a:pPr/>
              <a:t>40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01829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464E13-4384-4E27-B198-CCD5CE71F818}" type="slidenum">
              <a:rPr lang="zh-CN" altLang="en-US" smtClean="0"/>
              <a:pPr/>
              <a:t>41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1719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“-y”</a:t>
            </a:r>
            <a:r>
              <a:rPr lang="zh-CN" altLang="zh-CN" dirty="0" smtClean="0"/>
              <a:t>指令能够自动确认需要安装的内容，如果不添加</a:t>
            </a:r>
            <a:r>
              <a:rPr lang="en-US" altLang="zh-CN" dirty="0" smtClean="0"/>
              <a:t>“-y”</a:t>
            </a:r>
            <a:r>
              <a:rPr lang="zh-CN" altLang="zh-CN" dirty="0" smtClean="0"/>
              <a:t>，后续确认时须输入</a:t>
            </a:r>
            <a:r>
              <a:rPr lang="en-US" altLang="zh-CN" dirty="0" smtClean="0"/>
              <a:t>“Y”</a:t>
            </a:r>
            <a:r>
              <a:rPr lang="zh-CN" altLang="zh-CN" dirty="0" smtClean="0"/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464E13-4384-4E27-B198-CCD5CE71F818}" type="slidenum">
              <a:rPr lang="zh-CN" altLang="en-US" smtClean="0"/>
              <a:pPr/>
              <a:t>42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7249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嵌入式开发板中因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存储空间和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性能限制</a:t>
            </a:r>
            <a:r>
              <a:rPr lang="zh-CN" altLang="en-US" dirty="0" smtClean="0"/>
              <a:t>，</a:t>
            </a:r>
            <a:r>
              <a:rPr lang="zh-CN" altLang="en-US" smtClean="0"/>
              <a:t>因此推荐仅安装</a:t>
            </a:r>
            <a:r>
              <a:rPr lang="zh-CN" altLang="en-US" dirty="0" smtClean="0"/>
              <a:t>轻</a:t>
            </a:r>
            <a:r>
              <a:rPr lang="zh-CN" altLang="en-US" smtClean="0"/>
              <a:t>量版负责推理模型部分。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464E13-4384-4E27-B198-CCD5CE71F818}" type="slidenum">
              <a:rPr lang="zh-CN" altLang="en-US" smtClean="0"/>
              <a:pPr/>
              <a:t>46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3366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xmlns="" id="{6EB3BC85-6B9D-4CAF-90B8-EC7DC38A809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800100" sx="102000" sy="102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xmlns="" id="{ED0129E5-1051-4340-8E45-BD04A72D1987}"/>
              </a:ext>
            </a:extLst>
          </p:cNvPr>
          <p:cNvSpPr/>
          <p:nvPr userDrawn="1"/>
        </p:nvSpPr>
        <p:spPr>
          <a:xfrm>
            <a:off x="4019550" y="1346200"/>
            <a:ext cx="7832725" cy="5137150"/>
          </a:xfrm>
          <a:custGeom>
            <a:avLst/>
            <a:gdLst>
              <a:gd name="connsiteX0" fmla="*/ 9059374 w 9059374"/>
              <a:gd name="connsiteY0" fmla="*/ 0 h 5940588"/>
              <a:gd name="connsiteX1" fmla="*/ 9059374 w 9059374"/>
              <a:gd name="connsiteY1" fmla="*/ 5940588 h 5940588"/>
              <a:gd name="connsiteX2" fmla="*/ 0 w 9059374"/>
              <a:gd name="connsiteY2" fmla="*/ 5940588 h 594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59374" h="5940588">
                <a:moveTo>
                  <a:pt x="9059374" y="0"/>
                </a:moveTo>
                <a:lnTo>
                  <a:pt x="9059374" y="5940588"/>
                </a:lnTo>
                <a:lnTo>
                  <a:pt x="0" y="5940588"/>
                </a:lnTo>
                <a:close/>
              </a:path>
            </a:pathLst>
          </a:custGeom>
          <a:solidFill>
            <a:schemeClr val="bg1">
              <a:alpha val="27000"/>
            </a:schemeClr>
          </a:solidFill>
          <a:ln>
            <a:noFill/>
          </a:ln>
          <a:effectLst>
            <a:outerShdw blurRad="800100" sx="102000" sy="102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8" name="Freeform 100">
            <a:extLst>
              <a:ext uri="{FF2B5EF4-FFF2-40B4-BE49-F238E27FC236}">
                <a16:creationId xmlns:a16="http://schemas.microsoft.com/office/drawing/2014/main" xmlns="" id="{A36D1798-A1CA-4D7E-B424-254BFF94F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3475" y="1006475"/>
            <a:ext cx="2635250" cy="1997075"/>
          </a:xfrm>
          <a:custGeom>
            <a:avLst/>
            <a:gdLst>
              <a:gd name="T0" fmla="*/ 465 w 467"/>
              <a:gd name="T1" fmla="*/ 354 h 354"/>
              <a:gd name="T2" fmla="*/ 463 w 467"/>
              <a:gd name="T3" fmla="*/ 352 h 354"/>
              <a:gd name="T4" fmla="*/ 463 w 467"/>
              <a:gd name="T5" fmla="*/ 105 h 354"/>
              <a:gd name="T6" fmla="*/ 362 w 467"/>
              <a:gd name="T7" fmla="*/ 4 h 354"/>
              <a:gd name="T8" fmla="*/ 2 w 467"/>
              <a:gd name="T9" fmla="*/ 4 h 354"/>
              <a:gd name="T10" fmla="*/ 0 w 467"/>
              <a:gd name="T11" fmla="*/ 2 h 354"/>
              <a:gd name="T12" fmla="*/ 2 w 467"/>
              <a:gd name="T13" fmla="*/ 0 h 354"/>
              <a:gd name="T14" fmla="*/ 362 w 467"/>
              <a:gd name="T15" fmla="*/ 0 h 354"/>
              <a:gd name="T16" fmla="*/ 467 w 467"/>
              <a:gd name="T17" fmla="*/ 105 h 354"/>
              <a:gd name="T18" fmla="*/ 467 w 467"/>
              <a:gd name="T19" fmla="*/ 352 h 354"/>
              <a:gd name="T20" fmla="*/ 465 w 467"/>
              <a:gd name="T21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67" h="354">
                <a:moveTo>
                  <a:pt x="465" y="354"/>
                </a:moveTo>
                <a:cubicBezTo>
                  <a:pt x="464" y="354"/>
                  <a:pt x="463" y="353"/>
                  <a:pt x="463" y="352"/>
                </a:cubicBezTo>
                <a:cubicBezTo>
                  <a:pt x="463" y="105"/>
                  <a:pt x="463" y="105"/>
                  <a:pt x="463" y="105"/>
                </a:cubicBezTo>
                <a:cubicBezTo>
                  <a:pt x="463" y="49"/>
                  <a:pt x="417" y="4"/>
                  <a:pt x="362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420" y="0"/>
                  <a:pt x="467" y="47"/>
                  <a:pt x="467" y="105"/>
                </a:cubicBezTo>
                <a:cubicBezTo>
                  <a:pt x="467" y="352"/>
                  <a:pt x="467" y="352"/>
                  <a:pt x="467" y="352"/>
                </a:cubicBezTo>
                <a:cubicBezTo>
                  <a:pt x="467" y="353"/>
                  <a:pt x="466" y="354"/>
                  <a:pt x="465" y="354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01">
            <a:extLst>
              <a:ext uri="{FF2B5EF4-FFF2-40B4-BE49-F238E27FC236}">
                <a16:creationId xmlns:a16="http://schemas.microsoft.com/office/drawing/2014/main" xmlns="" id="{E8C3362A-0A53-4F77-816A-7587B884A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1788" y="830263"/>
            <a:ext cx="1057275" cy="2173287"/>
          </a:xfrm>
          <a:custGeom>
            <a:avLst/>
            <a:gdLst>
              <a:gd name="T0" fmla="*/ 185 w 187"/>
              <a:gd name="T1" fmla="*/ 385 h 385"/>
              <a:gd name="T2" fmla="*/ 183 w 187"/>
              <a:gd name="T3" fmla="*/ 383 h 385"/>
              <a:gd name="T4" fmla="*/ 183 w 187"/>
              <a:gd name="T5" fmla="*/ 131 h 385"/>
              <a:gd name="T6" fmla="*/ 56 w 187"/>
              <a:gd name="T7" fmla="*/ 4 h 385"/>
              <a:gd name="T8" fmla="*/ 2 w 187"/>
              <a:gd name="T9" fmla="*/ 4 h 385"/>
              <a:gd name="T10" fmla="*/ 0 w 187"/>
              <a:gd name="T11" fmla="*/ 2 h 385"/>
              <a:gd name="T12" fmla="*/ 2 w 187"/>
              <a:gd name="T13" fmla="*/ 0 h 385"/>
              <a:gd name="T14" fmla="*/ 56 w 187"/>
              <a:gd name="T15" fmla="*/ 0 h 385"/>
              <a:gd name="T16" fmla="*/ 187 w 187"/>
              <a:gd name="T17" fmla="*/ 131 h 385"/>
              <a:gd name="T18" fmla="*/ 187 w 187"/>
              <a:gd name="T19" fmla="*/ 383 h 385"/>
              <a:gd name="T20" fmla="*/ 185 w 187"/>
              <a:gd name="T21" fmla="*/ 385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7" h="385">
                <a:moveTo>
                  <a:pt x="185" y="385"/>
                </a:moveTo>
                <a:cubicBezTo>
                  <a:pt x="184" y="385"/>
                  <a:pt x="183" y="384"/>
                  <a:pt x="183" y="383"/>
                </a:cubicBezTo>
                <a:cubicBezTo>
                  <a:pt x="183" y="131"/>
                  <a:pt x="183" y="131"/>
                  <a:pt x="183" y="131"/>
                </a:cubicBezTo>
                <a:cubicBezTo>
                  <a:pt x="183" y="61"/>
                  <a:pt x="126" y="4"/>
                  <a:pt x="56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0"/>
                  <a:pt x="1" y="0"/>
                  <a:pt x="2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128" y="0"/>
                  <a:pt x="187" y="58"/>
                  <a:pt x="187" y="131"/>
                </a:cubicBezTo>
                <a:cubicBezTo>
                  <a:pt x="187" y="383"/>
                  <a:pt x="187" y="383"/>
                  <a:pt x="187" y="383"/>
                </a:cubicBezTo>
                <a:cubicBezTo>
                  <a:pt x="187" y="384"/>
                  <a:pt x="186" y="385"/>
                  <a:pt x="185" y="38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2">
            <a:extLst>
              <a:ext uri="{FF2B5EF4-FFF2-40B4-BE49-F238E27FC236}">
                <a16:creationId xmlns:a16="http://schemas.microsoft.com/office/drawing/2014/main" xmlns="" id="{B38EB0B3-A79D-4899-B750-F812B5748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9388" y="639763"/>
            <a:ext cx="1377950" cy="2363787"/>
          </a:xfrm>
          <a:custGeom>
            <a:avLst/>
            <a:gdLst>
              <a:gd name="T0" fmla="*/ 242 w 244"/>
              <a:gd name="T1" fmla="*/ 419 h 419"/>
              <a:gd name="T2" fmla="*/ 240 w 244"/>
              <a:gd name="T3" fmla="*/ 417 h 419"/>
              <a:gd name="T4" fmla="*/ 240 w 244"/>
              <a:gd name="T5" fmla="*/ 161 h 419"/>
              <a:gd name="T6" fmla="*/ 84 w 244"/>
              <a:gd name="T7" fmla="*/ 4 h 419"/>
              <a:gd name="T8" fmla="*/ 2 w 244"/>
              <a:gd name="T9" fmla="*/ 4 h 419"/>
              <a:gd name="T10" fmla="*/ 0 w 244"/>
              <a:gd name="T11" fmla="*/ 2 h 419"/>
              <a:gd name="T12" fmla="*/ 2 w 244"/>
              <a:gd name="T13" fmla="*/ 0 h 419"/>
              <a:gd name="T14" fmla="*/ 84 w 244"/>
              <a:gd name="T15" fmla="*/ 0 h 419"/>
              <a:gd name="T16" fmla="*/ 244 w 244"/>
              <a:gd name="T17" fmla="*/ 161 h 419"/>
              <a:gd name="T18" fmla="*/ 244 w 244"/>
              <a:gd name="T19" fmla="*/ 417 h 419"/>
              <a:gd name="T20" fmla="*/ 242 w 244"/>
              <a:gd name="T21" fmla="*/ 419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4" h="419">
                <a:moveTo>
                  <a:pt x="242" y="419"/>
                </a:moveTo>
                <a:cubicBezTo>
                  <a:pt x="241" y="419"/>
                  <a:pt x="240" y="418"/>
                  <a:pt x="240" y="417"/>
                </a:cubicBezTo>
                <a:cubicBezTo>
                  <a:pt x="240" y="161"/>
                  <a:pt x="240" y="161"/>
                  <a:pt x="240" y="161"/>
                </a:cubicBezTo>
                <a:cubicBezTo>
                  <a:pt x="240" y="74"/>
                  <a:pt x="170" y="4"/>
                  <a:pt x="84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172" y="0"/>
                  <a:pt x="244" y="72"/>
                  <a:pt x="244" y="161"/>
                </a:cubicBezTo>
                <a:cubicBezTo>
                  <a:pt x="244" y="417"/>
                  <a:pt x="244" y="417"/>
                  <a:pt x="244" y="417"/>
                </a:cubicBezTo>
                <a:cubicBezTo>
                  <a:pt x="244" y="418"/>
                  <a:pt x="243" y="419"/>
                  <a:pt x="242" y="419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03">
            <a:extLst>
              <a:ext uri="{FF2B5EF4-FFF2-40B4-BE49-F238E27FC236}">
                <a16:creationId xmlns:a16="http://schemas.microsoft.com/office/drawing/2014/main" xmlns="" id="{70050A56-5891-4390-A47C-74FAD121AB2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6129338" y="965200"/>
            <a:ext cx="100012" cy="101600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04">
            <a:extLst>
              <a:ext uri="{FF2B5EF4-FFF2-40B4-BE49-F238E27FC236}">
                <a16:creationId xmlns:a16="http://schemas.microsoft.com/office/drawing/2014/main" xmlns="" id="{7682B7E0-695F-44B2-875E-095AF6F7046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867650" y="792163"/>
            <a:ext cx="101600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1"/>
                  <a:pt x="6" y="14"/>
                  <a:pt x="9" y="14"/>
                </a:cubicBezTo>
                <a:cubicBezTo>
                  <a:pt x="12" y="14"/>
                  <a:pt x="14" y="11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5">
            <a:extLst>
              <a:ext uri="{FF2B5EF4-FFF2-40B4-BE49-F238E27FC236}">
                <a16:creationId xmlns:a16="http://schemas.microsoft.com/office/drawing/2014/main" xmlns="" id="{CC4A0B06-5CDE-4CBC-B116-907CE683E1C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715250" y="598488"/>
            <a:ext cx="101600" cy="101600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106">
            <a:extLst>
              <a:ext uri="{FF2B5EF4-FFF2-40B4-BE49-F238E27FC236}">
                <a16:creationId xmlns:a16="http://schemas.microsoft.com/office/drawing/2014/main" xmlns="" id="{6CB9C93B-43EF-4856-811F-BCF5E95C9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3613" y="493713"/>
            <a:ext cx="2027237" cy="2509837"/>
          </a:xfrm>
          <a:custGeom>
            <a:avLst/>
            <a:gdLst>
              <a:gd name="T0" fmla="*/ 357 w 359"/>
              <a:gd name="T1" fmla="*/ 445 h 445"/>
              <a:gd name="T2" fmla="*/ 355 w 359"/>
              <a:gd name="T3" fmla="*/ 443 h 445"/>
              <a:gd name="T4" fmla="*/ 355 w 359"/>
              <a:gd name="T5" fmla="*/ 180 h 445"/>
              <a:gd name="T6" fmla="*/ 179 w 359"/>
              <a:gd name="T7" fmla="*/ 4 h 445"/>
              <a:gd name="T8" fmla="*/ 2 w 359"/>
              <a:gd name="T9" fmla="*/ 4 h 445"/>
              <a:gd name="T10" fmla="*/ 0 w 359"/>
              <a:gd name="T11" fmla="*/ 2 h 445"/>
              <a:gd name="T12" fmla="*/ 2 w 359"/>
              <a:gd name="T13" fmla="*/ 0 h 445"/>
              <a:gd name="T14" fmla="*/ 179 w 359"/>
              <a:gd name="T15" fmla="*/ 0 h 445"/>
              <a:gd name="T16" fmla="*/ 359 w 359"/>
              <a:gd name="T17" fmla="*/ 180 h 445"/>
              <a:gd name="T18" fmla="*/ 359 w 359"/>
              <a:gd name="T19" fmla="*/ 443 h 445"/>
              <a:gd name="T20" fmla="*/ 357 w 359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9" h="445">
                <a:moveTo>
                  <a:pt x="357" y="445"/>
                </a:moveTo>
                <a:cubicBezTo>
                  <a:pt x="355" y="445"/>
                  <a:pt x="355" y="444"/>
                  <a:pt x="355" y="443"/>
                </a:cubicBezTo>
                <a:cubicBezTo>
                  <a:pt x="355" y="180"/>
                  <a:pt x="355" y="180"/>
                  <a:pt x="355" y="180"/>
                </a:cubicBezTo>
                <a:cubicBezTo>
                  <a:pt x="355" y="83"/>
                  <a:pt x="276" y="4"/>
                  <a:pt x="179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278" y="0"/>
                  <a:pt x="359" y="80"/>
                  <a:pt x="359" y="180"/>
                </a:cubicBezTo>
                <a:cubicBezTo>
                  <a:pt x="359" y="443"/>
                  <a:pt x="359" y="443"/>
                  <a:pt x="359" y="443"/>
                </a:cubicBezTo>
                <a:cubicBezTo>
                  <a:pt x="359" y="444"/>
                  <a:pt x="358" y="445"/>
                  <a:pt x="357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Freeform 107">
            <a:extLst>
              <a:ext uri="{FF2B5EF4-FFF2-40B4-BE49-F238E27FC236}">
                <a16:creationId xmlns:a16="http://schemas.microsoft.com/office/drawing/2014/main" xmlns="" id="{BCE8B6EB-271B-4795-84B5-C74FC766DFF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229475" y="452438"/>
            <a:ext cx="100013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7" y="4"/>
                  <a:pt x="4" y="6"/>
                  <a:pt x="4" y="9"/>
                </a:cubicBezTo>
                <a:cubicBezTo>
                  <a:pt x="4" y="12"/>
                  <a:pt x="7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108">
            <a:extLst>
              <a:ext uri="{FF2B5EF4-FFF2-40B4-BE49-F238E27FC236}">
                <a16:creationId xmlns:a16="http://schemas.microsoft.com/office/drawing/2014/main" xmlns="" id="{2C044E33-42F0-47B8-9413-FF36324D4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250" y="493713"/>
            <a:ext cx="1433513" cy="2509837"/>
          </a:xfrm>
          <a:custGeom>
            <a:avLst/>
            <a:gdLst>
              <a:gd name="T0" fmla="*/ 2 w 254"/>
              <a:gd name="T1" fmla="*/ 445 h 445"/>
              <a:gd name="T2" fmla="*/ 0 w 254"/>
              <a:gd name="T3" fmla="*/ 443 h 445"/>
              <a:gd name="T4" fmla="*/ 0 w 254"/>
              <a:gd name="T5" fmla="*/ 180 h 445"/>
              <a:gd name="T6" fmla="*/ 180 w 254"/>
              <a:gd name="T7" fmla="*/ 0 h 445"/>
              <a:gd name="T8" fmla="*/ 252 w 254"/>
              <a:gd name="T9" fmla="*/ 0 h 445"/>
              <a:gd name="T10" fmla="*/ 254 w 254"/>
              <a:gd name="T11" fmla="*/ 2 h 445"/>
              <a:gd name="T12" fmla="*/ 252 w 254"/>
              <a:gd name="T13" fmla="*/ 4 h 445"/>
              <a:gd name="T14" fmla="*/ 180 w 254"/>
              <a:gd name="T15" fmla="*/ 4 h 445"/>
              <a:gd name="T16" fmla="*/ 4 w 254"/>
              <a:gd name="T17" fmla="*/ 180 h 445"/>
              <a:gd name="T18" fmla="*/ 4 w 254"/>
              <a:gd name="T19" fmla="*/ 443 h 445"/>
              <a:gd name="T20" fmla="*/ 2 w 254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4" h="445">
                <a:moveTo>
                  <a:pt x="2" y="445"/>
                </a:moveTo>
                <a:cubicBezTo>
                  <a:pt x="1" y="445"/>
                  <a:pt x="0" y="444"/>
                  <a:pt x="0" y="443"/>
                </a:cubicBezTo>
                <a:cubicBezTo>
                  <a:pt x="0" y="180"/>
                  <a:pt x="0" y="180"/>
                  <a:pt x="0" y="180"/>
                </a:cubicBezTo>
                <a:cubicBezTo>
                  <a:pt x="0" y="80"/>
                  <a:pt x="81" y="0"/>
                  <a:pt x="180" y="0"/>
                </a:cubicBezTo>
                <a:cubicBezTo>
                  <a:pt x="252" y="0"/>
                  <a:pt x="252" y="0"/>
                  <a:pt x="252" y="0"/>
                </a:cubicBezTo>
                <a:cubicBezTo>
                  <a:pt x="253" y="0"/>
                  <a:pt x="254" y="1"/>
                  <a:pt x="254" y="2"/>
                </a:cubicBezTo>
                <a:cubicBezTo>
                  <a:pt x="254" y="3"/>
                  <a:pt x="253" y="4"/>
                  <a:pt x="252" y="4"/>
                </a:cubicBezTo>
                <a:cubicBezTo>
                  <a:pt x="180" y="4"/>
                  <a:pt x="180" y="4"/>
                  <a:pt x="180" y="4"/>
                </a:cubicBezTo>
                <a:cubicBezTo>
                  <a:pt x="83" y="4"/>
                  <a:pt x="4" y="83"/>
                  <a:pt x="4" y="180"/>
                </a:cubicBezTo>
                <a:cubicBezTo>
                  <a:pt x="4" y="443"/>
                  <a:pt x="4" y="443"/>
                  <a:pt x="4" y="443"/>
                </a:cubicBezTo>
                <a:cubicBezTo>
                  <a:pt x="4" y="444"/>
                  <a:pt x="3" y="445"/>
                  <a:pt x="2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09">
            <a:extLst>
              <a:ext uri="{FF2B5EF4-FFF2-40B4-BE49-F238E27FC236}">
                <a16:creationId xmlns:a16="http://schemas.microsoft.com/office/drawing/2014/main" xmlns="" id="{B0B75A94-9E0D-4A3A-831A-ED028A99DB2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0904538" y="452438"/>
            <a:ext cx="101600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Freeform 110">
            <a:extLst>
              <a:ext uri="{FF2B5EF4-FFF2-40B4-BE49-F238E27FC236}">
                <a16:creationId xmlns:a16="http://schemas.microsoft.com/office/drawing/2014/main" xmlns="" id="{60903120-90EA-4BD9-989C-DEE80E5D917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102975" y="452438"/>
            <a:ext cx="101600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Freeform 111">
            <a:extLst>
              <a:ext uri="{FF2B5EF4-FFF2-40B4-BE49-F238E27FC236}">
                <a16:creationId xmlns:a16="http://schemas.microsoft.com/office/drawing/2014/main" xmlns="" id="{5FEBB2C5-1CB2-4CB4-951C-C88673222AA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307763" y="452438"/>
            <a:ext cx="100012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112">
            <a:extLst>
              <a:ext uri="{FF2B5EF4-FFF2-40B4-BE49-F238E27FC236}">
                <a16:creationId xmlns:a16="http://schemas.microsoft.com/office/drawing/2014/main" xmlns="" id="{61BBE27F-C126-43A0-ADAC-32F04A7BA34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503025" y="452438"/>
            <a:ext cx="103188" cy="100012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CD1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113">
            <a:extLst>
              <a:ext uri="{FF2B5EF4-FFF2-40B4-BE49-F238E27FC236}">
                <a16:creationId xmlns:a16="http://schemas.microsoft.com/office/drawing/2014/main" xmlns="" id="{EAA58AC9-539D-4C09-9AA7-13B04599C16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706225" y="452438"/>
            <a:ext cx="103188" cy="100012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1" y="4"/>
                  <a:pt x="14" y="6"/>
                  <a:pt x="14" y="9"/>
                </a:cubicBezTo>
                <a:cubicBezTo>
                  <a:pt x="14" y="12"/>
                  <a:pt x="11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DB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114">
            <a:extLst>
              <a:ext uri="{FF2B5EF4-FFF2-40B4-BE49-F238E27FC236}">
                <a16:creationId xmlns:a16="http://schemas.microsoft.com/office/drawing/2014/main" xmlns="" id="{ACC85A4E-AC3E-44B6-8F1C-395F77E6AE4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904663" y="452438"/>
            <a:ext cx="100012" cy="100012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E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117">
            <a:extLst>
              <a:ext uri="{FF2B5EF4-FFF2-40B4-BE49-F238E27FC236}">
                <a16:creationId xmlns:a16="http://schemas.microsoft.com/office/drawing/2014/main" xmlns="" id="{52FC56B6-5653-4FCF-B0E0-5EB6CF7D4CF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4643438" y="2600325"/>
            <a:ext cx="6894512" cy="4008438"/>
          </a:xfrm>
          <a:custGeom>
            <a:avLst/>
            <a:gdLst>
              <a:gd name="T0" fmla="*/ 426 w 1221"/>
              <a:gd name="T1" fmla="*/ 710 h 710"/>
              <a:gd name="T2" fmla="*/ 400 w 1221"/>
              <a:gd name="T3" fmla="*/ 704 h 710"/>
              <a:gd name="T4" fmla="*/ 11 w 1221"/>
              <a:gd name="T5" fmla="*/ 479 h 710"/>
              <a:gd name="T6" fmla="*/ 0 w 1221"/>
              <a:gd name="T7" fmla="*/ 463 h 710"/>
              <a:gd name="T8" fmla="*/ 15 w 1221"/>
              <a:gd name="T9" fmla="*/ 443 h 710"/>
              <a:gd name="T10" fmla="*/ 762 w 1221"/>
              <a:gd name="T11" fmla="*/ 11 h 710"/>
              <a:gd name="T12" fmla="*/ 821 w 1221"/>
              <a:gd name="T13" fmla="*/ 9 h 710"/>
              <a:gd name="T14" fmla="*/ 1210 w 1221"/>
              <a:gd name="T15" fmla="*/ 234 h 710"/>
              <a:gd name="T16" fmla="*/ 1221 w 1221"/>
              <a:gd name="T17" fmla="*/ 250 h 710"/>
              <a:gd name="T18" fmla="*/ 1206 w 1221"/>
              <a:gd name="T19" fmla="*/ 270 h 710"/>
              <a:gd name="T20" fmla="*/ 459 w 1221"/>
              <a:gd name="T21" fmla="*/ 702 h 710"/>
              <a:gd name="T22" fmla="*/ 426 w 1221"/>
              <a:gd name="T23" fmla="*/ 710 h 710"/>
              <a:gd name="T24" fmla="*/ 795 w 1221"/>
              <a:gd name="T25" fmla="*/ 7 h 710"/>
              <a:gd name="T26" fmla="*/ 764 w 1221"/>
              <a:gd name="T27" fmla="*/ 15 h 710"/>
              <a:gd name="T28" fmla="*/ 17 w 1221"/>
              <a:gd name="T29" fmla="*/ 446 h 710"/>
              <a:gd name="T30" fmla="*/ 4 w 1221"/>
              <a:gd name="T31" fmla="*/ 463 h 710"/>
              <a:gd name="T32" fmla="*/ 13 w 1221"/>
              <a:gd name="T33" fmla="*/ 476 h 710"/>
              <a:gd name="T34" fmla="*/ 402 w 1221"/>
              <a:gd name="T35" fmla="*/ 701 h 710"/>
              <a:gd name="T36" fmla="*/ 457 w 1221"/>
              <a:gd name="T37" fmla="*/ 698 h 710"/>
              <a:gd name="T38" fmla="*/ 1204 w 1221"/>
              <a:gd name="T39" fmla="*/ 267 h 710"/>
              <a:gd name="T40" fmla="*/ 1217 w 1221"/>
              <a:gd name="T41" fmla="*/ 250 h 710"/>
              <a:gd name="T42" fmla="*/ 1208 w 1221"/>
              <a:gd name="T43" fmla="*/ 238 h 710"/>
              <a:gd name="T44" fmla="*/ 819 w 1221"/>
              <a:gd name="T45" fmla="*/ 13 h 710"/>
              <a:gd name="T46" fmla="*/ 795 w 1221"/>
              <a:gd name="T47" fmla="*/ 7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21" h="710">
                <a:moveTo>
                  <a:pt x="426" y="710"/>
                </a:moveTo>
                <a:cubicBezTo>
                  <a:pt x="416" y="710"/>
                  <a:pt x="407" y="708"/>
                  <a:pt x="400" y="704"/>
                </a:cubicBezTo>
                <a:cubicBezTo>
                  <a:pt x="11" y="479"/>
                  <a:pt x="11" y="479"/>
                  <a:pt x="11" y="479"/>
                </a:cubicBezTo>
                <a:cubicBezTo>
                  <a:pt x="4" y="475"/>
                  <a:pt x="0" y="469"/>
                  <a:pt x="0" y="463"/>
                </a:cubicBezTo>
                <a:cubicBezTo>
                  <a:pt x="0" y="456"/>
                  <a:pt x="5" y="448"/>
                  <a:pt x="15" y="443"/>
                </a:cubicBezTo>
                <a:cubicBezTo>
                  <a:pt x="762" y="11"/>
                  <a:pt x="762" y="11"/>
                  <a:pt x="762" y="11"/>
                </a:cubicBezTo>
                <a:cubicBezTo>
                  <a:pt x="779" y="1"/>
                  <a:pt x="805" y="0"/>
                  <a:pt x="821" y="9"/>
                </a:cubicBezTo>
                <a:cubicBezTo>
                  <a:pt x="1210" y="234"/>
                  <a:pt x="1210" y="234"/>
                  <a:pt x="1210" y="234"/>
                </a:cubicBezTo>
                <a:cubicBezTo>
                  <a:pt x="1217" y="238"/>
                  <a:pt x="1221" y="244"/>
                  <a:pt x="1221" y="250"/>
                </a:cubicBezTo>
                <a:cubicBezTo>
                  <a:pt x="1221" y="258"/>
                  <a:pt x="1216" y="265"/>
                  <a:pt x="1206" y="270"/>
                </a:cubicBezTo>
                <a:cubicBezTo>
                  <a:pt x="459" y="702"/>
                  <a:pt x="459" y="702"/>
                  <a:pt x="459" y="702"/>
                </a:cubicBezTo>
                <a:cubicBezTo>
                  <a:pt x="450" y="707"/>
                  <a:pt x="438" y="710"/>
                  <a:pt x="426" y="710"/>
                </a:cubicBezTo>
                <a:moveTo>
                  <a:pt x="795" y="7"/>
                </a:moveTo>
                <a:cubicBezTo>
                  <a:pt x="784" y="7"/>
                  <a:pt x="773" y="10"/>
                  <a:pt x="764" y="15"/>
                </a:cubicBezTo>
                <a:cubicBezTo>
                  <a:pt x="17" y="446"/>
                  <a:pt x="17" y="446"/>
                  <a:pt x="17" y="446"/>
                </a:cubicBezTo>
                <a:cubicBezTo>
                  <a:pt x="8" y="451"/>
                  <a:pt x="4" y="457"/>
                  <a:pt x="4" y="463"/>
                </a:cubicBezTo>
                <a:cubicBezTo>
                  <a:pt x="4" y="468"/>
                  <a:pt x="7" y="472"/>
                  <a:pt x="13" y="476"/>
                </a:cubicBezTo>
                <a:cubicBezTo>
                  <a:pt x="402" y="701"/>
                  <a:pt x="402" y="701"/>
                  <a:pt x="402" y="701"/>
                </a:cubicBezTo>
                <a:cubicBezTo>
                  <a:pt x="416" y="709"/>
                  <a:pt x="441" y="708"/>
                  <a:pt x="457" y="698"/>
                </a:cubicBezTo>
                <a:cubicBezTo>
                  <a:pt x="1204" y="267"/>
                  <a:pt x="1204" y="267"/>
                  <a:pt x="1204" y="267"/>
                </a:cubicBezTo>
                <a:cubicBezTo>
                  <a:pt x="1212" y="262"/>
                  <a:pt x="1217" y="256"/>
                  <a:pt x="1217" y="250"/>
                </a:cubicBezTo>
                <a:cubicBezTo>
                  <a:pt x="1217" y="245"/>
                  <a:pt x="1214" y="241"/>
                  <a:pt x="1208" y="238"/>
                </a:cubicBezTo>
                <a:cubicBezTo>
                  <a:pt x="819" y="13"/>
                  <a:pt x="819" y="13"/>
                  <a:pt x="819" y="13"/>
                </a:cubicBezTo>
                <a:cubicBezTo>
                  <a:pt x="812" y="9"/>
                  <a:pt x="804" y="7"/>
                  <a:pt x="795" y="7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118">
            <a:extLst>
              <a:ext uri="{FF2B5EF4-FFF2-40B4-BE49-F238E27FC236}">
                <a16:creationId xmlns:a16="http://schemas.microsoft.com/office/drawing/2014/main" xmlns="" id="{6E93BA8B-AE90-475B-9BCA-7C9DE918B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2122488"/>
            <a:ext cx="7172325" cy="4067175"/>
          </a:xfrm>
          <a:custGeom>
            <a:avLst/>
            <a:gdLst>
              <a:gd name="T0" fmla="*/ 1270 w 1270"/>
              <a:gd name="T1" fmla="*/ 210 h 721"/>
              <a:gd name="T2" fmla="*/ 1218 w 1270"/>
              <a:gd name="T3" fmla="*/ 219 h 721"/>
              <a:gd name="T4" fmla="*/ 854 w 1270"/>
              <a:gd name="T5" fmla="*/ 9 h 721"/>
              <a:gd name="T6" fmla="*/ 794 w 1270"/>
              <a:gd name="T7" fmla="*/ 11 h 721"/>
              <a:gd name="T8" fmla="*/ 92 w 1270"/>
              <a:gd name="T9" fmla="*/ 417 h 721"/>
              <a:gd name="T10" fmla="*/ 1 w 1270"/>
              <a:gd name="T11" fmla="*/ 433 h 721"/>
              <a:gd name="T12" fmla="*/ 1 w 1270"/>
              <a:gd name="T13" fmla="*/ 462 h 721"/>
              <a:gd name="T14" fmla="*/ 1 w 1270"/>
              <a:gd name="T15" fmla="*/ 462 h 721"/>
              <a:gd name="T16" fmla="*/ 11 w 1270"/>
              <a:gd name="T17" fmla="*/ 478 h 721"/>
              <a:gd name="T18" fmla="*/ 417 w 1270"/>
              <a:gd name="T19" fmla="*/ 712 h 721"/>
              <a:gd name="T20" fmla="*/ 477 w 1270"/>
              <a:gd name="T21" fmla="*/ 710 h 721"/>
              <a:gd name="T22" fmla="*/ 1256 w 1270"/>
              <a:gd name="T23" fmla="*/ 260 h 721"/>
              <a:gd name="T24" fmla="*/ 1270 w 1270"/>
              <a:gd name="T25" fmla="*/ 241 h 721"/>
              <a:gd name="T26" fmla="*/ 1270 w 1270"/>
              <a:gd name="T27" fmla="*/ 241 h 721"/>
              <a:gd name="T28" fmla="*/ 1270 w 1270"/>
              <a:gd name="T29" fmla="*/ 210 h 7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70" h="721">
                <a:moveTo>
                  <a:pt x="1270" y="210"/>
                </a:moveTo>
                <a:cubicBezTo>
                  <a:pt x="1218" y="219"/>
                  <a:pt x="1218" y="219"/>
                  <a:pt x="1218" y="219"/>
                </a:cubicBezTo>
                <a:cubicBezTo>
                  <a:pt x="854" y="9"/>
                  <a:pt x="854" y="9"/>
                  <a:pt x="854" y="9"/>
                </a:cubicBezTo>
                <a:cubicBezTo>
                  <a:pt x="838" y="0"/>
                  <a:pt x="812" y="1"/>
                  <a:pt x="794" y="11"/>
                </a:cubicBezTo>
                <a:cubicBezTo>
                  <a:pt x="92" y="417"/>
                  <a:pt x="92" y="417"/>
                  <a:pt x="92" y="417"/>
                </a:cubicBezTo>
                <a:cubicBezTo>
                  <a:pt x="1" y="433"/>
                  <a:pt x="1" y="433"/>
                  <a:pt x="1" y="433"/>
                </a:cubicBezTo>
                <a:cubicBezTo>
                  <a:pt x="1" y="462"/>
                  <a:pt x="1" y="462"/>
                  <a:pt x="1" y="462"/>
                </a:cubicBezTo>
                <a:cubicBezTo>
                  <a:pt x="1" y="462"/>
                  <a:pt x="1" y="462"/>
                  <a:pt x="1" y="462"/>
                </a:cubicBezTo>
                <a:cubicBezTo>
                  <a:pt x="0" y="468"/>
                  <a:pt x="4" y="473"/>
                  <a:pt x="11" y="478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33" y="721"/>
                  <a:pt x="459" y="720"/>
                  <a:pt x="477" y="710"/>
                </a:cubicBezTo>
                <a:cubicBezTo>
                  <a:pt x="1256" y="260"/>
                  <a:pt x="1256" y="260"/>
                  <a:pt x="1256" y="260"/>
                </a:cubicBezTo>
                <a:cubicBezTo>
                  <a:pt x="1265" y="254"/>
                  <a:pt x="1270" y="247"/>
                  <a:pt x="1270" y="241"/>
                </a:cubicBezTo>
                <a:cubicBezTo>
                  <a:pt x="1270" y="241"/>
                  <a:pt x="1270" y="241"/>
                  <a:pt x="1270" y="241"/>
                </a:cubicBezTo>
                <a:cubicBezTo>
                  <a:pt x="1270" y="210"/>
                  <a:pt x="1270" y="210"/>
                  <a:pt x="1270" y="21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19">
            <a:extLst>
              <a:ext uri="{FF2B5EF4-FFF2-40B4-BE49-F238E27FC236}">
                <a16:creationId xmlns:a16="http://schemas.microsoft.com/office/drawing/2014/main" xmlns="" id="{8272447B-0412-408B-B30E-A3EAA6303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3313113"/>
            <a:ext cx="7172325" cy="2860675"/>
          </a:xfrm>
          <a:custGeom>
            <a:avLst/>
            <a:gdLst>
              <a:gd name="T0" fmla="*/ 1270 w 1270"/>
              <a:gd name="T1" fmla="*/ 0 h 507"/>
              <a:gd name="T2" fmla="*/ 1256 w 1270"/>
              <a:gd name="T3" fmla="*/ 19 h 507"/>
              <a:gd name="T4" fmla="*/ 477 w 1270"/>
              <a:gd name="T5" fmla="*/ 469 h 507"/>
              <a:gd name="T6" fmla="*/ 443 w 1270"/>
              <a:gd name="T7" fmla="*/ 477 h 507"/>
              <a:gd name="T8" fmla="*/ 417 w 1270"/>
              <a:gd name="T9" fmla="*/ 471 h 507"/>
              <a:gd name="T10" fmla="*/ 11 w 1270"/>
              <a:gd name="T11" fmla="*/ 236 h 507"/>
              <a:gd name="T12" fmla="*/ 1 w 1270"/>
              <a:gd name="T13" fmla="*/ 222 h 507"/>
              <a:gd name="T14" fmla="*/ 1 w 1270"/>
              <a:gd name="T15" fmla="*/ 251 h 507"/>
              <a:gd name="T16" fmla="*/ 1 w 1270"/>
              <a:gd name="T17" fmla="*/ 251 h 507"/>
              <a:gd name="T18" fmla="*/ 1 w 1270"/>
              <a:gd name="T19" fmla="*/ 251 h 507"/>
              <a:gd name="T20" fmla="*/ 1 w 1270"/>
              <a:gd name="T21" fmla="*/ 252 h 507"/>
              <a:gd name="T22" fmla="*/ 11 w 1270"/>
              <a:gd name="T23" fmla="*/ 267 h 507"/>
              <a:gd name="T24" fmla="*/ 417 w 1270"/>
              <a:gd name="T25" fmla="*/ 501 h 507"/>
              <a:gd name="T26" fmla="*/ 443 w 1270"/>
              <a:gd name="T27" fmla="*/ 507 h 507"/>
              <a:gd name="T28" fmla="*/ 477 w 1270"/>
              <a:gd name="T29" fmla="*/ 499 h 507"/>
              <a:gd name="T30" fmla="*/ 1256 w 1270"/>
              <a:gd name="T31" fmla="*/ 49 h 507"/>
              <a:gd name="T32" fmla="*/ 1270 w 1270"/>
              <a:gd name="T33" fmla="*/ 30 h 507"/>
              <a:gd name="T34" fmla="*/ 1270 w 1270"/>
              <a:gd name="T35" fmla="*/ 30 h 507"/>
              <a:gd name="T36" fmla="*/ 1270 w 1270"/>
              <a:gd name="T37" fmla="*/ 19 h 507"/>
              <a:gd name="T38" fmla="*/ 1270 w 1270"/>
              <a:gd name="T39" fmla="*/ 19 h 507"/>
              <a:gd name="T40" fmla="*/ 1256 w 1270"/>
              <a:gd name="T41" fmla="*/ 38 h 507"/>
              <a:gd name="T42" fmla="*/ 477 w 1270"/>
              <a:gd name="T43" fmla="*/ 488 h 507"/>
              <a:gd name="T44" fmla="*/ 443 w 1270"/>
              <a:gd name="T45" fmla="*/ 497 h 507"/>
              <a:gd name="T46" fmla="*/ 417 w 1270"/>
              <a:gd name="T47" fmla="*/ 491 h 507"/>
              <a:gd name="T48" fmla="*/ 11 w 1270"/>
              <a:gd name="T49" fmla="*/ 256 h 507"/>
              <a:gd name="T50" fmla="*/ 1 w 1270"/>
              <a:gd name="T51" fmla="*/ 241 h 507"/>
              <a:gd name="T52" fmla="*/ 1 w 1270"/>
              <a:gd name="T53" fmla="*/ 241 h 507"/>
              <a:gd name="T54" fmla="*/ 1 w 1270"/>
              <a:gd name="T55" fmla="*/ 233 h 507"/>
              <a:gd name="T56" fmla="*/ 1 w 1270"/>
              <a:gd name="T57" fmla="*/ 233 h 507"/>
              <a:gd name="T58" fmla="*/ 11 w 1270"/>
              <a:gd name="T59" fmla="*/ 248 h 507"/>
              <a:gd name="T60" fmla="*/ 417 w 1270"/>
              <a:gd name="T61" fmla="*/ 483 h 507"/>
              <a:gd name="T62" fmla="*/ 443 w 1270"/>
              <a:gd name="T63" fmla="*/ 489 h 507"/>
              <a:gd name="T64" fmla="*/ 477 w 1270"/>
              <a:gd name="T65" fmla="*/ 480 h 507"/>
              <a:gd name="T66" fmla="*/ 1256 w 1270"/>
              <a:gd name="T67" fmla="*/ 31 h 507"/>
              <a:gd name="T68" fmla="*/ 1270 w 1270"/>
              <a:gd name="T69" fmla="*/ 11 h 507"/>
              <a:gd name="T70" fmla="*/ 1270 w 1270"/>
              <a:gd name="T71" fmla="*/ 11 h 507"/>
              <a:gd name="T72" fmla="*/ 1270 w 1270"/>
              <a:gd name="T73" fmla="*/ 0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70" h="507">
                <a:moveTo>
                  <a:pt x="1270" y="0"/>
                </a:moveTo>
                <a:cubicBezTo>
                  <a:pt x="1270" y="6"/>
                  <a:pt x="1265" y="13"/>
                  <a:pt x="1256" y="19"/>
                </a:cubicBezTo>
                <a:cubicBezTo>
                  <a:pt x="477" y="469"/>
                  <a:pt x="477" y="469"/>
                  <a:pt x="477" y="469"/>
                </a:cubicBezTo>
                <a:cubicBezTo>
                  <a:pt x="467" y="474"/>
                  <a:pt x="455" y="477"/>
                  <a:pt x="443" y="477"/>
                </a:cubicBezTo>
                <a:cubicBezTo>
                  <a:pt x="433" y="477"/>
                  <a:pt x="424" y="475"/>
                  <a:pt x="417" y="471"/>
                </a:cubicBezTo>
                <a:cubicBezTo>
                  <a:pt x="11" y="236"/>
                  <a:pt x="11" y="236"/>
                  <a:pt x="11" y="236"/>
                </a:cubicBezTo>
                <a:cubicBezTo>
                  <a:pt x="4" y="232"/>
                  <a:pt x="1" y="227"/>
                  <a:pt x="1" y="222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2"/>
                  <a:pt x="1" y="252"/>
                </a:cubicBezTo>
                <a:cubicBezTo>
                  <a:pt x="1" y="257"/>
                  <a:pt x="4" y="263"/>
                  <a:pt x="11" y="267"/>
                </a:cubicBezTo>
                <a:cubicBezTo>
                  <a:pt x="417" y="501"/>
                  <a:pt x="417" y="501"/>
                  <a:pt x="417" y="501"/>
                </a:cubicBezTo>
                <a:cubicBezTo>
                  <a:pt x="424" y="505"/>
                  <a:pt x="433" y="507"/>
                  <a:pt x="443" y="507"/>
                </a:cubicBezTo>
                <a:cubicBezTo>
                  <a:pt x="455" y="507"/>
                  <a:pt x="467" y="504"/>
                  <a:pt x="477" y="499"/>
                </a:cubicBezTo>
                <a:cubicBezTo>
                  <a:pt x="1256" y="49"/>
                  <a:pt x="1256" y="49"/>
                  <a:pt x="1256" y="49"/>
                </a:cubicBezTo>
                <a:cubicBezTo>
                  <a:pt x="1265" y="43"/>
                  <a:pt x="1270" y="36"/>
                  <a:pt x="1270" y="30"/>
                </a:cubicBezTo>
                <a:cubicBezTo>
                  <a:pt x="1270" y="30"/>
                  <a:pt x="1270" y="30"/>
                  <a:pt x="1270" y="30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26"/>
                  <a:pt x="1265" y="33"/>
                  <a:pt x="1256" y="38"/>
                </a:cubicBezTo>
                <a:cubicBezTo>
                  <a:pt x="477" y="488"/>
                  <a:pt x="477" y="488"/>
                  <a:pt x="477" y="488"/>
                </a:cubicBezTo>
                <a:cubicBezTo>
                  <a:pt x="467" y="494"/>
                  <a:pt x="455" y="497"/>
                  <a:pt x="443" y="497"/>
                </a:cubicBezTo>
                <a:cubicBezTo>
                  <a:pt x="433" y="497"/>
                  <a:pt x="424" y="495"/>
                  <a:pt x="417" y="491"/>
                </a:cubicBezTo>
                <a:cubicBezTo>
                  <a:pt x="11" y="256"/>
                  <a:pt x="11" y="256"/>
                  <a:pt x="11" y="256"/>
                </a:cubicBezTo>
                <a:cubicBezTo>
                  <a:pt x="4" y="252"/>
                  <a:pt x="0" y="246"/>
                  <a:pt x="1" y="241"/>
                </a:cubicBezTo>
                <a:cubicBezTo>
                  <a:pt x="1" y="241"/>
                  <a:pt x="1" y="241"/>
                  <a:pt x="1" y="241"/>
                </a:cubicBezTo>
                <a:cubicBezTo>
                  <a:pt x="1" y="233"/>
                  <a:pt x="1" y="233"/>
                  <a:pt x="1" y="233"/>
                </a:cubicBezTo>
                <a:cubicBezTo>
                  <a:pt x="1" y="233"/>
                  <a:pt x="1" y="233"/>
                  <a:pt x="1" y="233"/>
                </a:cubicBezTo>
                <a:cubicBezTo>
                  <a:pt x="0" y="239"/>
                  <a:pt x="4" y="244"/>
                  <a:pt x="11" y="248"/>
                </a:cubicBezTo>
                <a:cubicBezTo>
                  <a:pt x="417" y="483"/>
                  <a:pt x="417" y="483"/>
                  <a:pt x="417" y="483"/>
                </a:cubicBezTo>
                <a:cubicBezTo>
                  <a:pt x="424" y="487"/>
                  <a:pt x="433" y="489"/>
                  <a:pt x="443" y="489"/>
                </a:cubicBezTo>
                <a:cubicBezTo>
                  <a:pt x="455" y="489"/>
                  <a:pt x="467" y="486"/>
                  <a:pt x="477" y="480"/>
                </a:cubicBezTo>
                <a:cubicBezTo>
                  <a:pt x="1256" y="31"/>
                  <a:pt x="1256" y="31"/>
                  <a:pt x="1256" y="31"/>
                </a:cubicBezTo>
                <a:cubicBezTo>
                  <a:pt x="1265" y="25"/>
                  <a:pt x="1270" y="18"/>
                  <a:pt x="1270" y="11"/>
                </a:cubicBezTo>
                <a:cubicBezTo>
                  <a:pt x="1270" y="11"/>
                  <a:pt x="1270" y="11"/>
                  <a:pt x="1270" y="11"/>
                </a:cubicBezTo>
                <a:cubicBezTo>
                  <a:pt x="1270" y="0"/>
                  <a:pt x="1270" y="0"/>
                  <a:pt x="127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120">
            <a:extLst>
              <a:ext uri="{FF2B5EF4-FFF2-40B4-BE49-F238E27FC236}">
                <a16:creationId xmlns:a16="http://schemas.microsoft.com/office/drawing/2014/main" xmlns="" id="{10152BF8-06E3-4D91-BDFF-8B0CB78A2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3375025"/>
            <a:ext cx="7172325" cy="2752725"/>
          </a:xfrm>
          <a:custGeom>
            <a:avLst/>
            <a:gdLst>
              <a:gd name="T0" fmla="*/ 1256 w 1270"/>
              <a:gd name="T1" fmla="*/ 20 h 488"/>
              <a:gd name="T2" fmla="*/ 477 w 1270"/>
              <a:gd name="T3" fmla="*/ 469 h 488"/>
              <a:gd name="T4" fmla="*/ 417 w 1270"/>
              <a:gd name="T5" fmla="*/ 472 h 488"/>
              <a:gd name="T6" fmla="*/ 11 w 1270"/>
              <a:gd name="T7" fmla="*/ 237 h 488"/>
              <a:gd name="T8" fmla="*/ 1 w 1270"/>
              <a:gd name="T9" fmla="*/ 222 h 488"/>
              <a:gd name="T10" fmla="*/ 1 w 1270"/>
              <a:gd name="T11" fmla="*/ 222 h 488"/>
              <a:gd name="T12" fmla="*/ 1 w 1270"/>
              <a:gd name="T13" fmla="*/ 230 h 488"/>
              <a:gd name="T14" fmla="*/ 1 w 1270"/>
              <a:gd name="T15" fmla="*/ 230 h 488"/>
              <a:gd name="T16" fmla="*/ 11 w 1270"/>
              <a:gd name="T17" fmla="*/ 245 h 488"/>
              <a:gd name="T18" fmla="*/ 417 w 1270"/>
              <a:gd name="T19" fmla="*/ 480 h 488"/>
              <a:gd name="T20" fmla="*/ 477 w 1270"/>
              <a:gd name="T21" fmla="*/ 477 h 488"/>
              <a:gd name="T22" fmla="*/ 1256 w 1270"/>
              <a:gd name="T23" fmla="*/ 27 h 488"/>
              <a:gd name="T24" fmla="*/ 1270 w 1270"/>
              <a:gd name="T25" fmla="*/ 8 h 488"/>
              <a:gd name="T26" fmla="*/ 1270 w 1270"/>
              <a:gd name="T27" fmla="*/ 8 h 488"/>
              <a:gd name="T28" fmla="*/ 1270 w 1270"/>
              <a:gd name="T29" fmla="*/ 0 h 488"/>
              <a:gd name="T30" fmla="*/ 1270 w 1270"/>
              <a:gd name="T31" fmla="*/ 0 h 488"/>
              <a:gd name="T32" fmla="*/ 1256 w 1270"/>
              <a:gd name="T33" fmla="*/ 20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270" h="488">
                <a:moveTo>
                  <a:pt x="1256" y="20"/>
                </a:moveTo>
                <a:cubicBezTo>
                  <a:pt x="477" y="469"/>
                  <a:pt x="477" y="469"/>
                  <a:pt x="477" y="469"/>
                </a:cubicBezTo>
                <a:cubicBezTo>
                  <a:pt x="459" y="480"/>
                  <a:pt x="433" y="481"/>
                  <a:pt x="417" y="472"/>
                </a:cubicBezTo>
                <a:cubicBezTo>
                  <a:pt x="11" y="237"/>
                  <a:pt x="11" y="237"/>
                  <a:pt x="11" y="237"/>
                </a:cubicBezTo>
                <a:cubicBezTo>
                  <a:pt x="4" y="233"/>
                  <a:pt x="0" y="228"/>
                  <a:pt x="1" y="222"/>
                </a:cubicBezTo>
                <a:cubicBezTo>
                  <a:pt x="1" y="222"/>
                  <a:pt x="1" y="222"/>
                  <a:pt x="1" y="222"/>
                </a:cubicBezTo>
                <a:cubicBezTo>
                  <a:pt x="1" y="230"/>
                  <a:pt x="1" y="230"/>
                  <a:pt x="1" y="230"/>
                </a:cubicBezTo>
                <a:cubicBezTo>
                  <a:pt x="1" y="230"/>
                  <a:pt x="1" y="230"/>
                  <a:pt x="1" y="230"/>
                </a:cubicBezTo>
                <a:cubicBezTo>
                  <a:pt x="0" y="235"/>
                  <a:pt x="4" y="241"/>
                  <a:pt x="11" y="245"/>
                </a:cubicBezTo>
                <a:cubicBezTo>
                  <a:pt x="417" y="480"/>
                  <a:pt x="417" y="480"/>
                  <a:pt x="417" y="480"/>
                </a:cubicBezTo>
                <a:cubicBezTo>
                  <a:pt x="433" y="488"/>
                  <a:pt x="459" y="487"/>
                  <a:pt x="477" y="477"/>
                </a:cubicBezTo>
                <a:cubicBezTo>
                  <a:pt x="1256" y="27"/>
                  <a:pt x="1256" y="27"/>
                  <a:pt x="1256" y="27"/>
                </a:cubicBezTo>
                <a:cubicBezTo>
                  <a:pt x="1265" y="22"/>
                  <a:pt x="1270" y="15"/>
                  <a:pt x="1270" y="8"/>
                </a:cubicBezTo>
                <a:cubicBezTo>
                  <a:pt x="1270" y="8"/>
                  <a:pt x="1270" y="8"/>
                  <a:pt x="1270" y="8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7"/>
                  <a:pt x="1265" y="14"/>
                  <a:pt x="1256" y="20"/>
                </a:cubicBezTo>
              </a:path>
            </a:pathLst>
          </a:custGeom>
          <a:gradFill rotWithShape="1">
            <a:gsLst>
              <a:gs pos="0">
                <a:srgbClr val="44E3DF"/>
              </a:gs>
              <a:gs pos="100000">
                <a:srgbClr val="3CABC4"/>
              </a:gs>
            </a:gsLst>
            <a:lin ang="54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121">
            <a:extLst>
              <a:ext uri="{FF2B5EF4-FFF2-40B4-BE49-F238E27FC236}">
                <a16:creationId xmlns:a16="http://schemas.microsoft.com/office/drawing/2014/main" xmlns="" id="{D116E5C1-D001-4F24-8EAB-DF98F7901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1851025"/>
            <a:ext cx="7221538" cy="4170363"/>
          </a:xfrm>
          <a:custGeom>
            <a:avLst/>
            <a:gdLst>
              <a:gd name="T0" fmla="*/ 421 w 1279"/>
              <a:gd name="T1" fmla="*/ 730 h 739"/>
              <a:gd name="T2" fmla="*/ 15 w 1279"/>
              <a:gd name="T3" fmla="*/ 495 h 739"/>
              <a:gd name="T4" fmla="*/ 19 w 1279"/>
              <a:gd name="T5" fmla="*/ 461 h 739"/>
              <a:gd name="T6" fmla="*/ 798 w 1279"/>
              <a:gd name="T7" fmla="*/ 11 h 739"/>
              <a:gd name="T8" fmla="*/ 858 w 1279"/>
              <a:gd name="T9" fmla="*/ 9 h 739"/>
              <a:gd name="T10" fmla="*/ 1264 w 1279"/>
              <a:gd name="T11" fmla="*/ 243 h 739"/>
              <a:gd name="T12" fmla="*/ 1260 w 1279"/>
              <a:gd name="T13" fmla="*/ 278 h 739"/>
              <a:gd name="T14" fmla="*/ 481 w 1279"/>
              <a:gd name="T15" fmla="*/ 728 h 739"/>
              <a:gd name="T16" fmla="*/ 421 w 1279"/>
              <a:gd name="T17" fmla="*/ 730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79" h="739">
                <a:moveTo>
                  <a:pt x="421" y="730"/>
                </a:moveTo>
                <a:cubicBezTo>
                  <a:pt x="15" y="495"/>
                  <a:pt x="15" y="495"/>
                  <a:pt x="15" y="495"/>
                </a:cubicBezTo>
                <a:cubicBezTo>
                  <a:pt x="0" y="487"/>
                  <a:pt x="2" y="471"/>
                  <a:pt x="19" y="461"/>
                </a:cubicBezTo>
                <a:cubicBezTo>
                  <a:pt x="798" y="11"/>
                  <a:pt x="798" y="11"/>
                  <a:pt x="798" y="11"/>
                </a:cubicBezTo>
                <a:cubicBezTo>
                  <a:pt x="816" y="1"/>
                  <a:pt x="842" y="0"/>
                  <a:pt x="858" y="9"/>
                </a:cubicBezTo>
                <a:cubicBezTo>
                  <a:pt x="1264" y="243"/>
                  <a:pt x="1264" y="243"/>
                  <a:pt x="1264" y="243"/>
                </a:cubicBezTo>
                <a:cubicBezTo>
                  <a:pt x="1279" y="252"/>
                  <a:pt x="1277" y="268"/>
                  <a:pt x="1260" y="278"/>
                </a:cubicBezTo>
                <a:cubicBezTo>
                  <a:pt x="481" y="728"/>
                  <a:pt x="481" y="728"/>
                  <a:pt x="481" y="728"/>
                </a:cubicBezTo>
                <a:cubicBezTo>
                  <a:pt x="463" y="738"/>
                  <a:pt x="437" y="739"/>
                  <a:pt x="421" y="73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22">
            <a:extLst>
              <a:ext uri="{FF2B5EF4-FFF2-40B4-BE49-F238E27FC236}">
                <a16:creationId xmlns:a16="http://schemas.microsoft.com/office/drawing/2014/main" xmlns="" id="{617B4ED8-8EB4-400C-80E8-07B666565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813" y="5681663"/>
            <a:ext cx="50800" cy="7302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123">
            <a:extLst>
              <a:ext uri="{FF2B5EF4-FFF2-40B4-BE49-F238E27FC236}">
                <a16:creationId xmlns:a16="http://schemas.microsoft.com/office/drawing/2014/main" xmlns="" id="{D73F8684-E5A7-49EE-906B-5C88229AC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0" y="5738813"/>
            <a:ext cx="47625" cy="79375"/>
          </a:xfrm>
          <a:custGeom>
            <a:avLst/>
            <a:gdLst>
              <a:gd name="T0" fmla="*/ 9 w 9"/>
              <a:gd name="T1" fmla="*/ 10 h 14"/>
              <a:gd name="T2" fmla="*/ 4 w 9"/>
              <a:gd name="T3" fmla="*/ 12 h 14"/>
              <a:gd name="T4" fmla="*/ 0 w 9"/>
              <a:gd name="T5" fmla="*/ 4 h 14"/>
              <a:gd name="T6" fmla="*/ 4 w 9"/>
              <a:gd name="T7" fmla="*/ 2 h 14"/>
              <a:gd name="T8" fmla="*/ 9 w 9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4">
                <a:moveTo>
                  <a:pt x="9" y="10"/>
                </a:moveTo>
                <a:cubicBezTo>
                  <a:pt x="9" y="13"/>
                  <a:pt x="7" y="14"/>
                  <a:pt x="4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4" y="2"/>
                </a:cubicBezTo>
                <a:cubicBezTo>
                  <a:pt x="7" y="3"/>
                  <a:pt x="9" y="7"/>
                  <a:pt x="9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124">
            <a:extLst>
              <a:ext uri="{FF2B5EF4-FFF2-40B4-BE49-F238E27FC236}">
                <a16:creationId xmlns:a16="http://schemas.microsoft.com/office/drawing/2014/main" xmlns="" id="{41621DB1-3C1F-4A87-AAF6-176EE9EE2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0013" y="5800725"/>
            <a:ext cx="50800" cy="74613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125">
            <a:extLst>
              <a:ext uri="{FF2B5EF4-FFF2-40B4-BE49-F238E27FC236}">
                <a16:creationId xmlns:a16="http://schemas.microsoft.com/office/drawing/2014/main" xmlns="" id="{C874FC1E-7F15-4D7D-83C8-F6095448B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4875213"/>
            <a:ext cx="53975" cy="7302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8" y="13"/>
                  <a:pt x="5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8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126">
            <a:extLst>
              <a:ext uri="{FF2B5EF4-FFF2-40B4-BE49-F238E27FC236}">
                <a16:creationId xmlns:a16="http://schemas.microsoft.com/office/drawing/2014/main" xmlns="" id="{CFC1559D-E549-405C-86C0-6E9B675C1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8238" y="4932363"/>
            <a:ext cx="57150" cy="77787"/>
          </a:xfrm>
          <a:custGeom>
            <a:avLst/>
            <a:gdLst>
              <a:gd name="T0" fmla="*/ 10 w 10"/>
              <a:gd name="T1" fmla="*/ 10 h 14"/>
              <a:gd name="T2" fmla="*/ 5 w 10"/>
              <a:gd name="T3" fmla="*/ 12 h 14"/>
              <a:gd name="T4" fmla="*/ 0 w 10"/>
              <a:gd name="T5" fmla="*/ 5 h 14"/>
              <a:gd name="T6" fmla="*/ 5 w 10"/>
              <a:gd name="T7" fmla="*/ 2 h 14"/>
              <a:gd name="T8" fmla="*/ 10 w 10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4">
                <a:moveTo>
                  <a:pt x="10" y="10"/>
                </a:moveTo>
                <a:cubicBezTo>
                  <a:pt x="10" y="13"/>
                  <a:pt x="7" y="14"/>
                  <a:pt x="5" y="12"/>
                </a:cubicBezTo>
                <a:cubicBezTo>
                  <a:pt x="2" y="11"/>
                  <a:pt x="0" y="7"/>
                  <a:pt x="0" y="5"/>
                </a:cubicBezTo>
                <a:cubicBezTo>
                  <a:pt x="0" y="2"/>
                  <a:pt x="2" y="0"/>
                  <a:pt x="5" y="2"/>
                </a:cubicBezTo>
                <a:cubicBezTo>
                  <a:pt x="7" y="3"/>
                  <a:pt x="10" y="7"/>
                  <a:pt x="10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127">
            <a:extLst>
              <a:ext uri="{FF2B5EF4-FFF2-40B4-BE49-F238E27FC236}">
                <a16:creationId xmlns:a16="http://schemas.microsoft.com/office/drawing/2014/main" xmlns="" id="{167C5277-283F-4981-BC8A-44C75FAAB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1425" y="4994275"/>
            <a:ext cx="53975" cy="7302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7" y="13"/>
                  <a:pt x="5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7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128">
            <a:extLst>
              <a:ext uri="{FF2B5EF4-FFF2-40B4-BE49-F238E27FC236}">
                <a16:creationId xmlns:a16="http://schemas.microsoft.com/office/drawing/2014/main" xmlns="" id="{DB125307-8DC3-45CD-B9BA-5921413A894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047038" y="1835150"/>
            <a:ext cx="1135062" cy="596900"/>
          </a:xfrm>
          <a:custGeom>
            <a:avLst/>
            <a:gdLst>
              <a:gd name="T0" fmla="*/ 138 w 201"/>
              <a:gd name="T1" fmla="*/ 24 h 106"/>
              <a:gd name="T2" fmla="*/ 0 w 201"/>
              <a:gd name="T3" fmla="*/ 104 h 106"/>
              <a:gd name="T4" fmla="*/ 3 w 201"/>
              <a:gd name="T5" fmla="*/ 106 h 106"/>
              <a:gd name="T6" fmla="*/ 138 w 201"/>
              <a:gd name="T7" fmla="*/ 28 h 106"/>
              <a:gd name="T8" fmla="*/ 138 w 201"/>
              <a:gd name="T9" fmla="*/ 24 h 106"/>
              <a:gd name="T10" fmla="*/ 166 w 201"/>
              <a:gd name="T11" fmla="*/ 8 h 106"/>
              <a:gd name="T12" fmla="*/ 142 w 201"/>
              <a:gd name="T13" fmla="*/ 22 h 106"/>
              <a:gd name="T14" fmla="*/ 142 w 201"/>
              <a:gd name="T15" fmla="*/ 26 h 106"/>
              <a:gd name="T16" fmla="*/ 166 w 201"/>
              <a:gd name="T17" fmla="*/ 12 h 106"/>
              <a:gd name="T18" fmla="*/ 166 w 201"/>
              <a:gd name="T19" fmla="*/ 8 h 106"/>
              <a:gd name="T20" fmla="*/ 196 w 201"/>
              <a:gd name="T21" fmla="*/ 0 h 106"/>
              <a:gd name="T22" fmla="*/ 170 w 201"/>
              <a:gd name="T23" fmla="*/ 6 h 106"/>
              <a:gd name="T24" fmla="*/ 170 w 201"/>
              <a:gd name="T25" fmla="*/ 10 h 106"/>
              <a:gd name="T26" fmla="*/ 173 w 201"/>
              <a:gd name="T27" fmla="*/ 8 h 106"/>
              <a:gd name="T28" fmla="*/ 196 w 201"/>
              <a:gd name="T29" fmla="*/ 0 h 106"/>
              <a:gd name="T30" fmla="*/ 196 w 201"/>
              <a:gd name="T31" fmla="*/ 0 h 106"/>
              <a:gd name="T32" fmla="*/ 200 w 201"/>
              <a:gd name="T33" fmla="*/ 0 h 106"/>
              <a:gd name="T34" fmla="*/ 200 w 201"/>
              <a:gd name="T35" fmla="*/ 0 h 106"/>
              <a:gd name="T36" fmla="*/ 201 w 201"/>
              <a:gd name="T37" fmla="*/ 0 h 106"/>
              <a:gd name="T38" fmla="*/ 200 w 201"/>
              <a:gd name="T39" fmla="*/ 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01" h="106">
                <a:moveTo>
                  <a:pt x="138" y="24"/>
                </a:moveTo>
                <a:cubicBezTo>
                  <a:pt x="0" y="104"/>
                  <a:pt x="0" y="104"/>
                  <a:pt x="0" y="104"/>
                </a:cubicBezTo>
                <a:cubicBezTo>
                  <a:pt x="3" y="106"/>
                  <a:pt x="3" y="106"/>
                  <a:pt x="3" y="106"/>
                </a:cubicBezTo>
                <a:cubicBezTo>
                  <a:pt x="138" y="28"/>
                  <a:pt x="138" y="28"/>
                  <a:pt x="138" y="28"/>
                </a:cubicBezTo>
                <a:cubicBezTo>
                  <a:pt x="138" y="24"/>
                  <a:pt x="138" y="24"/>
                  <a:pt x="138" y="24"/>
                </a:cubicBezTo>
                <a:moveTo>
                  <a:pt x="166" y="8"/>
                </a:moveTo>
                <a:cubicBezTo>
                  <a:pt x="142" y="22"/>
                  <a:pt x="142" y="22"/>
                  <a:pt x="142" y="22"/>
                </a:cubicBezTo>
                <a:cubicBezTo>
                  <a:pt x="142" y="26"/>
                  <a:pt x="142" y="26"/>
                  <a:pt x="142" y="26"/>
                </a:cubicBezTo>
                <a:cubicBezTo>
                  <a:pt x="166" y="12"/>
                  <a:pt x="166" y="12"/>
                  <a:pt x="166" y="12"/>
                </a:cubicBezTo>
                <a:cubicBezTo>
                  <a:pt x="166" y="8"/>
                  <a:pt x="166" y="8"/>
                  <a:pt x="166" y="8"/>
                </a:cubicBezTo>
                <a:moveTo>
                  <a:pt x="196" y="0"/>
                </a:moveTo>
                <a:cubicBezTo>
                  <a:pt x="187" y="0"/>
                  <a:pt x="178" y="2"/>
                  <a:pt x="170" y="6"/>
                </a:cubicBezTo>
                <a:cubicBezTo>
                  <a:pt x="170" y="10"/>
                  <a:pt x="170" y="10"/>
                  <a:pt x="170" y="10"/>
                </a:cubicBezTo>
                <a:cubicBezTo>
                  <a:pt x="173" y="8"/>
                  <a:pt x="173" y="8"/>
                  <a:pt x="173" y="8"/>
                </a:cubicBezTo>
                <a:cubicBezTo>
                  <a:pt x="180" y="4"/>
                  <a:pt x="188" y="1"/>
                  <a:pt x="196" y="0"/>
                </a:cubicBezTo>
                <a:cubicBezTo>
                  <a:pt x="196" y="0"/>
                  <a:pt x="196" y="0"/>
                  <a:pt x="196" y="0"/>
                </a:cubicBezTo>
                <a:moveTo>
                  <a:pt x="200" y="0"/>
                </a:moveTo>
                <a:cubicBezTo>
                  <a:pt x="200" y="0"/>
                  <a:pt x="200" y="0"/>
                  <a:pt x="200" y="0"/>
                </a:cubicBezTo>
                <a:cubicBezTo>
                  <a:pt x="200" y="0"/>
                  <a:pt x="200" y="0"/>
                  <a:pt x="201" y="0"/>
                </a:cubicBezTo>
                <a:cubicBezTo>
                  <a:pt x="200" y="0"/>
                  <a:pt x="200" y="0"/>
                  <a:pt x="200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129">
            <a:extLst>
              <a:ext uri="{FF2B5EF4-FFF2-40B4-BE49-F238E27FC236}">
                <a16:creationId xmlns:a16="http://schemas.microsoft.com/office/drawing/2014/main" xmlns="" id="{7F7D55B9-EFA6-434A-8578-006352C1A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0" y="1960563"/>
            <a:ext cx="22225" cy="31750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  <a:close/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130">
            <a:extLst>
              <a:ext uri="{FF2B5EF4-FFF2-40B4-BE49-F238E27FC236}">
                <a16:creationId xmlns:a16="http://schemas.microsoft.com/office/drawing/2014/main" xmlns="" id="{CC862553-9916-4454-9791-F4B520A76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0" y="1960563"/>
            <a:ext cx="22225" cy="31750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Freeform 131">
            <a:extLst>
              <a:ext uri="{FF2B5EF4-FFF2-40B4-BE49-F238E27FC236}">
                <a16:creationId xmlns:a16="http://schemas.microsoft.com/office/drawing/2014/main" xmlns="" id="{C855EEB7-A415-4F88-90CF-287B35822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5250" y="1866900"/>
            <a:ext cx="23813" cy="36513"/>
          </a:xfrm>
          <a:custGeom>
            <a:avLst/>
            <a:gdLst>
              <a:gd name="T0" fmla="*/ 4 w 4"/>
              <a:gd name="T1" fmla="*/ 0 h 6"/>
              <a:gd name="T2" fmla="*/ 0 w 4"/>
              <a:gd name="T3" fmla="*/ 2 h 6"/>
              <a:gd name="T4" fmla="*/ 0 w 4"/>
              <a:gd name="T5" fmla="*/ 2 h 6"/>
              <a:gd name="T6" fmla="*/ 0 w 4"/>
              <a:gd name="T7" fmla="*/ 6 h 6"/>
              <a:gd name="T8" fmla="*/ 4 w 4"/>
              <a:gd name="T9" fmla="*/ 4 h 6"/>
              <a:gd name="T10" fmla="*/ 4 w 4"/>
              <a:gd name="T11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6">
                <a:moveTo>
                  <a:pt x="4" y="0"/>
                </a:moveTo>
                <a:cubicBezTo>
                  <a:pt x="3" y="1"/>
                  <a:pt x="1" y="1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6"/>
                  <a:pt x="0" y="6"/>
                  <a:pt x="0" y="6"/>
                </a:cubicBezTo>
                <a:cubicBezTo>
                  <a:pt x="4" y="4"/>
                  <a:pt x="4" y="4"/>
                  <a:pt x="4" y="4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132">
            <a:extLst>
              <a:ext uri="{FF2B5EF4-FFF2-40B4-BE49-F238E27FC236}">
                <a16:creationId xmlns:a16="http://schemas.microsoft.com/office/drawing/2014/main" xmlns="" id="{052F20EB-602F-4FD8-ACC7-6631A7719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5113" y="1835150"/>
            <a:ext cx="22225" cy="0"/>
          </a:xfrm>
          <a:custGeom>
            <a:avLst/>
            <a:gdLst>
              <a:gd name="T0" fmla="*/ 4 w 4"/>
              <a:gd name="T1" fmla="*/ 0 h 1"/>
              <a:gd name="T2" fmla="*/ 0 w 4"/>
              <a:gd name="T3" fmla="*/ 0 h 1"/>
              <a:gd name="T4" fmla="*/ 0 w 4"/>
              <a:gd name="T5" fmla="*/ 0 h 1"/>
              <a:gd name="T6" fmla="*/ 4 w 4"/>
              <a:gd name="T7" fmla="*/ 0 h 1"/>
              <a:gd name="T8" fmla="*/ 4 w 4"/>
              <a:gd name="T9" fmla="*/ 0 h 1"/>
              <a:gd name="T10" fmla="*/ 4 w 4"/>
              <a:gd name="T11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1">
                <a:moveTo>
                  <a:pt x="4" y="0"/>
                </a:moveTo>
                <a:cubicBezTo>
                  <a:pt x="2" y="0"/>
                  <a:pt x="1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Freeform 133">
            <a:extLst>
              <a:ext uri="{FF2B5EF4-FFF2-40B4-BE49-F238E27FC236}">
                <a16:creationId xmlns:a16="http://schemas.microsoft.com/office/drawing/2014/main" xmlns="" id="{A53F6B73-E537-4FED-9A29-38A6E605C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7388" y="2924175"/>
            <a:ext cx="2686050" cy="1619250"/>
          </a:xfrm>
          <a:custGeom>
            <a:avLst/>
            <a:gdLst>
              <a:gd name="T0" fmla="*/ 475 w 476"/>
              <a:gd name="T1" fmla="*/ 0 h 287"/>
              <a:gd name="T2" fmla="*/ 16 w 476"/>
              <a:gd name="T3" fmla="*/ 265 h 287"/>
              <a:gd name="T4" fmla="*/ 2 w 476"/>
              <a:gd name="T5" fmla="*/ 287 h 287"/>
              <a:gd name="T6" fmla="*/ 8 w 476"/>
              <a:gd name="T7" fmla="*/ 277 h 287"/>
              <a:gd name="T8" fmla="*/ 23 w 476"/>
              <a:gd name="T9" fmla="*/ 265 h 287"/>
              <a:gd name="T10" fmla="*/ 476 w 476"/>
              <a:gd name="T11" fmla="*/ 3 h 287"/>
              <a:gd name="T12" fmla="*/ 473 w 476"/>
              <a:gd name="T13" fmla="*/ 1 h 287"/>
              <a:gd name="T14" fmla="*/ 475 w 476"/>
              <a:gd name="T15" fmla="*/ 0 h 287"/>
              <a:gd name="T16" fmla="*/ 475 w 476"/>
              <a:gd name="T17" fmla="*/ 0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76" h="287">
                <a:moveTo>
                  <a:pt x="475" y="0"/>
                </a:moveTo>
                <a:cubicBezTo>
                  <a:pt x="16" y="265"/>
                  <a:pt x="16" y="265"/>
                  <a:pt x="16" y="265"/>
                </a:cubicBezTo>
                <a:cubicBezTo>
                  <a:pt x="5" y="271"/>
                  <a:pt x="0" y="280"/>
                  <a:pt x="2" y="287"/>
                </a:cubicBezTo>
                <a:cubicBezTo>
                  <a:pt x="3" y="284"/>
                  <a:pt x="5" y="280"/>
                  <a:pt x="8" y="277"/>
                </a:cubicBezTo>
                <a:cubicBezTo>
                  <a:pt x="10" y="273"/>
                  <a:pt x="15" y="269"/>
                  <a:pt x="23" y="265"/>
                </a:cubicBezTo>
                <a:cubicBezTo>
                  <a:pt x="476" y="3"/>
                  <a:pt x="476" y="3"/>
                  <a:pt x="476" y="3"/>
                </a:cubicBezTo>
                <a:cubicBezTo>
                  <a:pt x="473" y="1"/>
                  <a:pt x="473" y="1"/>
                  <a:pt x="473" y="1"/>
                </a:cubicBezTo>
                <a:cubicBezTo>
                  <a:pt x="475" y="0"/>
                  <a:pt x="475" y="0"/>
                  <a:pt x="475" y="0"/>
                </a:cubicBezTo>
                <a:cubicBezTo>
                  <a:pt x="475" y="0"/>
                  <a:pt x="475" y="0"/>
                  <a:pt x="475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Freeform 134">
            <a:extLst>
              <a:ext uri="{FF2B5EF4-FFF2-40B4-BE49-F238E27FC236}">
                <a16:creationId xmlns:a16="http://schemas.microsoft.com/office/drawing/2014/main" xmlns="" id="{12AF3E8E-CD03-41B7-94AE-F750110E9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6913" y="4486275"/>
            <a:ext cx="2530475" cy="1482725"/>
          </a:xfrm>
          <a:custGeom>
            <a:avLst/>
            <a:gdLst>
              <a:gd name="T0" fmla="*/ 6 w 448"/>
              <a:gd name="T1" fmla="*/ 0 h 263"/>
              <a:gd name="T2" fmla="*/ 0 w 448"/>
              <a:gd name="T3" fmla="*/ 10 h 263"/>
              <a:gd name="T4" fmla="*/ 10 w 448"/>
              <a:gd name="T5" fmla="*/ 22 h 263"/>
              <a:gd name="T6" fmla="*/ 416 w 448"/>
              <a:gd name="T7" fmla="*/ 257 h 263"/>
              <a:gd name="T8" fmla="*/ 442 w 448"/>
              <a:gd name="T9" fmla="*/ 263 h 263"/>
              <a:gd name="T10" fmla="*/ 448 w 448"/>
              <a:gd name="T11" fmla="*/ 262 h 263"/>
              <a:gd name="T12" fmla="*/ 423 w 448"/>
              <a:gd name="T13" fmla="*/ 257 h 263"/>
              <a:gd name="T14" fmla="*/ 17 w 448"/>
              <a:gd name="T15" fmla="*/ 22 h 263"/>
              <a:gd name="T16" fmla="*/ 6 w 448"/>
              <a:gd name="T17" fmla="*/ 0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8" h="263">
                <a:moveTo>
                  <a:pt x="6" y="0"/>
                </a:moveTo>
                <a:cubicBezTo>
                  <a:pt x="3" y="3"/>
                  <a:pt x="1" y="7"/>
                  <a:pt x="0" y="10"/>
                </a:cubicBezTo>
                <a:cubicBezTo>
                  <a:pt x="1" y="15"/>
                  <a:pt x="4" y="19"/>
                  <a:pt x="10" y="22"/>
                </a:cubicBezTo>
                <a:cubicBezTo>
                  <a:pt x="416" y="257"/>
                  <a:pt x="416" y="257"/>
                  <a:pt x="416" y="257"/>
                </a:cubicBezTo>
                <a:cubicBezTo>
                  <a:pt x="423" y="261"/>
                  <a:pt x="432" y="263"/>
                  <a:pt x="442" y="263"/>
                </a:cubicBezTo>
                <a:cubicBezTo>
                  <a:pt x="444" y="263"/>
                  <a:pt x="446" y="263"/>
                  <a:pt x="448" y="262"/>
                </a:cubicBezTo>
                <a:cubicBezTo>
                  <a:pt x="439" y="262"/>
                  <a:pt x="430" y="260"/>
                  <a:pt x="423" y="257"/>
                </a:cubicBezTo>
                <a:cubicBezTo>
                  <a:pt x="17" y="22"/>
                  <a:pt x="17" y="22"/>
                  <a:pt x="17" y="22"/>
                </a:cubicBezTo>
                <a:cubicBezTo>
                  <a:pt x="6" y="15"/>
                  <a:pt x="1" y="8"/>
                  <a:pt x="6" y="0"/>
                </a:cubicBezTo>
              </a:path>
            </a:pathLst>
          </a:custGeom>
          <a:solidFill>
            <a:srgbClr val="58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3" name="组合 47">
            <a:extLst>
              <a:ext uri="{FF2B5EF4-FFF2-40B4-BE49-F238E27FC236}">
                <a16:creationId xmlns:a16="http://schemas.microsoft.com/office/drawing/2014/main" xmlns="" id="{8BD377F7-3023-4EBA-A9C2-C59B12DF8729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1868488"/>
            <a:ext cx="7250112" cy="4165600"/>
            <a:chOff x="7564437" y="4244495"/>
            <a:chExt cx="4236358" cy="2433801"/>
          </a:xfrm>
        </p:grpSpPr>
        <p:sp>
          <p:nvSpPr>
            <p:cNvPr id="44" name="Freeform 238">
              <a:extLst>
                <a:ext uri="{FF2B5EF4-FFF2-40B4-BE49-F238E27FC236}">
                  <a16:creationId xmlns:a16="http://schemas.microsoft.com/office/drawing/2014/main" xmlns="" id="{06CD3851-C2DC-4690-B440-748F9799A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60534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xmlns="" id="{B973BE56-DEA8-41C4-8C36-37104015B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4437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solidFill>
              <a:srgbClr val="312A91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238">
              <a:extLst>
                <a:ext uri="{FF2B5EF4-FFF2-40B4-BE49-F238E27FC236}">
                  <a16:creationId xmlns:a16="http://schemas.microsoft.com/office/drawing/2014/main" xmlns="" id="{3548C1B7-A01A-4E0F-AF45-EDD9848EA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238">
              <a:extLst>
                <a:ext uri="{FF2B5EF4-FFF2-40B4-BE49-F238E27FC236}">
                  <a16:creationId xmlns:a16="http://schemas.microsoft.com/office/drawing/2014/main" xmlns="" id="{7F02276A-59AF-4F48-A5AB-24EA731DD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4870" y="4244495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1F256F"/>
                </a:gs>
                <a:gs pos="100000">
                  <a:srgbClr val="3CABC4"/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8" name="Freeform 135">
            <a:extLst>
              <a:ext uri="{FF2B5EF4-FFF2-40B4-BE49-F238E27FC236}">
                <a16:creationId xmlns:a16="http://schemas.microsoft.com/office/drawing/2014/main" xmlns="" id="{6EEB7527-0533-428E-A4E0-60BCFBAF5F8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848600" y="4233863"/>
            <a:ext cx="1522413" cy="885825"/>
          </a:xfrm>
          <a:custGeom>
            <a:avLst/>
            <a:gdLst>
              <a:gd name="T0" fmla="*/ 0 w 269"/>
              <a:gd name="T1" fmla="*/ 120 h 157"/>
              <a:gd name="T2" fmla="*/ 0 w 269"/>
              <a:gd name="T3" fmla="*/ 120 h 157"/>
              <a:gd name="T4" fmla="*/ 0 w 269"/>
              <a:gd name="T5" fmla="*/ 120 h 157"/>
              <a:gd name="T6" fmla="*/ 0 w 269"/>
              <a:gd name="T7" fmla="*/ 120 h 157"/>
              <a:gd name="T8" fmla="*/ 34 w 269"/>
              <a:gd name="T9" fmla="*/ 102 h 157"/>
              <a:gd name="T10" fmla="*/ 4 w 269"/>
              <a:gd name="T11" fmla="*/ 120 h 157"/>
              <a:gd name="T12" fmla="*/ 4 w 269"/>
              <a:gd name="T13" fmla="*/ 119 h 157"/>
              <a:gd name="T14" fmla="*/ 2 w 269"/>
              <a:gd name="T15" fmla="*/ 120 h 157"/>
              <a:gd name="T16" fmla="*/ 66 w 269"/>
              <a:gd name="T17" fmla="*/ 120 h 157"/>
              <a:gd name="T18" fmla="*/ 34 w 269"/>
              <a:gd name="T19" fmla="*/ 102 h 157"/>
              <a:gd name="T20" fmla="*/ 136 w 269"/>
              <a:gd name="T21" fmla="*/ 0 h 157"/>
              <a:gd name="T22" fmla="*/ 136 w 269"/>
              <a:gd name="T23" fmla="*/ 132 h 157"/>
              <a:gd name="T24" fmla="*/ 136 w 269"/>
              <a:gd name="T25" fmla="*/ 132 h 157"/>
              <a:gd name="T26" fmla="*/ 136 w 269"/>
              <a:gd name="T27" fmla="*/ 132 h 157"/>
              <a:gd name="T28" fmla="*/ 133 w 269"/>
              <a:gd name="T29" fmla="*/ 139 h 157"/>
              <a:gd name="T30" fmla="*/ 133 w 269"/>
              <a:gd name="T31" fmla="*/ 139 h 157"/>
              <a:gd name="T32" fmla="*/ 133 w 269"/>
              <a:gd name="T33" fmla="*/ 139 h 157"/>
              <a:gd name="T34" fmla="*/ 133 w 269"/>
              <a:gd name="T35" fmla="*/ 139 h 157"/>
              <a:gd name="T36" fmla="*/ 123 w 269"/>
              <a:gd name="T37" fmla="*/ 144 h 157"/>
              <a:gd name="T38" fmla="*/ 120 w 269"/>
              <a:gd name="T39" fmla="*/ 146 h 157"/>
              <a:gd name="T40" fmla="*/ 118 w 269"/>
              <a:gd name="T41" fmla="*/ 147 h 157"/>
              <a:gd name="T42" fmla="*/ 115 w 269"/>
              <a:gd name="T43" fmla="*/ 148 h 157"/>
              <a:gd name="T44" fmla="*/ 114 w 269"/>
              <a:gd name="T45" fmla="*/ 147 h 157"/>
              <a:gd name="T46" fmla="*/ 130 w 269"/>
              <a:gd name="T47" fmla="*/ 157 h 157"/>
              <a:gd name="T48" fmla="*/ 269 w 269"/>
              <a:gd name="T49" fmla="*/ 77 h 157"/>
              <a:gd name="T50" fmla="*/ 136 w 269"/>
              <a:gd name="T51" fmla="*/ 0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9" h="157">
                <a:moveTo>
                  <a:pt x="0" y="120"/>
                </a:move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moveTo>
                  <a:pt x="34" y="102"/>
                </a:moveTo>
                <a:cubicBezTo>
                  <a:pt x="4" y="120"/>
                  <a:pt x="4" y="120"/>
                  <a:pt x="4" y="120"/>
                </a:cubicBezTo>
                <a:cubicBezTo>
                  <a:pt x="4" y="119"/>
                  <a:pt x="4" y="119"/>
                  <a:pt x="4" y="119"/>
                </a:cubicBezTo>
                <a:cubicBezTo>
                  <a:pt x="2" y="120"/>
                  <a:pt x="2" y="120"/>
                  <a:pt x="2" y="120"/>
                </a:cubicBezTo>
                <a:cubicBezTo>
                  <a:pt x="66" y="120"/>
                  <a:pt x="66" y="120"/>
                  <a:pt x="66" y="120"/>
                </a:cubicBezTo>
                <a:cubicBezTo>
                  <a:pt x="34" y="102"/>
                  <a:pt x="34" y="102"/>
                  <a:pt x="34" y="102"/>
                </a:cubicBezTo>
                <a:moveTo>
                  <a:pt x="136" y="0"/>
                </a:move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5"/>
                  <a:pt x="135" y="137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23" y="144"/>
                  <a:pt x="123" y="144"/>
                  <a:pt x="123" y="144"/>
                </a:cubicBezTo>
                <a:cubicBezTo>
                  <a:pt x="123" y="145"/>
                  <a:pt x="121" y="146"/>
                  <a:pt x="120" y="146"/>
                </a:cubicBezTo>
                <a:cubicBezTo>
                  <a:pt x="118" y="147"/>
                  <a:pt x="118" y="147"/>
                  <a:pt x="118" y="147"/>
                </a:cubicBezTo>
                <a:cubicBezTo>
                  <a:pt x="118" y="147"/>
                  <a:pt x="117" y="148"/>
                  <a:pt x="115" y="148"/>
                </a:cubicBezTo>
                <a:cubicBezTo>
                  <a:pt x="115" y="148"/>
                  <a:pt x="114" y="148"/>
                  <a:pt x="114" y="147"/>
                </a:cubicBezTo>
                <a:cubicBezTo>
                  <a:pt x="130" y="157"/>
                  <a:pt x="130" y="157"/>
                  <a:pt x="130" y="15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136" y="0"/>
                  <a:pt x="136" y="0"/>
                  <a:pt x="136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 137">
            <a:extLst>
              <a:ext uri="{FF2B5EF4-FFF2-40B4-BE49-F238E27FC236}">
                <a16:creationId xmlns:a16="http://schemas.microsoft.com/office/drawing/2014/main" xmlns="" id="{75AA00D5-DAE8-4A1C-B2C9-B215959AC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3438" y="2935288"/>
            <a:ext cx="30162" cy="11112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  <a:close/>
              </a:path>
            </a:pathLst>
          </a:custGeom>
          <a:solidFill>
            <a:srgbClr val="6D6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Freeform 136">
            <a:extLst>
              <a:ext uri="{FF2B5EF4-FFF2-40B4-BE49-F238E27FC236}">
                <a16:creationId xmlns:a16="http://schemas.microsoft.com/office/drawing/2014/main" xmlns="" id="{3433F4F9-5741-4C20-8334-162108AEF4AE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302750" y="3255963"/>
            <a:ext cx="1765300" cy="879475"/>
          </a:xfrm>
          <a:custGeom>
            <a:avLst/>
            <a:gdLst>
              <a:gd name="T0" fmla="*/ 78 w 313"/>
              <a:gd name="T1" fmla="*/ 101 h 156"/>
              <a:gd name="T2" fmla="*/ 48 w 313"/>
              <a:gd name="T3" fmla="*/ 119 h 156"/>
              <a:gd name="T4" fmla="*/ 48 w 313"/>
              <a:gd name="T5" fmla="*/ 118 h 156"/>
              <a:gd name="T6" fmla="*/ 46 w 313"/>
              <a:gd name="T7" fmla="*/ 120 h 156"/>
              <a:gd name="T8" fmla="*/ 46 w 313"/>
              <a:gd name="T9" fmla="*/ 120 h 156"/>
              <a:gd name="T10" fmla="*/ 46 w 313"/>
              <a:gd name="T11" fmla="*/ 120 h 156"/>
              <a:gd name="T12" fmla="*/ 111 w 313"/>
              <a:gd name="T13" fmla="*/ 120 h 156"/>
              <a:gd name="T14" fmla="*/ 142 w 313"/>
              <a:gd name="T15" fmla="*/ 138 h 156"/>
              <a:gd name="T16" fmla="*/ 78 w 313"/>
              <a:gd name="T17" fmla="*/ 101 h 156"/>
              <a:gd name="T18" fmla="*/ 0 w 313"/>
              <a:gd name="T19" fmla="*/ 56 h 156"/>
              <a:gd name="T20" fmla="*/ 11 w 313"/>
              <a:gd name="T21" fmla="*/ 62 h 156"/>
              <a:gd name="T22" fmla="*/ 11 w 313"/>
              <a:gd name="T23" fmla="*/ 62 h 156"/>
              <a:gd name="T24" fmla="*/ 0 w 313"/>
              <a:gd name="T25" fmla="*/ 56 h 156"/>
              <a:gd name="T26" fmla="*/ 180 w 313"/>
              <a:gd name="T27" fmla="*/ 0 h 156"/>
              <a:gd name="T28" fmla="*/ 180 w 313"/>
              <a:gd name="T29" fmla="*/ 131 h 156"/>
              <a:gd name="T30" fmla="*/ 180 w 313"/>
              <a:gd name="T31" fmla="*/ 131 h 156"/>
              <a:gd name="T32" fmla="*/ 180 w 313"/>
              <a:gd name="T33" fmla="*/ 131 h 156"/>
              <a:gd name="T34" fmla="*/ 177 w 313"/>
              <a:gd name="T35" fmla="*/ 138 h 156"/>
              <a:gd name="T36" fmla="*/ 177 w 313"/>
              <a:gd name="T37" fmla="*/ 138 h 156"/>
              <a:gd name="T38" fmla="*/ 177 w 313"/>
              <a:gd name="T39" fmla="*/ 138 h 156"/>
              <a:gd name="T40" fmla="*/ 177 w 313"/>
              <a:gd name="T41" fmla="*/ 138 h 156"/>
              <a:gd name="T42" fmla="*/ 167 w 313"/>
              <a:gd name="T43" fmla="*/ 143 h 156"/>
              <a:gd name="T44" fmla="*/ 164 w 313"/>
              <a:gd name="T45" fmla="*/ 145 h 156"/>
              <a:gd name="T46" fmla="*/ 162 w 313"/>
              <a:gd name="T47" fmla="*/ 146 h 156"/>
              <a:gd name="T48" fmla="*/ 159 w 313"/>
              <a:gd name="T49" fmla="*/ 147 h 156"/>
              <a:gd name="T50" fmla="*/ 154 w 313"/>
              <a:gd name="T51" fmla="*/ 145 h 156"/>
              <a:gd name="T52" fmla="*/ 174 w 313"/>
              <a:gd name="T53" fmla="*/ 156 h 156"/>
              <a:gd name="T54" fmla="*/ 313 w 313"/>
              <a:gd name="T55" fmla="*/ 76 h 156"/>
              <a:gd name="T56" fmla="*/ 180 w 313"/>
              <a:gd name="T57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13" h="156">
                <a:moveTo>
                  <a:pt x="78" y="101"/>
                </a:moveTo>
                <a:cubicBezTo>
                  <a:pt x="48" y="119"/>
                  <a:pt x="48" y="119"/>
                  <a:pt x="48" y="119"/>
                </a:cubicBezTo>
                <a:cubicBezTo>
                  <a:pt x="48" y="118"/>
                  <a:pt x="48" y="118"/>
                  <a:pt x="48" y="118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111" y="120"/>
                  <a:pt x="111" y="120"/>
                  <a:pt x="111" y="120"/>
                </a:cubicBezTo>
                <a:cubicBezTo>
                  <a:pt x="142" y="138"/>
                  <a:pt x="142" y="138"/>
                  <a:pt x="142" y="138"/>
                </a:cubicBezTo>
                <a:cubicBezTo>
                  <a:pt x="78" y="101"/>
                  <a:pt x="78" y="101"/>
                  <a:pt x="78" y="101"/>
                </a:cubicBezTo>
                <a:moveTo>
                  <a:pt x="0" y="56"/>
                </a:moveTo>
                <a:cubicBezTo>
                  <a:pt x="11" y="62"/>
                  <a:pt x="11" y="62"/>
                  <a:pt x="11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0" y="56"/>
                  <a:pt x="0" y="56"/>
                  <a:pt x="0" y="56"/>
                </a:cubicBezTo>
                <a:moveTo>
                  <a:pt x="180" y="0"/>
                </a:move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4"/>
                  <a:pt x="179" y="136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67" y="143"/>
                  <a:pt x="167" y="143"/>
                  <a:pt x="167" y="143"/>
                </a:cubicBezTo>
                <a:cubicBezTo>
                  <a:pt x="166" y="144"/>
                  <a:pt x="165" y="145"/>
                  <a:pt x="164" y="145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6"/>
                  <a:pt x="160" y="147"/>
                  <a:pt x="159" y="147"/>
                </a:cubicBezTo>
                <a:cubicBezTo>
                  <a:pt x="158" y="147"/>
                  <a:pt x="156" y="146"/>
                  <a:pt x="154" y="145"/>
                </a:cubicBezTo>
                <a:cubicBezTo>
                  <a:pt x="174" y="156"/>
                  <a:pt x="174" y="156"/>
                  <a:pt x="174" y="156"/>
                </a:cubicBezTo>
                <a:cubicBezTo>
                  <a:pt x="313" y="76"/>
                  <a:pt x="313" y="76"/>
                  <a:pt x="313" y="76"/>
                </a:cubicBezTo>
                <a:cubicBezTo>
                  <a:pt x="180" y="0"/>
                  <a:pt x="180" y="0"/>
                  <a:pt x="180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Freeform 138">
            <a:extLst>
              <a:ext uri="{FF2B5EF4-FFF2-40B4-BE49-F238E27FC236}">
                <a16:creationId xmlns:a16="http://schemas.microsoft.com/office/drawing/2014/main" xmlns="" id="{845BA712-40A3-4972-9FF9-3CC400147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3438" y="2935288"/>
            <a:ext cx="30162" cy="11112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Freeform 139">
            <a:extLst>
              <a:ext uri="{FF2B5EF4-FFF2-40B4-BE49-F238E27FC236}">
                <a16:creationId xmlns:a16="http://schemas.microsoft.com/office/drawing/2014/main" xmlns="" id="{77A62DCF-8554-49AB-89CF-3940606F524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4550" y="2668588"/>
            <a:ext cx="1704975" cy="938212"/>
          </a:xfrm>
          <a:custGeom>
            <a:avLst/>
            <a:gdLst>
              <a:gd name="T0" fmla="*/ 3 w 302"/>
              <a:gd name="T1" fmla="*/ 48 h 166"/>
              <a:gd name="T2" fmla="*/ 0 w 302"/>
              <a:gd name="T3" fmla="*/ 49 h 166"/>
              <a:gd name="T4" fmla="*/ 26 w 302"/>
              <a:gd name="T5" fmla="*/ 64 h 166"/>
              <a:gd name="T6" fmla="*/ 24 w 302"/>
              <a:gd name="T7" fmla="*/ 60 h 166"/>
              <a:gd name="T8" fmla="*/ 3 w 302"/>
              <a:gd name="T9" fmla="*/ 48 h 166"/>
              <a:gd name="T10" fmla="*/ 193 w 302"/>
              <a:gd name="T11" fmla="*/ 0 h 166"/>
              <a:gd name="T12" fmla="*/ 193 w 302"/>
              <a:gd name="T13" fmla="*/ 128 h 166"/>
              <a:gd name="T14" fmla="*/ 193 w 302"/>
              <a:gd name="T15" fmla="*/ 128 h 166"/>
              <a:gd name="T16" fmla="*/ 193 w 302"/>
              <a:gd name="T17" fmla="*/ 128 h 166"/>
              <a:gd name="T18" fmla="*/ 190 w 302"/>
              <a:gd name="T19" fmla="*/ 135 h 166"/>
              <a:gd name="T20" fmla="*/ 190 w 302"/>
              <a:gd name="T21" fmla="*/ 135 h 166"/>
              <a:gd name="T22" fmla="*/ 190 w 302"/>
              <a:gd name="T23" fmla="*/ 135 h 166"/>
              <a:gd name="T24" fmla="*/ 190 w 302"/>
              <a:gd name="T25" fmla="*/ 135 h 166"/>
              <a:gd name="T26" fmla="*/ 176 w 302"/>
              <a:gd name="T27" fmla="*/ 144 h 166"/>
              <a:gd name="T28" fmla="*/ 173 w 302"/>
              <a:gd name="T29" fmla="*/ 144 h 166"/>
              <a:gd name="T30" fmla="*/ 168 w 302"/>
              <a:gd name="T31" fmla="*/ 143 h 166"/>
              <a:gd name="T32" fmla="*/ 91 w 302"/>
              <a:gd name="T33" fmla="*/ 99 h 166"/>
              <a:gd name="T34" fmla="*/ 72 w 302"/>
              <a:gd name="T35" fmla="*/ 110 h 166"/>
              <a:gd name="T36" fmla="*/ 72 w 302"/>
              <a:gd name="T37" fmla="*/ 110 h 166"/>
              <a:gd name="T38" fmla="*/ 58 w 302"/>
              <a:gd name="T39" fmla="*/ 118 h 166"/>
              <a:gd name="T40" fmla="*/ 57 w 302"/>
              <a:gd name="T41" fmla="*/ 116 h 166"/>
              <a:gd name="T42" fmla="*/ 56 w 302"/>
              <a:gd name="T43" fmla="*/ 116 h 166"/>
              <a:gd name="T44" fmla="*/ 55 w 302"/>
              <a:gd name="T45" fmla="*/ 114 h 166"/>
              <a:gd name="T46" fmla="*/ 55 w 302"/>
              <a:gd name="T47" fmla="*/ 118 h 166"/>
              <a:gd name="T48" fmla="*/ 55 w 302"/>
              <a:gd name="T49" fmla="*/ 118 h 166"/>
              <a:gd name="T50" fmla="*/ 56 w 302"/>
              <a:gd name="T51" fmla="*/ 119 h 166"/>
              <a:gd name="T52" fmla="*/ 56 w 302"/>
              <a:gd name="T53" fmla="*/ 120 h 166"/>
              <a:gd name="T54" fmla="*/ 122 w 302"/>
              <a:gd name="T55" fmla="*/ 120 h 166"/>
              <a:gd name="T56" fmla="*/ 199 w 302"/>
              <a:gd name="T57" fmla="*/ 164 h 166"/>
              <a:gd name="T58" fmla="*/ 209 w 302"/>
              <a:gd name="T59" fmla="*/ 166 h 166"/>
              <a:gd name="T60" fmla="*/ 220 w 302"/>
              <a:gd name="T61" fmla="*/ 164 h 166"/>
              <a:gd name="T62" fmla="*/ 302 w 302"/>
              <a:gd name="T63" fmla="*/ 117 h 166"/>
              <a:gd name="T64" fmla="*/ 296 w 302"/>
              <a:gd name="T65" fmla="*/ 103 h 166"/>
              <a:gd name="T66" fmla="*/ 296 w 302"/>
              <a:gd name="T67" fmla="*/ 60 h 166"/>
              <a:gd name="T68" fmla="*/ 193 w 302"/>
              <a:gd name="T69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02" h="166">
                <a:moveTo>
                  <a:pt x="3" y="48"/>
                </a:moveTo>
                <a:cubicBezTo>
                  <a:pt x="0" y="49"/>
                  <a:pt x="0" y="49"/>
                  <a:pt x="0" y="49"/>
                </a:cubicBezTo>
                <a:cubicBezTo>
                  <a:pt x="26" y="64"/>
                  <a:pt x="26" y="64"/>
                  <a:pt x="26" y="64"/>
                </a:cubicBezTo>
                <a:cubicBezTo>
                  <a:pt x="24" y="60"/>
                  <a:pt x="24" y="60"/>
                  <a:pt x="24" y="60"/>
                </a:cubicBezTo>
                <a:cubicBezTo>
                  <a:pt x="3" y="48"/>
                  <a:pt x="3" y="48"/>
                  <a:pt x="3" y="48"/>
                </a:cubicBezTo>
                <a:moveTo>
                  <a:pt x="193" y="0"/>
                </a:move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32"/>
                  <a:pt x="192" y="134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76" y="144"/>
                  <a:pt x="176" y="144"/>
                  <a:pt x="176" y="144"/>
                </a:cubicBezTo>
                <a:cubicBezTo>
                  <a:pt x="175" y="144"/>
                  <a:pt x="174" y="144"/>
                  <a:pt x="173" y="144"/>
                </a:cubicBezTo>
                <a:cubicBezTo>
                  <a:pt x="171" y="144"/>
                  <a:pt x="169" y="144"/>
                  <a:pt x="168" y="143"/>
                </a:cubicBezTo>
                <a:cubicBezTo>
                  <a:pt x="91" y="99"/>
                  <a:pt x="91" y="99"/>
                  <a:pt x="91" y="99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58" y="118"/>
                  <a:pt x="58" y="118"/>
                  <a:pt x="58" y="118"/>
                </a:cubicBezTo>
                <a:cubicBezTo>
                  <a:pt x="57" y="116"/>
                  <a:pt x="57" y="116"/>
                  <a:pt x="57" y="116"/>
                </a:cubicBezTo>
                <a:cubicBezTo>
                  <a:pt x="56" y="116"/>
                  <a:pt x="56" y="116"/>
                  <a:pt x="56" y="116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6" y="118"/>
                  <a:pt x="56" y="118"/>
                  <a:pt x="56" y="119"/>
                </a:cubicBezTo>
                <a:cubicBezTo>
                  <a:pt x="56" y="119"/>
                  <a:pt x="56" y="119"/>
                  <a:pt x="56" y="120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99" y="164"/>
                  <a:pt x="199" y="164"/>
                  <a:pt x="199" y="164"/>
                </a:cubicBezTo>
                <a:cubicBezTo>
                  <a:pt x="202" y="166"/>
                  <a:pt x="206" y="166"/>
                  <a:pt x="209" y="166"/>
                </a:cubicBezTo>
                <a:cubicBezTo>
                  <a:pt x="213" y="166"/>
                  <a:pt x="217" y="166"/>
                  <a:pt x="220" y="164"/>
                </a:cubicBezTo>
                <a:cubicBezTo>
                  <a:pt x="302" y="117"/>
                  <a:pt x="302" y="117"/>
                  <a:pt x="302" y="117"/>
                </a:cubicBezTo>
                <a:cubicBezTo>
                  <a:pt x="298" y="113"/>
                  <a:pt x="296" y="108"/>
                  <a:pt x="296" y="103"/>
                </a:cubicBezTo>
                <a:cubicBezTo>
                  <a:pt x="296" y="60"/>
                  <a:pt x="296" y="60"/>
                  <a:pt x="296" y="60"/>
                </a:cubicBezTo>
                <a:cubicBezTo>
                  <a:pt x="193" y="0"/>
                  <a:pt x="193" y="0"/>
                  <a:pt x="193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Freeform 140">
            <a:extLst>
              <a:ext uri="{FF2B5EF4-FFF2-40B4-BE49-F238E27FC236}">
                <a16:creationId xmlns:a16="http://schemas.microsoft.com/office/drawing/2014/main" xmlns="" id="{0534DEAB-9CFA-4BE0-95EB-9E0AD9CFD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7563" y="2924175"/>
            <a:ext cx="31750" cy="15875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  <a:close/>
              </a:path>
            </a:pathLst>
          </a:custGeom>
          <a:solidFill>
            <a:srgbClr val="3167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Freeform 141">
            <a:extLst>
              <a:ext uri="{FF2B5EF4-FFF2-40B4-BE49-F238E27FC236}">
                <a16:creationId xmlns:a16="http://schemas.microsoft.com/office/drawing/2014/main" xmlns="" id="{B01204B3-A082-461D-8FA8-5DDFE7384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7563" y="2924175"/>
            <a:ext cx="31750" cy="15875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Freeform 142">
            <a:extLst>
              <a:ext uri="{FF2B5EF4-FFF2-40B4-BE49-F238E27FC236}">
                <a16:creationId xmlns:a16="http://schemas.microsoft.com/office/drawing/2014/main" xmlns="" id="{B25CF6BF-6664-484E-9E77-6EE02638D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4200" y="5113338"/>
            <a:ext cx="209550" cy="247650"/>
          </a:xfrm>
          <a:custGeom>
            <a:avLst/>
            <a:gdLst>
              <a:gd name="T0" fmla="*/ 3 w 37"/>
              <a:gd name="T1" fmla="*/ 44 h 44"/>
              <a:gd name="T2" fmla="*/ 0 w 37"/>
              <a:gd name="T3" fmla="*/ 44 h 44"/>
              <a:gd name="T4" fmla="*/ 0 w 37"/>
              <a:gd name="T5" fmla="*/ 23 h 44"/>
              <a:gd name="T6" fmla="*/ 3 w 37"/>
              <a:gd name="T7" fmla="*/ 18 h 44"/>
              <a:gd name="T8" fmla="*/ 35 w 37"/>
              <a:gd name="T9" fmla="*/ 0 h 44"/>
              <a:gd name="T10" fmla="*/ 37 w 37"/>
              <a:gd name="T11" fmla="*/ 2 h 44"/>
              <a:gd name="T12" fmla="*/ 4 w 37"/>
              <a:gd name="T13" fmla="*/ 21 h 44"/>
              <a:gd name="T14" fmla="*/ 3 w 37"/>
              <a:gd name="T15" fmla="*/ 23 h 44"/>
              <a:gd name="T16" fmla="*/ 3 w 37"/>
              <a:gd name="T17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" h="44">
                <a:moveTo>
                  <a:pt x="3" y="44"/>
                </a:moveTo>
                <a:cubicBezTo>
                  <a:pt x="0" y="44"/>
                  <a:pt x="0" y="44"/>
                  <a:pt x="0" y="44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1" y="19"/>
                  <a:pt x="3" y="18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2"/>
                  <a:pt x="37" y="2"/>
                  <a:pt x="37" y="2"/>
                </a:cubicBezTo>
                <a:cubicBezTo>
                  <a:pt x="4" y="21"/>
                  <a:pt x="4" y="21"/>
                  <a:pt x="4" y="21"/>
                </a:cubicBezTo>
                <a:cubicBezTo>
                  <a:pt x="4" y="21"/>
                  <a:pt x="3" y="22"/>
                  <a:pt x="3" y="23"/>
                </a:cubicBezTo>
                <a:lnTo>
                  <a:pt x="3" y="44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Freeform 143">
            <a:extLst>
              <a:ext uri="{FF2B5EF4-FFF2-40B4-BE49-F238E27FC236}">
                <a16:creationId xmlns:a16="http://schemas.microsoft.com/office/drawing/2014/main" xmlns="" id="{7B3D527A-1910-41F3-B9D2-41C0BA69E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5276850"/>
            <a:ext cx="234950" cy="195263"/>
          </a:xfrm>
          <a:custGeom>
            <a:avLst/>
            <a:gdLst>
              <a:gd name="T0" fmla="*/ 42 w 42"/>
              <a:gd name="T1" fmla="*/ 30 h 35"/>
              <a:gd name="T2" fmla="*/ 42 w 42"/>
              <a:gd name="T3" fmla="*/ 30 h 35"/>
              <a:gd name="T4" fmla="*/ 37 w 42"/>
              <a:gd name="T5" fmla="*/ 33 h 35"/>
              <a:gd name="T6" fmla="*/ 5 w 42"/>
              <a:gd name="T7" fmla="*/ 15 h 35"/>
              <a:gd name="T8" fmla="*/ 0 w 42"/>
              <a:gd name="T9" fmla="*/ 6 h 35"/>
              <a:gd name="T10" fmla="*/ 5 w 42"/>
              <a:gd name="T11" fmla="*/ 2 h 35"/>
              <a:gd name="T12" fmla="*/ 37 w 42"/>
              <a:gd name="T13" fmla="*/ 20 h 35"/>
              <a:gd name="T14" fmla="*/ 42 w 42"/>
              <a:gd name="T15" fmla="*/ 3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" h="35">
                <a:moveTo>
                  <a:pt x="42" y="30"/>
                </a:moveTo>
                <a:cubicBezTo>
                  <a:pt x="42" y="30"/>
                  <a:pt x="42" y="30"/>
                  <a:pt x="42" y="30"/>
                </a:cubicBezTo>
                <a:cubicBezTo>
                  <a:pt x="42" y="33"/>
                  <a:pt x="39" y="35"/>
                  <a:pt x="37" y="33"/>
                </a:cubicBezTo>
                <a:cubicBezTo>
                  <a:pt x="5" y="15"/>
                  <a:pt x="5" y="15"/>
                  <a:pt x="5" y="15"/>
                </a:cubicBezTo>
                <a:cubicBezTo>
                  <a:pt x="2" y="13"/>
                  <a:pt x="0" y="9"/>
                  <a:pt x="0" y="6"/>
                </a:cubicBezTo>
                <a:cubicBezTo>
                  <a:pt x="0" y="2"/>
                  <a:pt x="2" y="0"/>
                  <a:pt x="5" y="2"/>
                </a:cubicBezTo>
                <a:cubicBezTo>
                  <a:pt x="37" y="20"/>
                  <a:pt x="37" y="20"/>
                  <a:pt x="37" y="20"/>
                </a:cubicBezTo>
                <a:cubicBezTo>
                  <a:pt x="39" y="22"/>
                  <a:pt x="42" y="26"/>
                  <a:pt x="42" y="3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Freeform 144">
            <a:extLst>
              <a:ext uri="{FF2B5EF4-FFF2-40B4-BE49-F238E27FC236}">
                <a16:creationId xmlns:a16="http://schemas.microsoft.com/office/drawing/2014/main" xmlns="" id="{CD26042C-F6F5-4EA2-B2EE-404C435C7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0725" y="4875213"/>
            <a:ext cx="2055813" cy="485775"/>
          </a:xfrm>
          <a:custGeom>
            <a:avLst/>
            <a:gdLst>
              <a:gd name="T0" fmla="*/ 227 w 364"/>
              <a:gd name="T1" fmla="*/ 86 h 86"/>
              <a:gd name="T2" fmla="*/ 227 w 364"/>
              <a:gd name="T3" fmla="*/ 86 h 86"/>
              <a:gd name="T4" fmla="*/ 83 w 364"/>
              <a:gd name="T5" fmla="*/ 3 h 86"/>
              <a:gd name="T6" fmla="*/ 3 w 364"/>
              <a:gd name="T7" fmla="*/ 50 h 86"/>
              <a:gd name="T8" fmla="*/ 1 w 364"/>
              <a:gd name="T9" fmla="*/ 49 h 86"/>
              <a:gd name="T10" fmla="*/ 1 w 364"/>
              <a:gd name="T11" fmla="*/ 47 h 86"/>
              <a:gd name="T12" fmla="*/ 83 w 364"/>
              <a:gd name="T13" fmla="*/ 0 h 86"/>
              <a:gd name="T14" fmla="*/ 84 w 364"/>
              <a:gd name="T15" fmla="*/ 0 h 86"/>
              <a:gd name="T16" fmla="*/ 227 w 364"/>
              <a:gd name="T17" fmla="*/ 83 h 86"/>
              <a:gd name="T18" fmla="*/ 362 w 364"/>
              <a:gd name="T19" fmla="*/ 5 h 86"/>
              <a:gd name="T20" fmla="*/ 364 w 364"/>
              <a:gd name="T21" fmla="*/ 6 h 86"/>
              <a:gd name="T22" fmla="*/ 363 w 364"/>
              <a:gd name="T23" fmla="*/ 7 h 86"/>
              <a:gd name="T24" fmla="*/ 228 w 364"/>
              <a:gd name="T25" fmla="*/ 86 h 86"/>
              <a:gd name="T26" fmla="*/ 227 w 364"/>
              <a:gd name="T27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4" h="86">
                <a:moveTo>
                  <a:pt x="227" y="86"/>
                </a:moveTo>
                <a:cubicBezTo>
                  <a:pt x="227" y="86"/>
                  <a:pt x="227" y="86"/>
                  <a:pt x="227" y="86"/>
                </a:cubicBezTo>
                <a:cubicBezTo>
                  <a:pt x="83" y="3"/>
                  <a:pt x="83" y="3"/>
                  <a:pt x="83" y="3"/>
                </a:cubicBezTo>
                <a:cubicBezTo>
                  <a:pt x="3" y="50"/>
                  <a:pt x="3" y="50"/>
                  <a:pt x="3" y="50"/>
                </a:cubicBezTo>
                <a:cubicBezTo>
                  <a:pt x="2" y="50"/>
                  <a:pt x="1" y="50"/>
                  <a:pt x="1" y="49"/>
                </a:cubicBezTo>
                <a:cubicBezTo>
                  <a:pt x="0" y="49"/>
                  <a:pt x="0" y="48"/>
                  <a:pt x="1" y="47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4" y="0"/>
                  <a:pt x="84" y="0"/>
                </a:cubicBezTo>
                <a:cubicBezTo>
                  <a:pt x="227" y="83"/>
                  <a:pt x="227" y="83"/>
                  <a:pt x="227" y="83"/>
                </a:cubicBezTo>
                <a:cubicBezTo>
                  <a:pt x="362" y="5"/>
                  <a:pt x="362" y="5"/>
                  <a:pt x="362" y="5"/>
                </a:cubicBezTo>
                <a:cubicBezTo>
                  <a:pt x="363" y="5"/>
                  <a:pt x="363" y="5"/>
                  <a:pt x="364" y="6"/>
                </a:cubicBezTo>
                <a:cubicBezTo>
                  <a:pt x="364" y="6"/>
                  <a:pt x="364" y="7"/>
                  <a:pt x="363" y="7"/>
                </a:cubicBezTo>
                <a:cubicBezTo>
                  <a:pt x="228" y="86"/>
                  <a:pt x="228" y="86"/>
                  <a:pt x="228" y="86"/>
                </a:cubicBezTo>
                <a:lnTo>
                  <a:pt x="227" y="86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Freeform 145">
            <a:extLst>
              <a:ext uri="{FF2B5EF4-FFF2-40B4-BE49-F238E27FC236}">
                <a16:creationId xmlns:a16="http://schemas.microsoft.com/office/drawing/2014/main" xmlns="" id="{F3FD4682-F997-400E-9064-1C3B2887D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2688" y="3335338"/>
            <a:ext cx="1254125" cy="1558925"/>
          </a:xfrm>
          <a:custGeom>
            <a:avLst/>
            <a:gdLst>
              <a:gd name="T0" fmla="*/ 1 w 222"/>
              <a:gd name="T1" fmla="*/ 276 h 276"/>
              <a:gd name="T2" fmla="*/ 0 w 222"/>
              <a:gd name="T3" fmla="*/ 275 h 276"/>
              <a:gd name="T4" fmla="*/ 1 w 222"/>
              <a:gd name="T5" fmla="*/ 273 h 276"/>
              <a:gd name="T6" fmla="*/ 201 w 222"/>
              <a:gd name="T7" fmla="*/ 158 h 276"/>
              <a:gd name="T8" fmla="*/ 76 w 222"/>
              <a:gd name="T9" fmla="*/ 85 h 276"/>
              <a:gd name="T10" fmla="*/ 76 w 222"/>
              <a:gd name="T11" fmla="*/ 84 h 276"/>
              <a:gd name="T12" fmla="*/ 76 w 222"/>
              <a:gd name="T13" fmla="*/ 82 h 276"/>
              <a:gd name="T14" fmla="*/ 219 w 222"/>
              <a:gd name="T15" fmla="*/ 0 h 276"/>
              <a:gd name="T16" fmla="*/ 221 w 222"/>
              <a:gd name="T17" fmla="*/ 1 h 276"/>
              <a:gd name="T18" fmla="*/ 221 w 222"/>
              <a:gd name="T19" fmla="*/ 3 h 276"/>
              <a:gd name="T20" fmla="*/ 80 w 222"/>
              <a:gd name="T21" fmla="*/ 84 h 276"/>
              <a:gd name="T22" fmla="*/ 204 w 222"/>
              <a:gd name="T23" fmla="*/ 157 h 276"/>
              <a:gd name="T24" fmla="*/ 205 w 222"/>
              <a:gd name="T25" fmla="*/ 158 h 276"/>
              <a:gd name="T26" fmla="*/ 204 w 222"/>
              <a:gd name="T27" fmla="*/ 159 h 276"/>
              <a:gd name="T28" fmla="*/ 2 w 222"/>
              <a:gd name="T29" fmla="*/ 276 h 276"/>
              <a:gd name="T30" fmla="*/ 1 w 222"/>
              <a:gd name="T31" fmla="*/ 27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2" h="276">
                <a:moveTo>
                  <a:pt x="1" y="276"/>
                </a:moveTo>
                <a:cubicBezTo>
                  <a:pt x="1" y="276"/>
                  <a:pt x="1" y="276"/>
                  <a:pt x="0" y="275"/>
                </a:cubicBezTo>
                <a:cubicBezTo>
                  <a:pt x="0" y="275"/>
                  <a:pt x="0" y="274"/>
                  <a:pt x="1" y="273"/>
                </a:cubicBezTo>
                <a:cubicBezTo>
                  <a:pt x="201" y="158"/>
                  <a:pt x="201" y="158"/>
                  <a:pt x="201" y="158"/>
                </a:cubicBezTo>
                <a:cubicBezTo>
                  <a:pt x="76" y="85"/>
                  <a:pt x="76" y="85"/>
                  <a:pt x="76" y="85"/>
                </a:cubicBezTo>
                <a:cubicBezTo>
                  <a:pt x="76" y="85"/>
                  <a:pt x="76" y="84"/>
                  <a:pt x="76" y="84"/>
                </a:cubicBezTo>
                <a:cubicBezTo>
                  <a:pt x="76" y="83"/>
                  <a:pt x="76" y="83"/>
                  <a:pt x="76" y="82"/>
                </a:cubicBezTo>
                <a:cubicBezTo>
                  <a:pt x="219" y="0"/>
                  <a:pt x="219" y="0"/>
                  <a:pt x="219" y="0"/>
                </a:cubicBezTo>
                <a:cubicBezTo>
                  <a:pt x="220" y="0"/>
                  <a:pt x="221" y="0"/>
                  <a:pt x="221" y="1"/>
                </a:cubicBezTo>
                <a:cubicBezTo>
                  <a:pt x="222" y="2"/>
                  <a:pt x="221" y="2"/>
                  <a:pt x="221" y="3"/>
                </a:cubicBezTo>
                <a:cubicBezTo>
                  <a:pt x="80" y="84"/>
                  <a:pt x="80" y="84"/>
                  <a:pt x="80" y="84"/>
                </a:cubicBezTo>
                <a:cubicBezTo>
                  <a:pt x="204" y="157"/>
                  <a:pt x="204" y="157"/>
                  <a:pt x="204" y="157"/>
                </a:cubicBezTo>
                <a:cubicBezTo>
                  <a:pt x="205" y="157"/>
                  <a:pt x="205" y="158"/>
                  <a:pt x="205" y="158"/>
                </a:cubicBezTo>
                <a:cubicBezTo>
                  <a:pt x="205" y="159"/>
                  <a:pt x="205" y="159"/>
                  <a:pt x="204" y="159"/>
                </a:cubicBezTo>
                <a:cubicBezTo>
                  <a:pt x="2" y="276"/>
                  <a:pt x="2" y="276"/>
                  <a:pt x="2" y="276"/>
                </a:cubicBezTo>
                <a:cubicBezTo>
                  <a:pt x="1" y="276"/>
                  <a:pt x="1" y="276"/>
                  <a:pt x="1" y="276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Freeform 146">
            <a:extLst>
              <a:ext uri="{FF2B5EF4-FFF2-40B4-BE49-F238E27FC236}">
                <a16:creationId xmlns:a16="http://schemas.microsoft.com/office/drawing/2014/main" xmlns="" id="{9C8DB4E6-D2BC-4673-97FB-D0A2C1A35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25" y="3711575"/>
            <a:ext cx="2120900" cy="508000"/>
          </a:xfrm>
          <a:custGeom>
            <a:avLst/>
            <a:gdLst>
              <a:gd name="T0" fmla="*/ 1 w 376"/>
              <a:gd name="T1" fmla="*/ 90 h 90"/>
              <a:gd name="T2" fmla="*/ 0 w 376"/>
              <a:gd name="T3" fmla="*/ 90 h 90"/>
              <a:gd name="T4" fmla="*/ 0 w 376"/>
              <a:gd name="T5" fmla="*/ 88 h 90"/>
              <a:gd name="T6" fmla="*/ 160 w 376"/>
              <a:gd name="T7" fmla="*/ 0 h 90"/>
              <a:gd name="T8" fmla="*/ 161 w 376"/>
              <a:gd name="T9" fmla="*/ 0 h 90"/>
              <a:gd name="T10" fmla="*/ 299 w 376"/>
              <a:gd name="T11" fmla="*/ 78 h 90"/>
              <a:gd name="T12" fmla="*/ 374 w 376"/>
              <a:gd name="T13" fmla="*/ 38 h 90"/>
              <a:gd name="T14" fmla="*/ 376 w 376"/>
              <a:gd name="T15" fmla="*/ 39 h 90"/>
              <a:gd name="T16" fmla="*/ 375 w 376"/>
              <a:gd name="T17" fmla="*/ 41 h 90"/>
              <a:gd name="T18" fmla="*/ 300 w 376"/>
              <a:gd name="T19" fmla="*/ 81 h 90"/>
              <a:gd name="T20" fmla="*/ 298 w 376"/>
              <a:gd name="T21" fmla="*/ 81 h 90"/>
              <a:gd name="T22" fmla="*/ 161 w 376"/>
              <a:gd name="T23" fmla="*/ 3 h 90"/>
              <a:gd name="T24" fmla="*/ 2 w 376"/>
              <a:gd name="T25" fmla="*/ 90 h 90"/>
              <a:gd name="T26" fmla="*/ 1 w 376"/>
              <a:gd name="T27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76" h="90">
                <a:moveTo>
                  <a:pt x="1" y="90"/>
                </a:moveTo>
                <a:cubicBezTo>
                  <a:pt x="1" y="90"/>
                  <a:pt x="0" y="90"/>
                  <a:pt x="0" y="90"/>
                </a:cubicBezTo>
                <a:cubicBezTo>
                  <a:pt x="0" y="89"/>
                  <a:pt x="0" y="88"/>
                  <a:pt x="0" y="88"/>
                </a:cubicBezTo>
                <a:cubicBezTo>
                  <a:pt x="160" y="0"/>
                  <a:pt x="160" y="0"/>
                  <a:pt x="160" y="0"/>
                </a:cubicBezTo>
                <a:cubicBezTo>
                  <a:pt x="160" y="0"/>
                  <a:pt x="161" y="0"/>
                  <a:pt x="161" y="0"/>
                </a:cubicBezTo>
                <a:cubicBezTo>
                  <a:pt x="299" y="78"/>
                  <a:pt x="299" y="78"/>
                  <a:pt x="299" y="78"/>
                </a:cubicBezTo>
                <a:cubicBezTo>
                  <a:pt x="374" y="38"/>
                  <a:pt x="374" y="38"/>
                  <a:pt x="374" y="38"/>
                </a:cubicBezTo>
                <a:cubicBezTo>
                  <a:pt x="374" y="38"/>
                  <a:pt x="375" y="38"/>
                  <a:pt x="376" y="39"/>
                </a:cubicBezTo>
                <a:cubicBezTo>
                  <a:pt x="376" y="39"/>
                  <a:pt x="376" y="40"/>
                  <a:pt x="375" y="41"/>
                </a:cubicBezTo>
                <a:cubicBezTo>
                  <a:pt x="300" y="81"/>
                  <a:pt x="300" y="81"/>
                  <a:pt x="300" y="81"/>
                </a:cubicBezTo>
                <a:cubicBezTo>
                  <a:pt x="299" y="81"/>
                  <a:pt x="299" y="81"/>
                  <a:pt x="298" y="81"/>
                </a:cubicBezTo>
                <a:cubicBezTo>
                  <a:pt x="161" y="3"/>
                  <a:pt x="161" y="3"/>
                  <a:pt x="161" y="3"/>
                </a:cubicBezTo>
                <a:cubicBezTo>
                  <a:pt x="2" y="90"/>
                  <a:pt x="2" y="90"/>
                  <a:pt x="2" y="90"/>
                </a:cubicBezTo>
                <a:cubicBezTo>
                  <a:pt x="1" y="90"/>
                  <a:pt x="1" y="90"/>
                  <a:pt x="1" y="90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150">
            <a:extLst>
              <a:ext uri="{FF2B5EF4-FFF2-40B4-BE49-F238E27FC236}">
                <a16:creationId xmlns:a16="http://schemas.microsoft.com/office/drawing/2014/main" xmlns="" id="{F12D6E17-390A-4C6C-9340-43843C2353C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99525" y="24431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Freeform 151">
            <a:extLst>
              <a:ext uri="{FF2B5EF4-FFF2-40B4-BE49-F238E27FC236}">
                <a16:creationId xmlns:a16="http://schemas.microsoft.com/office/drawing/2014/main" xmlns="" id="{418C5718-98B1-4EFE-A7DF-157381242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1038" y="3825875"/>
            <a:ext cx="171450" cy="101600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Freeform 152">
            <a:extLst>
              <a:ext uri="{FF2B5EF4-FFF2-40B4-BE49-F238E27FC236}">
                <a16:creationId xmlns:a16="http://schemas.microsoft.com/office/drawing/2014/main" xmlns="" id="{AC626DAA-F85B-4990-9917-6847D1A0F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1038" y="3825875"/>
            <a:ext cx="171450" cy="101600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153">
            <a:extLst>
              <a:ext uri="{FF2B5EF4-FFF2-40B4-BE49-F238E27FC236}">
                <a16:creationId xmlns:a16="http://schemas.microsoft.com/office/drawing/2014/main" xmlns="" id="{2682A01C-F242-4718-8DC7-9C72C8BCFCB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634538" y="3825875"/>
            <a:ext cx="600075" cy="214313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Freeform 157">
            <a:extLst>
              <a:ext uri="{FF2B5EF4-FFF2-40B4-BE49-F238E27FC236}">
                <a16:creationId xmlns:a16="http://schemas.microsoft.com/office/drawing/2014/main" xmlns="" id="{618CA6E3-B4CF-42B9-866E-5F696FAD9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0" y="2449513"/>
            <a:ext cx="4763" cy="0"/>
          </a:xfrm>
          <a:custGeom>
            <a:avLst/>
            <a:gdLst>
              <a:gd name="T0" fmla="*/ 1 w 1"/>
              <a:gd name="T1" fmla="*/ 0 h 1"/>
              <a:gd name="T2" fmla="*/ 0 w 1"/>
              <a:gd name="T3" fmla="*/ 0 h 1"/>
              <a:gd name="T4" fmla="*/ 0 w 1"/>
              <a:gd name="T5" fmla="*/ 0 h 1"/>
              <a:gd name="T6" fmla="*/ 0 w 1"/>
              <a:gd name="T7" fmla="*/ 0 h 1"/>
              <a:gd name="T8" fmla="*/ 0 w 1"/>
              <a:gd name="T9" fmla="*/ 0 h 1"/>
              <a:gd name="T10" fmla="*/ 0 w 1"/>
              <a:gd name="T11" fmla="*/ 0 h 1"/>
              <a:gd name="T12" fmla="*/ 0 w 1"/>
              <a:gd name="T13" fmla="*/ 0 h 1"/>
              <a:gd name="T14" fmla="*/ 1 w 1"/>
              <a:gd name="T1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Freeform 158">
            <a:extLst>
              <a:ext uri="{FF2B5EF4-FFF2-40B4-BE49-F238E27FC236}">
                <a16:creationId xmlns:a16="http://schemas.microsoft.com/office/drawing/2014/main" xmlns="" id="{0B5FC428-3B11-4AF6-B9D2-CA8C2B2CE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0" y="2438400"/>
            <a:ext cx="20638" cy="11113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2 h 2"/>
              <a:gd name="T6" fmla="*/ 0 w 4"/>
              <a:gd name="T7" fmla="*/ 2 h 2"/>
              <a:gd name="T8" fmla="*/ 0 w 4"/>
              <a:gd name="T9" fmla="*/ 2 h 2"/>
              <a:gd name="T10" fmla="*/ 0 w 4"/>
              <a:gd name="T11" fmla="*/ 2 h 2"/>
              <a:gd name="T12" fmla="*/ 4 w 4"/>
              <a:gd name="T1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Freeform 159">
            <a:extLst>
              <a:ext uri="{FF2B5EF4-FFF2-40B4-BE49-F238E27FC236}">
                <a16:creationId xmlns:a16="http://schemas.microsoft.com/office/drawing/2014/main" xmlns="" id="{9EC2BF36-45A7-4B80-B4E2-606D87239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0" y="2432050"/>
            <a:ext cx="1365250" cy="1625600"/>
          </a:xfrm>
          <a:custGeom>
            <a:avLst/>
            <a:gdLst>
              <a:gd name="T0" fmla="*/ 4 w 242"/>
              <a:gd name="T1" fmla="*/ 1 h 288"/>
              <a:gd name="T2" fmla="*/ 0 w 242"/>
              <a:gd name="T3" fmla="*/ 3 h 288"/>
              <a:gd name="T4" fmla="*/ 0 w 242"/>
              <a:gd name="T5" fmla="*/ 3 h 288"/>
              <a:gd name="T6" fmla="*/ 0 w 242"/>
              <a:gd name="T7" fmla="*/ 3 h 288"/>
              <a:gd name="T8" fmla="*/ 0 w 242"/>
              <a:gd name="T9" fmla="*/ 3 h 288"/>
              <a:gd name="T10" fmla="*/ 0 w 242"/>
              <a:gd name="T11" fmla="*/ 3 h 288"/>
              <a:gd name="T12" fmla="*/ 0 w 242"/>
              <a:gd name="T13" fmla="*/ 3 h 288"/>
              <a:gd name="T14" fmla="*/ 0 w 242"/>
              <a:gd name="T15" fmla="*/ 3 h 288"/>
              <a:gd name="T16" fmla="*/ 0 w 242"/>
              <a:gd name="T17" fmla="*/ 3 h 288"/>
              <a:gd name="T18" fmla="*/ 0 w 242"/>
              <a:gd name="T19" fmla="*/ 3 h 288"/>
              <a:gd name="T20" fmla="*/ 0 w 242"/>
              <a:gd name="T21" fmla="*/ 3 h 288"/>
              <a:gd name="T22" fmla="*/ 1 w 242"/>
              <a:gd name="T23" fmla="*/ 3 h 288"/>
              <a:gd name="T24" fmla="*/ 1 w 242"/>
              <a:gd name="T25" fmla="*/ 3 h 288"/>
              <a:gd name="T26" fmla="*/ 1 w 242"/>
              <a:gd name="T27" fmla="*/ 3 h 288"/>
              <a:gd name="T28" fmla="*/ 1 w 242"/>
              <a:gd name="T29" fmla="*/ 3 h 288"/>
              <a:gd name="T30" fmla="*/ 1 w 242"/>
              <a:gd name="T31" fmla="*/ 3 h 288"/>
              <a:gd name="T32" fmla="*/ 1 w 242"/>
              <a:gd name="T33" fmla="*/ 3 h 288"/>
              <a:gd name="T34" fmla="*/ 1 w 242"/>
              <a:gd name="T35" fmla="*/ 3 h 288"/>
              <a:gd name="T36" fmla="*/ 1 w 242"/>
              <a:gd name="T37" fmla="*/ 2 h 288"/>
              <a:gd name="T38" fmla="*/ 1 w 242"/>
              <a:gd name="T39" fmla="*/ 2 h 288"/>
              <a:gd name="T40" fmla="*/ 1 w 242"/>
              <a:gd name="T41" fmla="*/ 2 h 288"/>
              <a:gd name="T42" fmla="*/ 1 w 242"/>
              <a:gd name="T43" fmla="*/ 2 h 288"/>
              <a:gd name="T44" fmla="*/ 1 w 242"/>
              <a:gd name="T45" fmla="*/ 2 h 288"/>
              <a:gd name="T46" fmla="*/ 2 w 242"/>
              <a:gd name="T47" fmla="*/ 2 h 288"/>
              <a:gd name="T48" fmla="*/ 2 w 242"/>
              <a:gd name="T49" fmla="*/ 2 h 288"/>
              <a:gd name="T50" fmla="*/ 2 w 242"/>
              <a:gd name="T51" fmla="*/ 2 h 288"/>
              <a:gd name="T52" fmla="*/ 2 w 242"/>
              <a:gd name="T53" fmla="*/ 2 h 288"/>
              <a:gd name="T54" fmla="*/ 2 w 242"/>
              <a:gd name="T55" fmla="*/ 2 h 288"/>
              <a:gd name="T56" fmla="*/ 2 w 242"/>
              <a:gd name="T57" fmla="*/ 2 h 288"/>
              <a:gd name="T58" fmla="*/ 11 w 242"/>
              <a:gd name="T59" fmla="*/ 2 h 288"/>
              <a:gd name="T60" fmla="*/ 242 w 242"/>
              <a:gd name="T61" fmla="*/ 148 h 288"/>
              <a:gd name="T62" fmla="*/ 242 w 242"/>
              <a:gd name="T63" fmla="*/ 283 h 288"/>
              <a:gd name="T64" fmla="*/ 242 w 242"/>
              <a:gd name="T65" fmla="*/ 282 h 288"/>
              <a:gd name="T66" fmla="*/ 232 w 242"/>
              <a:gd name="T67" fmla="*/ 129 h 288"/>
              <a:gd name="T68" fmla="*/ 7 w 242"/>
              <a:gd name="T6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42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4" y="1"/>
                  <a:pt x="6" y="1"/>
                </a:cubicBezTo>
                <a:cubicBezTo>
                  <a:pt x="7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2" y="285"/>
                  <a:pt x="242" y="282"/>
                </a:cubicBezTo>
                <a:cubicBezTo>
                  <a:pt x="242" y="147"/>
                  <a:pt x="242" y="147"/>
                  <a:pt x="242" y="147"/>
                </a:cubicBezTo>
                <a:cubicBezTo>
                  <a:pt x="242" y="140"/>
                  <a:pt x="238" y="132"/>
                  <a:pt x="232" y="129"/>
                </a:cubicBezTo>
                <a:cubicBezTo>
                  <a:pt x="11" y="1"/>
                  <a:pt x="11" y="1"/>
                  <a:pt x="11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Freeform 160">
            <a:extLst>
              <a:ext uri="{FF2B5EF4-FFF2-40B4-BE49-F238E27FC236}">
                <a16:creationId xmlns:a16="http://schemas.microsoft.com/office/drawing/2014/main" xmlns="" id="{E793F106-D7D2-40A2-A50A-484A7939F8B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90000" y="2443163"/>
            <a:ext cx="9525" cy="6350"/>
          </a:xfrm>
          <a:custGeom>
            <a:avLst/>
            <a:gdLst>
              <a:gd name="T0" fmla="*/ 0 w 2"/>
              <a:gd name="T1" fmla="*/ 1 h 1"/>
              <a:gd name="T2" fmla="*/ 0 w 2"/>
              <a:gd name="T3" fmla="*/ 1 h 1"/>
              <a:gd name="T4" fmla="*/ 0 w 2"/>
              <a:gd name="T5" fmla="*/ 1 h 1"/>
              <a:gd name="T6" fmla="*/ 0 w 2"/>
              <a:gd name="T7" fmla="*/ 1 h 1"/>
              <a:gd name="T8" fmla="*/ 0 w 2"/>
              <a:gd name="T9" fmla="*/ 1 h 1"/>
              <a:gd name="T10" fmla="*/ 0 w 2"/>
              <a:gd name="T11" fmla="*/ 1 h 1"/>
              <a:gd name="T12" fmla="*/ 0 w 2"/>
              <a:gd name="T13" fmla="*/ 1 h 1"/>
              <a:gd name="T14" fmla="*/ 0 w 2"/>
              <a:gd name="T15" fmla="*/ 1 h 1"/>
              <a:gd name="T16" fmla="*/ 0 w 2"/>
              <a:gd name="T17" fmla="*/ 1 h 1"/>
              <a:gd name="T18" fmla="*/ 0 w 2"/>
              <a:gd name="T19" fmla="*/ 1 h 1"/>
              <a:gd name="T20" fmla="*/ 0 w 2"/>
              <a:gd name="T21" fmla="*/ 1 h 1"/>
              <a:gd name="T22" fmla="*/ 0 w 2"/>
              <a:gd name="T23" fmla="*/ 1 h 1"/>
              <a:gd name="T24" fmla="*/ 0 w 2"/>
              <a:gd name="T25" fmla="*/ 1 h 1"/>
              <a:gd name="T26" fmla="*/ 0 w 2"/>
              <a:gd name="T27" fmla="*/ 1 h 1"/>
              <a:gd name="T28" fmla="*/ 0 w 2"/>
              <a:gd name="T29" fmla="*/ 1 h 1"/>
              <a:gd name="T30" fmla="*/ 0 w 2"/>
              <a:gd name="T31" fmla="*/ 1 h 1"/>
              <a:gd name="T32" fmla="*/ 0 w 2"/>
              <a:gd name="T33" fmla="*/ 1 h 1"/>
              <a:gd name="T34" fmla="*/ 1 w 2"/>
              <a:gd name="T35" fmla="*/ 1 h 1"/>
              <a:gd name="T36" fmla="*/ 1 w 2"/>
              <a:gd name="T37" fmla="*/ 1 h 1"/>
              <a:gd name="T38" fmla="*/ 1 w 2"/>
              <a:gd name="T39" fmla="*/ 1 h 1"/>
              <a:gd name="T40" fmla="*/ 1 w 2"/>
              <a:gd name="T41" fmla="*/ 1 h 1"/>
              <a:gd name="T42" fmla="*/ 1 w 2"/>
              <a:gd name="T43" fmla="*/ 1 h 1"/>
              <a:gd name="T44" fmla="*/ 1 w 2"/>
              <a:gd name="T45" fmla="*/ 1 h 1"/>
              <a:gd name="T46" fmla="*/ 1 w 2"/>
              <a:gd name="T47" fmla="*/ 1 h 1"/>
              <a:gd name="T48" fmla="*/ 1 w 2"/>
              <a:gd name="T49" fmla="*/ 1 h 1"/>
              <a:gd name="T50" fmla="*/ 1 w 2"/>
              <a:gd name="T51" fmla="*/ 1 h 1"/>
              <a:gd name="T52" fmla="*/ 1 w 2"/>
              <a:gd name="T53" fmla="*/ 1 h 1"/>
              <a:gd name="T54" fmla="*/ 1 w 2"/>
              <a:gd name="T55" fmla="*/ 1 h 1"/>
              <a:gd name="T56" fmla="*/ 1 w 2"/>
              <a:gd name="T57" fmla="*/ 0 h 1"/>
              <a:gd name="T58" fmla="*/ 1 w 2"/>
              <a:gd name="T59" fmla="*/ 0 h 1"/>
              <a:gd name="T60" fmla="*/ 1 w 2"/>
              <a:gd name="T61" fmla="*/ 0 h 1"/>
              <a:gd name="T62" fmla="*/ 1 w 2"/>
              <a:gd name="T63" fmla="*/ 0 h 1"/>
              <a:gd name="T64" fmla="*/ 1 w 2"/>
              <a:gd name="T65" fmla="*/ 0 h 1"/>
              <a:gd name="T66" fmla="*/ 1 w 2"/>
              <a:gd name="T67" fmla="*/ 0 h 1"/>
              <a:gd name="T68" fmla="*/ 1 w 2"/>
              <a:gd name="T69" fmla="*/ 0 h 1"/>
              <a:gd name="T70" fmla="*/ 2 w 2"/>
              <a:gd name="T71" fmla="*/ 0 h 1"/>
              <a:gd name="T72" fmla="*/ 2 w 2"/>
              <a:gd name="T73" fmla="*/ 0 h 1"/>
              <a:gd name="T74" fmla="*/ 2 w 2"/>
              <a:gd name="T75" fmla="*/ 0 h 1"/>
              <a:gd name="T76" fmla="*/ 2 w 2"/>
              <a:gd name="T77" fmla="*/ 0 h 1"/>
              <a:gd name="T78" fmla="*/ 2 w 2"/>
              <a:gd name="T79" fmla="*/ 0 h 1"/>
              <a:gd name="T80" fmla="*/ 2 w 2"/>
              <a:gd name="T81" fmla="*/ 0 h 1"/>
              <a:gd name="T82" fmla="*/ 2 w 2"/>
              <a:gd name="T83" fmla="*/ 0 h 1"/>
              <a:gd name="T84" fmla="*/ 2 w 2"/>
              <a:gd name="T85" fmla="*/ 0 h 1"/>
              <a:gd name="T86" fmla="*/ 2 w 2"/>
              <a:gd name="T87" fmla="*/ 0 h 1"/>
              <a:gd name="T88" fmla="*/ 2 w 2"/>
              <a:gd name="T8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" h="1"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Freeform 164">
            <a:extLst>
              <a:ext uri="{FF2B5EF4-FFF2-40B4-BE49-F238E27FC236}">
                <a16:creationId xmlns:a16="http://schemas.microsoft.com/office/drawing/2014/main" xmlns="" id="{64C94442-35D6-420C-B3DC-F2BB3AE6379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99525" y="2443163"/>
            <a:ext cx="1335088" cy="1630362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0 w 236"/>
              <a:gd name="T47" fmla="*/ 0 h 289"/>
              <a:gd name="T48" fmla="*/ 0 w 236"/>
              <a:gd name="T49" fmla="*/ 0 h 289"/>
              <a:gd name="T50" fmla="*/ 0 w 236"/>
              <a:gd name="T51" fmla="*/ 0 h 289"/>
              <a:gd name="T52" fmla="*/ 0 w 236"/>
              <a:gd name="T53" fmla="*/ 0 h 289"/>
              <a:gd name="T54" fmla="*/ 0 w 236"/>
              <a:gd name="T55" fmla="*/ 0 h 289"/>
              <a:gd name="T56" fmla="*/ 0 w 236"/>
              <a:gd name="T57" fmla="*/ 0 h 289"/>
              <a:gd name="T58" fmla="*/ 0 w 236"/>
              <a:gd name="T59" fmla="*/ 0 h 289"/>
              <a:gd name="T60" fmla="*/ 0 w 236"/>
              <a:gd name="T61" fmla="*/ 0 h 289"/>
              <a:gd name="T62" fmla="*/ 5 w 236"/>
              <a:gd name="T63" fmla="*/ 2 h 289"/>
              <a:gd name="T64" fmla="*/ 0 w 236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5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5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2" y="0"/>
                  <a:pt x="3" y="1"/>
                  <a:pt x="5" y="2"/>
                </a:cubicBezTo>
                <a:cubicBezTo>
                  <a:pt x="3" y="1"/>
                  <a:pt x="2" y="0"/>
                  <a:pt x="0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Freeform 172">
            <a:extLst>
              <a:ext uri="{FF2B5EF4-FFF2-40B4-BE49-F238E27FC236}">
                <a16:creationId xmlns:a16="http://schemas.microsoft.com/office/drawing/2014/main" xmlns="" id="{E802F860-4A5A-48D9-A547-F75E71D1C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0" y="4806950"/>
            <a:ext cx="168275" cy="103188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Freeform 173">
            <a:extLst>
              <a:ext uri="{FF2B5EF4-FFF2-40B4-BE49-F238E27FC236}">
                <a16:creationId xmlns:a16="http://schemas.microsoft.com/office/drawing/2014/main" xmlns="" id="{831A016A-8C82-46B9-A1D1-3B05F2CBA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0" y="4806950"/>
            <a:ext cx="168275" cy="103188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Freeform 174">
            <a:extLst>
              <a:ext uri="{FF2B5EF4-FFF2-40B4-BE49-F238E27FC236}">
                <a16:creationId xmlns:a16="http://schemas.microsoft.com/office/drawing/2014/main" xmlns="" id="{0E094A99-E528-43F0-8738-A47BDFDFAD4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35913" y="4806950"/>
            <a:ext cx="596900" cy="214313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Freeform 195">
            <a:extLst>
              <a:ext uri="{FF2B5EF4-FFF2-40B4-BE49-F238E27FC236}">
                <a16:creationId xmlns:a16="http://schemas.microsoft.com/office/drawing/2014/main" xmlns="" id="{CCB3F5DE-AD4F-411B-BF35-266F308CF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0600" y="3030538"/>
            <a:ext cx="166688" cy="282575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4795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Freeform 196">
            <a:extLst>
              <a:ext uri="{FF2B5EF4-FFF2-40B4-BE49-F238E27FC236}">
                <a16:creationId xmlns:a16="http://schemas.microsoft.com/office/drawing/2014/main" xmlns="" id="{3A8F191C-09FD-4E0E-A62F-4EBCB503B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0600" y="3030538"/>
            <a:ext cx="166688" cy="282575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Freeform 197">
            <a:extLst>
              <a:ext uri="{FF2B5EF4-FFF2-40B4-BE49-F238E27FC236}">
                <a16:creationId xmlns:a16="http://schemas.microsoft.com/office/drawing/2014/main" xmlns="" id="{CAFC6174-1FA1-4318-9B1B-18C0FE81077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329488" y="3008313"/>
            <a:ext cx="187325" cy="315912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close/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  <a:close/>
              </a:path>
            </a:pathLst>
          </a:custGeom>
          <a:solidFill>
            <a:srgbClr val="3B89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Freeform 198">
            <a:extLst>
              <a:ext uri="{FF2B5EF4-FFF2-40B4-BE49-F238E27FC236}">
                <a16:creationId xmlns:a16="http://schemas.microsoft.com/office/drawing/2014/main" xmlns="" id="{7C8E94EC-1E34-4E52-8E05-B17941CC99E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329488" y="3008313"/>
            <a:ext cx="187325" cy="315912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Freeform 168">
            <a:extLst>
              <a:ext uri="{FF2B5EF4-FFF2-40B4-BE49-F238E27FC236}">
                <a16:creationId xmlns:a16="http://schemas.microsoft.com/office/drawing/2014/main" xmlns="" id="{AAF42AD3-39F6-4BE6-AD0D-10AB81D34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381375"/>
            <a:ext cx="1428750" cy="1681163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Freeform 169">
            <a:extLst>
              <a:ext uri="{FF2B5EF4-FFF2-40B4-BE49-F238E27FC236}">
                <a16:creationId xmlns:a16="http://schemas.microsoft.com/office/drawing/2014/main" xmlns="" id="{59A04BA1-DBC9-480E-A3BA-93142F344F9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88200" y="3381375"/>
            <a:ext cx="1428750" cy="1681163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Freeform 170">
            <a:extLst>
              <a:ext uri="{FF2B5EF4-FFF2-40B4-BE49-F238E27FC236}">
                <a16:creationId xmlns:a16="http://schemas.microsoft.com/office/drawing/2014/main" xmlns="" id="{602E2500-A185-42BA-B25E-8932588DF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2325" y="3413125"/>
            <a:ext cx="1360488" cy="1665288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Freeform 171">
            <a:extLst>
              <a:ext uri="{FF2B5EF4-FFF2-40B4-BE49-F238E27FC236}">
                <a16:creationId xmlns:a16="http://schemas.microsoft.com/office/drawing/2014/main" xmlns="" id="{B3B420DA-64DD-4C76-BFDC-88512AE2D94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9313" y="34274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Freeform 175">
            <a:extLst>
              <a:ext uri="{FF2B5EF4-FFF2-40B4-BE49-F238E27FC236}">
                <a16:creationId xmlns:a16="http://schemas.microsoft.com/office/drawing/2014/main" xmlns="" id="{4DEB5CCE-0CD3-4F31-B043-FDA2248D5C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483475" y="4003675"/>
            <a:ext cx="773113" cy="519113"/>
          </a:xfrm>
          <a:custGeom>
            <a:avLst/>
            <a:gdLst>
              <a:gd name="T0" fmla="*/ 10425 w 11337"/>
              <a:gd name="T1" fmla="*/ 5220 h 8840"/>
              <a:gd name="T2" fmla="*/ 10284 w 11337"/>
              <a:gd name="T3" fmla="*/ 5233 h 8840"/>
              <a:gd name="T4" fmla="*/ 8287 w 11337"/>
              <a:gd name="T5" fmla="*/ 2042 h 8840"/>
              <a:gd name="T6" fmla="*/ 8594 w 11337"/>
              <a:gd name="T7" fmla="*/ 1228 h 8840"/>
              <a:gd name="T8" fmla="*/ 7374 w 11337"/>
              <a:gd name="T9" fmla="*/ 0 h 8840"/>
              <a:gd name="T10" fmla="*/ 6154 w 11337"/>
              <a:gd name="T11" fmla="*/ 1228 h 8840"/>
              <a:gd name="T12" fmla="*/ 6628 w 11337"/>
              <a:gd name="T13" fmla="*/ 2201 h 8840"/>
              <a:gd name="T14" fmla="*/ 4398 w 11337"/>
              <a:gd name="T15" fmla="*/ 6431 h 8840"/>
              <a:gd name="T16" fmla="*/ 4082 w 11337"/>
              <a:gd name="T17" fmla="*/ 6387 h 8840"/>
              <a:gd name="T18" fmla="*/ 3520 w 11337"/>
              <a:gd name="T19" fmla="*/ 6524 h 8840"/>
              <a:gd name="T20" fmla="*/ 1672 w 11337"/>
              <a:gd name="T21" fmla="*/ 4318 h 8840"/>
              <a:gd name="T22" fmla="*/ 1826 w 11337"/>
              <a:gd name="T23" fmla="*/ 3805 h 8840"/>
              <a:gd name="T24" fmla="*/ 913 w 11337"/>
              <a:gd name="T25" fmla="*/ 2886 h 8840"/>
              <a:gd name="T26" fmla="*/ 0 w 11337"/>
              <a:gd name="T27" fmla="*/ 3805 h 8840"/>
              <a:gd name="T28" fmla="*/ 913 w 11337"/>
              <a:gd name="T29" fmla="*/ 4725 h 8840"/>
              <a:gd name="T30" fmla="*/ 1181 w 11337"/>
              <a:gd name="T31" fmla="*/ 4685 h 8840"/>
              <a:gd name="T32" fmla="*/ 3064 w 11337"/>
              <a:gd name="T33" fmla="*/ 6930 h 8840"/>
              <a:gd name="T34" fmla="*/ 2862 w 11337"/>
              <a:gd name="T35" fmla="*/ 7611 h 8840"/>
              <a:gd name="T36" fmla="*/ 4082 w 11337"/>
              <a:gd name="T37" fmla="*/ 8840 h 8840"/>
              <a:gd name="T38" fmla="*/ 5302 w 11337"/>
              <a:gd name="T39" fmla="*/ 7611 h 8840"/>
              <a:gd name="T40" fmla="*/ 4929 w 11337"/>
              <a:gd name="T41" fmla="*/ 6731 h 8840"/>
              <a:gd name="T42" fmla="*/ 7194 w 11337"/>
              <a:gd name="T43" fmla="*/ 2439 h 8840"/>
              <a:gd name="T44" fmla="*/ 7374 w 11337"/>
              <a:gd name="T45" fmla="*/ 2453 h 8840"/>
              <a:gd name="T46" fmla="*/ 7782 w 11337"/>
              <a:gd name="T47" fmla="*/ 2382 h 8840"/>
              <a:gd name="T48" fmla="*/ 9744 w 11337"/>
              <a:gd name="T49" fmla="*/ 5520 h 8840"/>
              <a:gd name="T50" fmla="*/ 9507 w 11337"/>
              <a:gd name="T51" fmla="*/ 6135 h 8840"/>
              <a:gd name="T52" fmla="*/ 10420 w 11337"/>
              <a:gd name="T53" fmla="*/ 7054 h 8840"/>
              <a:gd name="T54" fmla="*/ 11333 w 11337"/>
              <a:gd name="T55" fmla="*/ 6135 h 8840"/>
              <a:gd name="T56" fmla="*/ 10425 w 11337"/>
              <a:gd name="T57" fmla="*/ 5220 h 8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337" h="8840">
                <a:moveTo>
                  <a:pt x="10425" y="5220"/>
                </a:moveTo>
                <a:cubicBezTo>
                  <a:pt x="10377" y="5220"/>
                  <a:pt x="10328" y="5224"/>
                  <a:pt x="10284" y="5233"/>
                </a:cubicBezTo>
                <a:lnTo>
                  <a:pt x="8287" y="2042"/>
                </a:lnTo>
                <a:cubicBezTo>
                  <a:pt x="8485" y="1817"/>
                  <a:pt x="8594" y="1528"/>
                  <a:pt x="8594" y="1228"/>
                </a:cubicBezTo>
                <a:cubicBezTo>
                  <a:pt x="8594" y="552"/>
                  <a:pt x="8050" y="0"/>
                  <a:pt x="7374" y="0"/>
                </a:cubicBezTo>
                <a:cubicBezTo>
                  <a:pt x="6698" y="0"/>
                  <a:pt x="6154" y="548"/>
                  <a:pt x="6154" y="1228"/>
                </a:cubicBezTo>
                <a:cubicBezTo>
                  <a:pt x="6154" y="1626"/>
                  <a:pt x="6343" y="1975"/>
                  <a:pt x="6628" y="2201"/>
                </a:cubicBezTo>
                <a:lnTo>
                  <a:pt x="4398" y="6431"/>
                </a:lnTo>
                <a:cubicBezTo>
                  <a:pt x="4295" y="6403"/>
                  <a:pt x="4189" y="6388"/>
                  <a:pt x="4082" y="6387"/>
                </a:cubicBezTo>
                <a:cubicBezTo>
                  <a:pt x="3880" y="6387"/>
                  <a:pt x="3687" y="6435"/>
                  <a:pt x="3520" y="6524"/>
                </a:cubicBezTo>
                <a:lnTo>
                  <a:pt x="1672" y="4318"/>
                </a:lnTo>
                <a:cubicBezTo>
                  <a:pt x="1769" y="4172"/>
                  <a:pt x="1826" y="3995"/>
                  <a:pt x="1826" y="3805"/>
                </a:cubicBezTo>
                <a:cubicBezTo>
                  <a:pt x="1826" y="3297"/>
                  <a:pt x="1418" y="2886"/>
                  <a:pt x="913" y="2886"/>
                </a:cubicBezTo>
                <a:cubicBezTo>
                  <a:pt x="408" y="2886"/>
                  <a:pt x="0" y="3297"/>
                  <a:pt x="0" y="3805"/>
                </a:cubicBezTo>
                <a:cubicBezTo>
                  <a:pt x="0" y="4314"/>
                  <a:pt x="408" y="4725"/>
                  <a:pt x="913" y="4725"/>
                </a:cubicBezTo>
                <a:cubicBezTo>
                  <a:pt x="1005" y="4725"/>
                  <a:pt x="1097" y="4711"/>
                  <a:pt x="1181" y="4685"/>
                </a:cubicBezTo>
                <a:lnTo>
                  <a:pt x="3064" y="6930"/>
                </a:lnTo>
                <a:cubicBezTo>
                  <a:pt x="2932" y="7132"/>
                  <a:pt x="2861" y="7369"/>
                  <a:pt x="2862" y="7611"/>
                </a:cubicBezTo>
                <a:cubicBezTo>
                  <a:pt x="2862" y="8287"/>
                  <a:pt x="3406" y="8840"/>
                  <a:pt x="4082" y="8840"/>
                </a:cubicBezTo>
                <a:cubicBezTo>
                  <a:pt x="4758" y="8840"/>
                  <a:pt x="5302" y="8292"/>
                  <a:pt x="5302" y="7611"/>
                </a:cubicBezTo>
                <a:cubicBezTo>
                  <a:pt x="5302" y="7266"/>
                  <a:pt x="5157" y="6952"/>
                  <a:pt x="4929" y="6731"/>
                </a:cubicBezTo>
                <a:lnTo>
                  <a:pt x="7194" y="2439"/>
                </a:lnTo>
                <a:cubicBezTo>
                  <a:pt x="7255" y="2448"/>
                  <a:pt x="7313" y="2453"/>
                  <a:pt x="7374" y="2453"/>
                </a:cubicBezTo>
                <a:cubicBezTo>
                  <a:pt x="7514" y="2453"/>
                  <a:pt x="7655" y="2426"/>
                  <a:pt x="7782" y="2382"/>
                </a:cubicBezTo>
                <a:lnTo>
                  <a:pt x="9744" y="5520"/>
                </a:lnTo>
                <a:cubicBezTo>
                  <a:pt x="9593" y="5689"/>
                  <a:pt x="9509" y="5908"/>
                  <a:pt x="9507" y="6135"/>
                </a:cubicBezTo>
                <a:cubicBezTo>
                  <a:pt x="9507" y="6643"/>
                  <a:pt x="9915" y="7054"/>
                  <a:pt x="10420" y="7054"/>
                </a:cubicBezTo>
                <a:cubicBezTo>
                  <a:pt x="10925" y="7054"/>
                  <a:pt x="11333" y="6643"/>
                  <a:pt x="11333" y="6135"/>
                </a:cubicBezTo>
                <a:cubicBezTo>
                  <a:pt x="11337" y="5630"/>
                  <a:pt x="10929" y="5220"/>
                  <a:pt x="10425" y="5220"/>
                </a:cubicBezTo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Freeform 178">
            <a:extLst>
              <a:ext uri="{FF2B5EF4-FFF2-40B4-BE49-F238E27FC236}">
                <a16:creationId xmlns:a16="http://schemas.microsoft.com/office/drawing/2014/main" xmlns="" id="{5B87708A-020B-4731-BC6A-BB6033608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27413"/>
            <a:ext cx="6350" cy="4762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Freeform 179">
            <a:extLst>
              <a:ext uri="{FF2B5EF4-FFF2-40B4-BE49-F238E27FC236}">
                <a16:creationId xmlns:a16="http://schemas.microsoft.com/office/drawing/2014/main" xmlns="" id="{48D19136-8EA5-409F-AE09-7D0E9D580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19475"/>
            <a:ext cx="25400" cy="12700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Freeform 180">
            <a:extLst>
              <a:ext uri="{FF2B5EF4-FFF2-40B4-BE49-F238E27FC236}">
                <a16:creationId xmlns:a16="http://schemas.microsoft.com/office/drawing/2014/main" xmlns="" id="{E1D44B10-61F0-4A22-8F61-0EFF8E0F7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13125"/>
            <a:ext cx="1373188" cy="1627188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Freeform 181">
            <a:extLst>
              <a:ext uri="{FF2B5EF4-FFF2-40B4-BE49-F238E27FC236}">
                <a16:creationId xmlns:a16="http://schemas.microsoft.com/office/drawing/2014/main" xmlns="" id="{01785DE4-88DB-4E70-8D62-43640BD11C3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9313" y="34274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Rectangle 182">
            <a:extLst>
              <a:ext uri="{FF2B5EF4-FFF2-40B4-BE49-F238E27FC236}">
                <a16:creationId xmlns:a16="http://schemas.microsoft.com/office/drawing/2014/main" xmlns="" id="{FA03B2C4-2F47-40F5-96A1-71DC1C17E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32175"/>
            <a:ext cx="3175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Freeform 183">
            <a:extLst>
              <a:ext uri="{FF2B5EF4-FFF2-40B4-BE49-F238E27FC236}">
                <a16:creationId xmlns:a16="http://schemas.microsoft.com/office/drawing/2014/main" xmlns="" id="{39F208BB-6E54-42BD-B384-CA8245BA5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321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Freeform 186">
            <a:extLst>
              <a:ext uri="{FF2B5EF4-FFF2-40B4-BE49-F238E27FC236}">
                <a16:creationId xmlns:a16="http://schemas.microsoft.com/office/drawing/2014/main" xmlns="" id="{4321967D-D20B-49D8-B111-E234949F8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9313" y="3419475"/>
            <a:ext cx="1355725" cy="1636713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Freeform 187">
            <a:extLst>
              <a:ext uri="{FF2B5EF4-FFF2-40B4-BE49-F238E27FC236}">
                <a16:creationId xmlns:a16="http://schemas.microsoft.com/office/drawing/2014/main" xmlns="" id="{6A2424E1-F377-4DB2-8EE0-6A6B37318F7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9313" y="3427413"/>
            <a:ext cx="1333500" cy="1628775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Freeform 209">
            <a:extLst>
              <a:ext uri="{FF2B5EF4-FFF2-40B4-BE49-F238E27FC236}">
                <a16:creationId xmlns:a16="http://schemas.microsoft.com/office/drawing/2014/main" xmlns="" id="{366F7B67-1656-4B2D-9AFB-747409FA6C5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183563" y="3443288"/>
            <a:ext cx="20637" cy="38100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Freeform 217">
            <a:extLst>
              <a:ext uri="{FF2B5EF4-FFF2-40B4-BE49-F238E27FC236}">
                <a16:creationId xmlns:a16="http://schemas.microsoft.com/office/drawing/2014/main" xmlns="" id="{F92F4392-8EEF-43B4-BAE7-A1304B214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475" y="2422525"/>
            <a:ext cx="168275" cy="246063"/>
          </a:xfrm>
          <a:custGeom>
            <a:avLst/>
            <a:gdLst>
              <a:gd name="T0" fmla="*/ 30 w 30"/>
              <a:gd name="T1" fmla="*/ 31 h 44"/>
              <a:gd name="T2" fmla="*/ 15 w 30"/>
              <a:gd name="T3" fmla="*/ 40 h 44"/>
              <a:gd name="T4" fmla="*/ 0 w 30"/>
              <a:gd name="T5" fmla="*/ 14 h 44"/>
              <a:gd name="T6" fmla="*/ 15 w 30"/>
              <a:gd name="T7" fmla="*/ 5 h 44"/>
              <a:gd name="T8" fmla="*/ 30 w 30"/>
              <a:gd name="T9" fmla="*/ 3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4">
                <a:moveTo>
                  <a:pt x="30" y="31"/>
                </a:moveTo>
                <a:cubicBezTo>
                  <a:pt x="30" y="40"/>
                  <a:pt x="23" y="44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" name="Freeform 218">
            <a:extLst>
              <a:ext uri="{FF2B5EF4-FFF2-40B4-BE49-F238E27FC236}">
                <a16:creationId xmlns:a16="http://schemas.microsoft.com/office/drawing/2014/main" xmlns="" id="{DCBB7236-9675-498B-8C20-A27177002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25" y="2538413"/>
            <a:ext cx="168275" cy="255587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6" y="35"/>
                  <a:pt x="0" y="23"/>
                  <a:pt x="0" y="14"/>
                </a:cubicBezTo>
                <a:cubicBezTo>
                  <a:pt x="0" y="4"/>
                  <a:pt x="6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" name="Freeform 219">
            <a:extLst>
              <a:ext uri="{FF2B5EF4-FFF2-40B4-BE49-F238E27FC236}">
                <a16:creationId xmlns:a16="http://schemas.microsoft.com/office/drawing/2014/main" xmlns="" id="{2FC711F2-E2BD-4A16-A399-0FEB2EE5F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2225" y="2657475"/>
            <a:ext cx="168275" cy="255588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2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" name="Freeform 168">
            <a:extLst>
              <a:ext uri="{FF2B5EF4-FFF2-40B4-BE49-F238E27FC236}">
                <a16:creationId xmlns:a16="http://schemas.microsoft.com/office/drawing/2014/main" xmlns="" id="{00B33BA2-1E71-4715-B21C-1BE16BB3D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09825"/>
            <a:ext cx="1428750" cy="1682750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" name="Freeform 169">
            <a:extLst>
              <a:ext uri="{FF2B5EF4-FFF2-40B4-BE49-F238E27FC236}">
                <a16:creationId xmlns:a16="http://schemas.microsoft.com/office/drawing/2014/main" xmlns="" id="{70F6C8C1-1875-4877-A5A3-C4D64B673CD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07463" y="2409825"/>
            <a:ext cx="1428750" cy="1682750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" name="Freeform 170">
            <a:extLst>
              <a:ext uri="{FF2B5EF4-FFF2-40B4-BE49-F238E27FC236}">
                <a16:creationId xmlns:a16="http://schemas.microsoft.com/office/drawing/2014/main" xmlns="" id="{E2FBB50E-628E-4EE8-9E0F-DF970466A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1588" y="2443163"/>
            <a:ext cx="1360487" cy="1665287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" name="Freeform 171">
            <a:extLst>
              <a:ext uri="{FF2B5EF4-FFF2-40B4-BE49-F238E27FC236}">
                <a16:creationId xmlns:a16="http://schemas.microsoft.com/office/drawing/2014/main" xmlns="" id="{50B2F5EC-0905-4B44-A58A-8656F9F0CE8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18575" y="24558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7" name="Freeform 175">
            <a:extLst>
              <a:ext uri="{FF2B5EF4-FFF2-40B4-BE49-F238E27FC236}">
                <a16:creationId xmlns:a16="http://schemas.microsoft.com/office/drawing/2014/main" xmlns="" id="{DC9D943D-6708-4514-AA71-4B4A6BC8D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2538" y="2470150"/>
            <a:ext cx="1346200" cy="1628775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" name="Freeform 178">
            <a:extLst>
              <a:ext uri="{FF2B5EF4-FFF2-40B4-BE49-F238E27FC236}">
                <a16:creationId xmlns:a16="http://schemas.microsoft.com/office/drawing/2014/main" xmlns="" id="{D4C9EE44-49E9-4ABC-AA3B-2F8F7DBE6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55863"/>
            <a:ext cx="6350" cy="6350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" name="Freeform 179">
            <a:extLst>
              <a:ext uri="{FF2B5EF4-FFF2-40B4-BE49-F238E27FC236}">
                <a16:creationId xmlns:a16="http://schemas.microsoft.com/office/drawing/2014/main" xmlns="" id="{5868E1DB-7A84-47D5-8338-FA8B7B448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47925"/>
            <a:ext cx="25400" cy="14288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" name="Freeform 180">
            <a:extLst>
              <a:ext uri="{FF2B5EF4-FFF2-40B4-BE49-F238E27FC236}">
                <a16:creationId xmlns:a16="http://schemas.microsoft.com/office/drawing/2014/main" xmlns="" id="{11D9D801-49EA-4D68-9F00-D02CEBA3C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43163"/>
            <a:ext cx="1373187" cy="1627187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" name="Freeform 181">
            <a:extLst>
              <a:ext uri="{FF2B5EF4-FFF2-40B4-BE49-F238E27FC236}">
                <a16:creationId xmlns:a16="http://schemas.microsoft.com/office/drawing/2014/main" xmlns="" id="{F689A14E-EAB7-43C3-8C68-18F45E106E8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18575" y="24558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" name="Rectangle 182">
            <a:extLst>
              <a:ext uri="{FF2B5EF4-FFF2-40B4-BE49-F238E27FC236}">
                <a16:creationId xmlns:a16="http://schemas.microsoft.com/office/drawing/2014/main" xmlns="" id="{71EAAFBF-E3F1-462A-9AFE-49CF2FD57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62213"/>
            <a:ext cx="3175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" name="Freeform 183">
            <a:extLst>
              <a:ext uri="{FF2B5EF4-FFF2-40B4-BE49-F238E27FC236}">
                <a16:creationId xmlns:a16="http://schemas.microsoft.com/office/drawing/2014/main" xmlns="" id="{54B5E515-73A1-467C-B5F4-A58ED24A1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622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" name="Freeform 186">
            <a:extLst>
              <a:ext uri="{FF2B5EF4-FFF2-40B4-BE49-F238E27FC236}">
                <a16:creationId xmlns:a16="http://schemas.microsoft.com/office/drawing/2014/main" xmlns="" id="{0C11D7DE-9C83-4F59-A076-A11214925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8575" y="2447925"/>
            <a:ext cx="1355725" cy="1638300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" name="Freeform 187">
            <a:extLst>
              <a:ext uri="{FF2B5EF4-FFF2-40B4-BE49-F238E27FC236}">
                <a16:creationId xmlns:a16="http://schemas.microsoft.com/office/drawing/2014/main" xmlns="" id="{1A94479D-D678-45DF-B39C-FE3FF191D56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18575" y="2455863"/>
            <a:ext cx="1333500" cy="1630362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" name="Freeform 209">
            <a:extLst>
              <a:ext uri="{FF2B5EF4-FFF2-40B4-BE49-F238E27FC236}">
                <a16:creationId xmlns:a16="http://schemas.microsoft.com/office/drawing/2014/main" xmlns="" id="{EE1F1E5F-A6D9-4294-A56F-07981EE4153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902825" y="2473325"/>
            <a:ext cx="20638" cy="38100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" name="Freeform 168">
            <a:extLst>
              <a:ext uri="{FF2B5EF4-FFF2-40B4-BE49-F238E27FC236}">
                <a16:creationId xmlns:a16="http://schemas.microsoft.com/office/drawing/2014/main" xmlns="" id="{6EF2154A-BA7C-47B7-91D6-3549B792181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08163"/>
            <a:ext cx="1428750" cy="1681162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" name="Freeform 169">
            <a:extLst>
              <a:ext uri="{FF2B5EF4-FFF2-40B4-BE49-F238E27FC236}">
                <a16:creationId xmlns:a16="http://schemas.microsoft.com/office/drawing/2014/main" xmlns="" id="{9481D083-19D0-4F08-BB3D-656D1A7C6C68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70700" y="1808163"/>
            <a:ext cx="1428750" cy="1681162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Freeform 170">
            <a:extLst>
              <a:ext uri="{FF2B5EF4-FFF2-40B4-BE49-F238E27FC236}">
                <a16:creationId xmlns:a16="http://schemas.microsoft.com/office/drawing/2014/main" xmlns="" id="{178C77AC-C797-4C26-AD7B-4176A893478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54825" y="1839913"/>
            <a:ext cx="1360488" cy="1665287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Freeform 171">
            <a:extLst>
              <a:ext uri="{FF2B5EF4-FFF2-40B4-BE49-F238E27FC236}">
                <a16:creationId xmlns:a16="http://schemas.microsoft.com/office/drawing/2014/main" xmlns="" id="{18BEA8C5-4D25-426E-BEF2-7A3AD4387597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81813" y="185420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Freeform 175">
            <a:extLst>
              <a:ext uri="{FF2B5EF4-FFF2-40B4-BE49-F238E27FC236}">
                <a16:creationId xmlns:a16="http://schemas.microsoft.com/office/drawing/2014/main" xmlns="" id="{AF47098A-F1EC-4304-81A7-9683D5E9EE4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35775" y="1866900"/>
            <a:ext cx="1344613" cy="1630363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" name="Freeform 178">
            <a:extLst>
              <a:ext uri="{FF2B5EF4-FFF2-40B4-BE49-F238E27FC236}">
                <a16:creationId xmlns:a16="http://schemas.microsoft.com/office/drawing/2014/main" xmlns="" id="{78D26F82-92FE-4ABD-BB3A-A458D21D7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54200"/>
            <a:ext cx="4763" cy="4763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" name="Freeform 179">
            <a:extLst>
              <a:ext uri="{FF2B5EF4-FFF2-40B4-BE49-F238E27FC236}">
                <a16:creationId xmlns:a16="http://schemas.microsoft.com/office/drawing/2014/main" xmlns="" id="{0CDF19E4-E8A2-4FFD-8666-E0673286912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46263"/>
            <a:ext cx="23813" cy="12700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" name="Freeform 180">
            <a:extLst>
              <a:ext uri="{FF2B5EF4-FFF2-40B4-BE49-F238E27FC236}">
                <a16:creationId xmlns:a16="http://schemas.microsoft.com/office/drawing/2014/main" xmlns="" id="{8B144759-F334-44D8-918F-430B5D5150E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39913"/>
            <a:ext cx="1371600" cy="1627187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" name="Freeform 181">
            <a:extLst>
              <a:ext uri="{FF2B5EF4-FFF2-40B4-BE49-F238E27FC236}">
                <a16:creationId xmlns:a16="http://schemas.microsoft.com/office/drawing/2014/main" xmlns="" id="{7AC02806-9C17-440D-A832-74EBC30EEAD4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81813" y="185420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" name="Rectangle 182">
            <a:extLst>
              <a:ext uri="{FF2B5EF4-FFF2-40B4-BE49-F238E27FC236}">
                <a16:creationId xmlns:a16="http://schemas.microsoft.com/office/drawing/2014/main" xmlns="" id="{BFDB50B1-8CB6-44EE-AA02-30B670BC92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58963"/>
            <a:ext cx="3175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" name="Freeform 183">
            <a:extLst>
              <a:ext uri="{FF2B5EF4-FFF2-40B4-BE49-F238E27FC236}">
                <a16:creationId xmlns:a16="http://schemas.microsoft.com/office/drawing/2014/main" xmlns="" id="{D29DF795-704A-4E4D-9B5A-8C1D49EBCF2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589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" name="Freeform 186">
            <a:extLst>
              <a:ext uri="{FF2B5EF4-FFF2-40B4-BE49-F238E27FC236}">
                <a16:creationId xmlns:a16="http://schemas.microsoft.com/office/drawing/2014/main" xmlns="" id="{0DE687B4-0317-43F9-8EFA-A0B6E879C6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81813" y="1846263"/>
            <a:ext cx="1355725" cy="1638300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" name="Freeform 187">
            <a:extLst>
              <a:ext uri="{FF2B5EF4-FFF2-40B4-BE49-F238E27FC236}">
                <a16:creationId xmlns:a16="http://schemas.microsoft.com/office/drawing/2014/main" xmlns="" id="{5F5F98F7-4166-4784-8701-CA0CAD24072E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81813" y="1854200"/>
            <a:ext cx="1333500" cy="1630363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" name="Freeform 209">
            <a:extLst>
              <a:ext uri="{FF2B5EF4-FFF2-40B4-BE49-F238E27FC236}">
                <a16:creationId xmlns:a16="http://schemas.microsoft.com/office/drawing/2014/main" xmlns="" id="{DE0DA466-8E8A-4A57-8332-086BFF420BCE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7864475" y="1870075"/>
            <a:ext cx="22225" cy="38100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" name="Freeform 242">
            <a:extLst>
              <a:ext uri="{FF2B5EF4-FFF2-40B4-BE49-F238E27FC236}">
                <a16:creationId xmlns:a16="http://schemas.microsoft.com/office/drawing/2014/main" xmlns="" id="{8B5969BC-A18D-4003-AC44-D1AA248FC692}"/>
              </a:ext>
            </a:extLst>
          </p:cNvPr>
          <p:cNvSpPr/>
          <p:nvPr userDrawn="1"/>
        </p:nvSpPr>
        <p:spPr bwMode="auto">
          <a:xfrm>
            <a:off x="7321550" y="2419350"/>
            <a:ext cx="457200" cy="566738"/>
          </a:xfrm>
          <a:custGeom>
            <a:avLst/>
            <a:gdLst>
              <a:gd name="connsiteX0" fmla="*/ 203312 w 490994"/>
              <a:gd name="connsiteY0" fmla="*/ 568333 h 607497"/>
              <a:gd name="connsiteX1" fmla="*/ 287691 w 490994"/>
              <a:gd name="connsiteY1" fmla="*/ 568333 h 607497"/>
              <a:gd name="connsiteX2" fmla="*/ 307242 w 490994"/>
              <a:gd name="connsiteY2" fmla="*/ 587955 h 607497"/>
              <a:gd name="connsiteX3" fmla="*/ 287691 w 490994"/>
              <a:gd name="connsiteY3" fmla="*/ 607497 h 607497"/>
              <a:gd name="connsiteX4" fmla="*/ 203312 w 490994"/>
              <a:gd name="connsiteY4" fmla="*/ 607497 h 607497"/>
              <a:gd name="connsiteX5" fmla="*/ 183682 w 490994"/>
              <a:gd name="connsiteY5" fmla="*/ 587955 h 607497"/>
              <a:gd name="connsiteX6" fmla="*/ 203312 w 490994"/>
              <a:gd name="connsiteY6" fmla="*/ 568333 h 607497"/>
              <a:gd name="connsiteX7" fmla="*/ 186520 w 490994"/>
              <a:gd name="connsiteY7" fmla="*/ 510187 h 607497"/>
              <a:gd name="connsiteX8" fmla="*/ 304395 w 490994"/>
              <a:gd name="connsiteY8" fmla="*/ 510187 h 607497"/>
              <a:gd name="connsiteX9" fmla="*/ 324107 w 490994"/>
              <a:gd name="connsiteY9" fmla="*/ 529804 h 607497"/>
              <a:gd name="connsiteX10" fmla="*/ 304395 w 490994"/>
              <a:gd name="connsiteY10" fmla="*/ 549421 h 607497"/>
              <a:gd name="connsiteX11" fmla="*/ 186520 w 490994"/>
              <a:gd name="connsiteY11" fmla="*/ 549421 h 607497"/>
              <a:gd name="connsiteX12" fmla="*/ 166887 w 490994"/>
              <a:gd name="connsiteY12" fmla="*/ 529804 h 607497"/>
              <a:gd name="connsiteX13" fmla="*/ 186520 w 490994"/>
              <a:gd name="connsiteY13" fmla="*/ 510187 h 607497"/>
              <a:gd name="connsiteX14" fmla="*/ 62837 w 490994"/>
              <a:gd name="connsiteY14" fmla="*/ 319449 h 607497"/>
              <a:gd name="connsiteX15" fmla="*/ 79611 w 490994"/>
              <a:gd name="connsiteY15" fmla="*/ 330831 h 607497"/>
              <a:gd name="connsiteX16" fmla="*/ 87445 w 490994"/>
              <a:gd name="connsiteY16" fmla="*/ 348457 h 607497"/>
              <a:gd name="connsiteX17" fmla="*/ 79137 w 490994"/>
              <a:gd name="connsiteY17" fmla="*/ 374856 h 607497"/>
              <a:gd name="connsiteX18" fmla="*/ 64498 w 490994"/>
              <a:gd name="connsiteY18" fmla="*/ 383314 h 607497"/>
              <a:gd name="connsiteX19" fmla="*/ 54687 w 490994"/>
              <a:gd name="connsiteY19" fmla="*/ 385922 h 607497"/>
              <a:gd name="connsiteX20" fmla="*/ 37675 w 490994"/>
              <a:gd name="connsiteY20" fmla="*/ 376121 h 607497"/>
              <a:gd name="connsiteX21" fmla="*/ 28021 w 490994"/>
              <a:gd name="connsiteY21" fmla="*/ 359285 h 607497"/>
              <a:gd name="connsiteX22" fmla="*/ 26043 w 490994"/>
              <a:gd name="connsiteY22" fmla="*/ 344426 h 607497"/>
              <a:gd name="connsiteX23" fmla="*/ 35222 w 490994"/>
              <a:gd name="connsiteY23" fmla="*/ 332491 h 607497"/>
              <a:gd name="connsiteX24" fmla="*/ 53500 w 490994"/>
              <a:gd name="connsiteY24" fmla="*/ 321978 h 607497"/>
              <a:gd name="connsiteX25" fmla="*/ 62837 w 490994"/>
              <a:gd name="connsiteY25" fmla="*/ 319449 h 607497"/>
              <a:gd name="connsiteX26" fmla="*/ 427899 w 490994"/>
              <a:gd name="connsiteY26" fmla="*/ 319379 h 607497"/>
              <a:gd name="connsiteX27" fmla="*/ 437320 w 490994"/>
              <a:gd name="connsiteY27" fmla="*/ 321908 h 607497"/>
              <a:gd name="connsiteX28" fmla="*/ 455767 w 490994"/>
              <a:gd name="connsiteY28" fmla="*/ 332498 h 607497"/>
              <a:gd name="connsiteX29" fmla="*/ 464871 w 490994"/>
              <a:gd name="connsiteY29" fmla="*/ 344431 h 607497"/>
              <a:gd name="connsiteX30" fmla="*/ 462971 w 490994"/>
              <a:gd name="connsiteY30" fmla="*/ 359289 h 607497"/>
              <a:gd name="connsiteX31" fmla="*/ 453233 w 490994"/>
              <a:gd name="connsiteY31" fmla="*/ 376122 h 607497"/>
              <a:gd name="connsiteX32" fmla="*/ 436212 w 490994"/>
              <a:gd name="connsiteY32" fmla="*/ 385922 h 607497"/>
              <a:gd name="connsiteX33" fmla="*/ 426395 w 490994"/>
              <a:gd name="connsiteY33" fmla="*/ 383235 h 607497"/>
              <a:gd name="connsiteX34" fmla="*/ 411511 w 490994"/>
              <a:gd name="connsiteY34" fmla="*/ 374700 h 607497"/>
              <a:gd name="connsiteX35" fmla="*/ 403198 w 490994"/>
              <a:gd name="connsiteY35" fmla="*/ 348225 h 607497"/>
              <a:gd name="connsiteX36" fmla="*/ 411115 w 490994"/>
              <a:gd name="connsiteY36" fmla="*/ 330759 h 607497"/>
              <a:gd name="connsiteX37" fmla="*/ 427899 w 490994"/>
              <a:gd name="connsiteY37" fmla="*/ 319379 h 607497"/>
              <a:gd name="connsiteX38" fmla="*/ 19624 w 490994"/>
              <a:gd name="connsiteY38" fmla="*/ 215859 h 607497"/>
              <a:gd name="connsiteX39" fmla="*/ 40990 w 490994"/>
              <a:gd name="connsiteY39" fmla="*/ 215859 h 607497"/>
              <a:gd name="connsiteX40" fmla="*/ 54917 w 490994"/>
              <a:gd name="connsiteY40" fmla="*/ 222024 h 607497"/>
              <a:gd name="connsiteX41" fmla="*/ 59269 w 490994"/>
              <a:gd name="connsiteY41" fmla="*/ 236489 h 607497"/>
              <a:gd name="connsiteX42" fmla="*/ 58636 w 490994"/>
              <a:gd name="connsiteY42" fmla="*/ 245104 h 607497"/>
              <a:gd name="connsiteX43" fmla="*/ 59269 w 490994"/>
              <a:gd name="connsiteY43" fmla="*/ 253719 h 607497"/>
              <a:gd name="connsiteX44" fmla="*/ 54996 w 490994"/>
              <a:gd name="connsiteY44" fmla="*/ 268263 h 607497"/>
              <a:gd name="connsiteX45" fmla="*/ 41069 w 490994"/>
              <a:gd name="connsiteY45" fmla="*/ 274428 h 607497"/>
              <a:gd name="connsiteX46" fmla="*/ 19624 w 490994"/>
              <a:gd name="connsiteY46" fmla="*/ 274428 h 607497"/>
              <a:gd name="connsiteX47" fmla="*/ 0 w 490994"/>
              <a:gd name="connsiteY47" fmla="*/ 254826 h 607497"/>
              <a:gd name="connsiteX48" fmla="*/ 0 w 490994"/>
              <a:gd name="connsiteY48" fmla="*/ 235461 h 607497"/>
              <a:gd name="connsiteX49" fmla="*/ 19624 w 490994"/>
              <a:gd name="connsiteY49" fmla="*/ 215859 h 607497"/>
              <a:gd name="connsiteX50" fmla="*/ 450011 w 490994"/>
              <a:gd name="connsiteY50" fmla="*/ 215789 h 607497"/>
              <a:gd name="connsiteX51" fmla="*/ 471373 w 490994"/>
              <a:gd name="connsiteY51" fmla="*/ 215789 h 607497"/>
              <a:gd name="connsiteX52" fmla="*/ 490994 w 490994"/>
              <a:gd name="connsiteY52" fmla="*/ 235467 h 607497"/>
              <a:gd name="connsiteX53" fmla="*/ 490994 w 490994"/>
              <a:gd name="connsiteY53" fmla="*/ 254830 h 607497"/>
              <a:gd name="connsiteX54" fmla="*/ 471373 w 490994"/>
              <a:gd name="connsiteY54" fmla="*/ 274429 h 607497"/>
              <a:gd name="connsiteX55" fmla="*/ 449931 w 490994"/>
              <a:gd name="connsiteY55" fmla="*/ 274429 h 607497"/>
              <a:gd name="connsiteX56" fmla="*/ 436007 w 490994"/>
              <a:gd name="connsiteY56" fmla="*/ 268265 h 607497"/>
              <a:gd name="connsiteX57" fmla="*/ 431655 w 490994"/>
              <a:gd name="connsiteY57" fmla="*/ 253723 h 607497"/>
              <a:gd name="connsiteX58" fmla="*/ 432367 w 490994"/>
              <a:gd name="connsiteY58" fmla="*/ 245109 h 607497"/>
              <a:gd name="connsiteX59" fmla="*/ 431655 w 490994"/>
              <a:gd name="connsiteY59" fmla="*/ 236495 h 607497"/>
              <a:gd name="connsiteX60" fmla="*/ 436007 w 490994"/>
              <a:gd name="connsiteY60" fmla="*/ 221953 h 607497"/>
              <a:gd name="connsiteX61" fmla="*/ 450011 w 490994"/>
              <a:gd name="connsiteY61" fmla="*/ 215789 h 607497"/>
              <a:gd name="connsiteX62" fmla="*/ 245501 w 490994"/>
              <a:gd name="connsiteY62" fmla="*/ 133735 h 607497"/>
              <a:gd name="connsiteX63" fmla="*/ 137281 w 490994"/>
              <a:gd name="connsiteY63" fmla="*/ 241809 h 607497"/>
              <a:gd name="connsiteX64" fmla="*/ 171639 w 490994"/>
              <a:gd name="connsiteY64" fmla="*/ 338656 h 607497"/>
              <a:gd name="connsiteX65" fmla="*/ 208372 w 490994"/>
              <a:gd name="connsiteY65" fmla="*/ 425858 h 607497"/>
              <a:gd name="connsiteX66" fmla="*/ 211459 w 490994"/>
              <a:gd name="connsiteY66" fmla="*/ 428388 h 607497"/>
              <a:gd name="connsiteX67" fmla="*/ 279305 w 490994"/>
              <a:gd name="connsiteY67" fmla="*/ 428388 h 607497"/>
              <a:gd name="connsiteX68" fmla="*/ 282313 w 490994"/>
              <a:gd name="connsiteY68" fmla="*/ 425858 h 607497"/>
              <a:gd name="connsiteX69" fmla="*/ 319838 w 490994"/>
              <a:gd name="connsiteY69" fmla="*/ 336759 h 607497"/>
              <a:gd name="connsiteX70" fmla="*/ 319918 w 490994"/>
              <a:gd name="connsiteY70" fmla="*/ 336601 h 607497"/>
              <a:gd name="connsiteX71" fmla="*/ 353722 w 490994"/>
              <a:gd name="connsiteY71" fmla="*/ 241809 h 607497"/>
              <a:gd name="connsiteX72" fmla="*/ 245501 w 490994"/>
              <a:gd name="connsiteY72" fmla="*/ 133735 h 607497"/>
              <a:gd name="connsiteX73" fmla="*/ 436205 w 490994"/>
              <a:gd name="connsiteY73" fmla="*/ 104366 h 607497"/>
              <a:gd name="connsiteX74" fmla="*/ 453224 w 490994"/>
              <a:gd name="connsiteY74" fmla="*/ 114168 h 607497"/>
              <a:gd name="connsiteX75" fmla="*/ 462960 w 490994"/>
              <a:gd name="connsiteY75" fmla="*/ 131006 h 607497"/>
              <a:gd name="connsiteX76" fmla="*/ 455757 w 490994"/>
              <a:gd name="connsiteY76" fmla="*/ 157804 h 607497"/>
              <a:gd name="connsiteX77" fmla="*/ 437788 w 490994"/>
              <a:gd name="connsiteY77" fmla="*/ 168159 h 607497"/>
              <a:gd name="connsiteX78" fmla="*/ 428289 w 490994"/>
              <a:gd name="connsiteY78" fmla="*/ 170768 h 607497"/>
              <a:gd name="connsiteX79" fmla="*/ 411349 w 490994"/>
              <a:gd name="connsiteY79" fmla="*/ 160254 h 607497"/>
              <a:gd name="connsiteX80" fmla="*/ 402009 w 490994"/>
              <a:gd name="connsiteY80" fmla="*/ 144365 h 607497"/>
              <a:gd name="connsiteX81" fmla="*/ 399317 w 490994"/>
              <a:gd name="connsiteY81" fmla="*/ 129346 h 607497"/>
              <a:gd name="connsiteX82" fmla="*/ 408262 w 490994"/>
              <a:gd name="connsiteY82" fmla="*/ 117488 h 607497"/>
              <a:gd name="connsiteX83" fmla="*/ 426389 w 490994"/>
              <a:gd name="connsiteY83" fmla="*/ 107054 h 607497"/>
              <a:gd name="connsiteX84" fmla="*/ 436205 w 490994"/>
              <a:gd name="connsiteY84" fmla="*/ 104366 h 607497"/>
              <a:gd name="connsiteX85" fmla="*/ 54676 w 490994"/>
              <a:gd name="connsiteY85" fmla="*/ 104366 h 607497"/>
              <a:gd name="connsiteX86" fmla="*/ 64501 w 490994"/>
              <a:gd name="connsiteY86" fmla="*/ 107054 h 607497"/>
              <a:gd name="connsiteX87" fmla="*/ 82644 w 490994"/>
              <a:gd name="connsiteY87" fmla="*/ 117488 h 607497"/>
              <a:gd name="connsiteX88" fmla="*/ 91596 w 490994"/>
              <a:gd name="connsiteY88" fmla="*/ 129346 h 607497"/>
              <a:gd name="connsiteX89" fmla="*/ 88903 w 490994"/>
              <a:gd name="connsiteY89" fmla="*/ 144365 h 607497"/>
              <a:gd name="connsiteX90" fmla="*/ 79633 w 490994"/>
              <a:gd name="connsiteY90" fmla="*/ 160254 h 607497"/>
              <a:gd name="connsiteX91" fmla="*/ 62678 w 490994"/>
              <a:gd name="connsiteY91" fmla="*/ 170768 h 607497"/>
              <a:gd name="connsiteX92" fmla="*/ 53171 w 490994"/>
              <a:gd name="connsiteY92" fmla="*/ 168159 h 607497"/>
              <a:gd name="connsiteX93" fmla="*/ 35186 w 490994"/>
              <a:gd name="connsiteY93" fmla="*/ 157804 h 607497"/>
              <a:gd name="connsiteX94" fmla="*/ 27977 w 490994"/>
              <a:gd name="connsiteY94" fmla="*/ 131006 h 607497"/>
              <a:gd name="connsiteX95" fmla="*/ 37642 w 490994"/>
              <a:gd name="connsiteY95" fmla="*/ 114168 h 607497"/>
              <a:gd name="connsiteX96" fmla="*/ 54676 w 490994"/>
              <a:gd name="connsiteY96" fmla="*/ 104366 h 607497"/>
              <a:gd name="connsiteX97" fmla="*/ 245501 w 490994"/>
              <a:gd name="connsiteY97" fmla="*/ 75152 h 607497"/>
              <a:gd name="connsiteX98" fmla="*/ 412384 w 490994"/>
              <a:gd name="connsiteY98" fmla="*/ 241809 h 607497"/>
              <a:gd name="connsiteX99" fmla="*/ 372247 w 490994"/>
              <a:gd name="connsiteY99" fmla="*/ 363006 h 607497"/>
              <a:gd name="connsiteX100" fmla="*/ 334168 w 490994"/>
              <a:gd name="connsiteY100" fmla="*/ 468155 h 607497"/>
              <a:gd name="connsiteX101" fmla="*/ 314138 w 490994"/>
              <a:gd name="connsiteY101" fmla="*/ 486971 h 607497"/>
              <a:gd name="connsiteX102" fmla="*/ 176864 w 490994"/>
              <a:gd name="connsiteY102" fmla="*/ 486971 h 607497"/>
              <a:gd name="connsiteX103" fmla="*/ 156755 w 490994"/>
              <a:gd name="connsiteY103" fmla="*/ 468155 h 607497"/>
              <a:gd name="connsiteX104" fmla="*/ 119151 w 490994"/>
              <a:gd name="connsiteY104" fmla="*/ 364825 h 607497"/>
              <a:gd name="connsiteX105" fmla="*/ 78618 w 490994"/>
              <a:gd name="connsiteY105" fmla="*/ 241809 h 607497"/>
              <a:gd name="connsiteX106" fmla="*/ 245501 w 490994"/>
              <a:gd name="connsiteY106" fmla="*/ 75152 h 607497"/>
              <a:gd name="connsiteX107" fmla="*/ 350001 w 490994"/>
              <a:gd name="connsiteY107" fmla="*/ 25404 h 607497"/>
              <a:gd name="connsiteX108" fmla="*/ 359812 w 490994"/>
              <a:gd name="connsiteY108" fmla="*/ 28012 h 607497"/>
              <a:gd name="connsiteX109" fmla="*/ 376587 w 490994"/>
              <a:gd name="connsiteY109" fmla="*/ 37731 h 607497"/>
              <a:gd name="connsiteX110" fmla="*/ 383787 w 490994"/>
              <a:gd name="connsiteY110" fmla="*/ 64519 h 607497"/>
              <a:gd name="connsiteX111" fmla="*/ 373343 w 490994"/>
              <a:gd name="connsiteY111" fmla="*/ 82536 h 607497"/>
              <a:gd name="connsiteX112" fmla="*/ 357043 w 490994"/>
              <a:gd name="connsiteY112" fmla="*/ 92018 h 607497"/>
              <a:gd name="connsiteX113" fmla="*/ 346440 w 490994"/>
              <a:gd name="connsiteY113" fmla="*/ 88857 h 607497"/>
              <a:gd name="connsiteX114" fmla="*/ 330536 w 490994"/>
              <a:gd name="connsiteY114" fmla="*/ 79533 h 607497"/>
              <a:gd name="connsiteX115" fmla="*/ 320803 w 490994"/>
              <a:gd name="connsiteY115" fmla="*/ 67917 h 607497"/>
              <a:gd name="connsiteX116" fmla="*/ 322623 w 490994"/>
              <a:gd name="connsiteY116" fmla="*/ 53219 h 607497"/>
              <a:gd name="connsiteX117" fmla="*/ 332989 w 490994"/>
              <a:gd name="connsiteY117" fmla="*/ 35202 h 607497"/>
              <a:gd name="connsiteX118" fmla="*/ 350001 w 490994"/>
              <a:gd name="connsiteY118" fmla="*/ 25404 h 607497"/>
              <a:gd name="connsiteX119" fmla="*/ 140881 w 490994"/>
              <a:gd name="connsiteY119" fmla="*/ 25404 h 607497"/>
              <a:gd name="connsiteX120" fmla="*/ 157911 w 490994"/>
              <a:gd name="connsiteY120" fmla="*/ 35202 h 607497"/>
              <a:gd name="connsiteX121" fmla="*/ 168367 w 490994"/>
              <a:gd name="connsiteY121" fmla="*/ 53219 h 607497"/>
              <a:gd name="connsiteX122" fmla="*/ 170189 w 490994"/>
              <a:gd name="connsiteY122" fmla="*/ 67917 h 607497"/>
              <a:gd name="connsiteX123" fmla="*/ 160367 w 490994"/>
              <a:gd name="connsiteY123" fmla="*/ 79533 h 607497"/>
              <a:gd name="connsiteX124" fmla="*/ 144446 w 490994"/>
              <a:gd name="connsiteY124" fmla="*/ 88857 h 607497"/>
              <a:gd name="connsiteX125" fmla="*/ 133831 w 490994"/>
              <a:gd name="connsiteY125" fmla="*/ 92018 h 607497"/>
              <a:gd name="connsiteX126" fmla="*/ 117514 w 490994"/>
              <a:gd name="connsiteY126" fmla="*/ 82615 h 607497"/>
              <a:gd name="connsiteX127" fmla="*/ 107058 w 490994"/>
              <a:gd name="connsiteY127" fmla="*/ 64519 h 607497"/>
              <a:gd name="connsiteX128" fmla="*/ 105078 w 490994"/>
              <a:gd name="connsiteY128" fmla="*/ 49584 h 607497"/>
              <a:gd name="connsiteX129" fmla="*/ 114266 w 490994"/>
              <a:gd name="connsiteY129" fmla="*/ 37731 h 607497"/>
              <a:gd name="connsiteX130" fmla="*/ 131059 w 490994"/>
              <a:gd name="connsiteY130" fmla="*/ 28012 h 607497"/>
              <a:gd name="connsiteX131" fmla="*/ 140881 w 490994"/>
              <a:gd name="connsiteY131" fmla="*/ 25404 h 607497"/>
              <a:gd name="connsiteX132" fmla="*/ 235768 w 490994"/>
              <a:gd name="connsiteY132" fmla="*/ 0 h 607497"/>
              <a:gd name="connsiteX133" fmla="*/ 255156 w 490994"/>
              <a:gd name="connsiteY133" fmla="*/ 0 h 607497"/>
              <a:gd name="connsiteX134" fmla="*/ 274782 w 490994"/>
              <a:gd name="connsiteY134" fmla="*/ 19595 h 607497"/>
              <a:gd name="connsiteX135" fmla="*/ 274782 w 490994"/>
              <a:gd name="connsiteY135" fmla="*/ 40927 h 607497"/>
              <a:gd name="connsiteX136" fmla="*/ 256581 w 490994"/>
              <a:gd name="connsiteY136" fmla="*/ 59416 h 607497"/>
              <a:gd name="connsiteX137" fmla="*/ 254127 w 490994"/>
              <a:gd name="connsiteY137" fmla="*/ 59258 h 607497"/>
              <a:gd name="connsiteX138" fmla="*/ 245502 w 490994"/>
              <a:gd name="connsiteY138" fmla="*/ 58547 h 607497"/>
              <a:gd name="connsiteX139" fmla="*/ 236876 w 490994"/>
              <a:gd name="connsiteY139" fmla="*/ 59258 h 607497"/>
              <a:gd name="connsiteX140" fmla="*/ 234422 w 490994"/>
              <a:gd name="connsiteY140" fmla="*/ 59416 h 607497"/>
              <a:gd name="connsiteX141" fmla="*/ 216142 w 490994"/>
              <a:gd name="connsiteY141" fmla="*/ 40927 h 607497"/>
              <a:gd name="connsiteX142" fmla="*/ 216142 w 490994"/>
              <a:gd name="connsiteY142" fmla="*/ 19595 h 607497"/>
              <a:gd name="connsiteX143" fmla="*/ 235768 w 490994"/>
              <a:gd name="connsiteY143" fmla="*/ 0 h 607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490994" h="607497">
                <a:moveTo>
                  <a:pt x="203312" y="568333"/>
                </a:moveTo>
                <a:lnTo>
                  <a:pt x="287691" y="568333"/>
                </a:lnTo>
                <a:cubicBezTo>
                  <a:pt x="298456" y="568333"/>
                  <a:pt x="307242" y="577115"/>
                  <a:pt x="307242" y="587955"/>
                </a:cubicBezTo>
                <a:cubicBezTo>
                  <a:pt x="307242" y="598794"/>
                  <a:pt x="298456" y="607497"/>
                  <a:pt x="287691" y="607497"/>
                </a:cubicBezTo>
                <a:lnTo>
                  <a:pt x="203312" y="607497"/>
                </a:lnTo>
                <a:cubicBezTo>
                  <a:pt x="192468" y="607497"/>
                  <a:pt x="183682" y="598794"/>
                  <a:pt x="183682" y="587955"/>
                </a:cubicBezTo>
                <a:cubicBezTo>
                  <a:pt x="183682" y="577115"/>
                  <a:pt x="192468" y="568333"/>
                  <a:pt x="203312" y="568333"/>
                </a:cubicBezTo>
                <a:close/>
                <a:moveTo>
                  <a:pt x="186520" y="510187"/>
                </a:moveTo>
                <a:lnTo>
                  <a:pt x="304395" y="510187"/>
                </a:lnTo>
                <a:cubicBezTo>
                  <a:pt x="315320" y="510187"/>
                  <a:pt x="324107" y="518967"/>
                  <a:pt x="324107" y="529804"/>
                </a:cubicBezTo>
                <a:cubicBezTo>
                  <a:pt x="324107" y="540641"/>
                  <a:pt x="315320" y="549421"/>
                  <a:pt x="304395" y="549421"/>
                </a:cubicBezTo>
                <a:lnTo>
                  <a:pt x="186520" y="549421"/>
                </a:lnTo>
                <a:cubicBezTo>
                  <a:pt x="175674" y="549421"/>
                  <a:pt x="166887" y="540641"/>
                  <a:pt x="166887" y="529804"/>
                </a:cubicBezTo>
                <a:cubicBezTo>
                  <a:pt x="166887" y="518967"/>
                  <a:pt x="175674" y="510187"/>
                  <a:pt x="186520" y="510187"/>
                </a:cubicBezTo>
                <a:close/>
                <a:moveTo>
                  <a:pt x="62837" y="319449"/>
                </a:moveTo>
                <a:cubicBezTo>
                  <a:pt x="70116" y="319449"/>
                  <a:pt x="76684" y="323954"/>
                  <a:pt x="79611" y="330831"/>
                </a:cubicBezTo>
                <a:cubicBezTo>
                  <a:pt x="82064" y="336601"/>
                  <a:pt x="84676" y="342529"/>
                  <a:pt x="87445" y="348457"/>
                </a:cubicBezTo>
                <a:cubicBezTo>
                  <a:pt x="91876" y="358021"/>
                  <a:pt x="88236" y="369640"/>
                  <a:pt x="79137" y="374856"/>
                </a:cubicBezTo>
                <a:lnTo>
                  <a:pt x="64498" y="383314"/>
                </a:lnTo>
                <a:cubicBezTo>
                  <a:pt x="61571" y="384974"/>
                  <a:pt x="58168" y="385922"/>
                  <a:pt x="54687" y="385922"/>
                </a:cubicBezTo>
                <a:cubicBezTo>
                  <a:pt x="47724" y="385922"/>
                  <a:pt x="41156" y="382128"/>
                  <a:pt x="37675" y="376121"/>
                </a:cubicBezTo>
                <a:lnTo>
                  <a:pt x="28021" y="359285"/>
                </a:lnTo>
                <a:cubicBezTo>
                  <a:pt x="25410" y="354780"/>
                  <a:pt x="24698" y="349484"/>
                  <a:pt x="26043" y="344426"/>
                </a:cubicBezTo>
                <a:cubicBezTo>
                  <a:pt x="27388" y="339367"/>
                  <a:pt x="30632" y="335099"/>
                  <a:pt x="35222" y="332491"/>
                </a:cubicBezTo>
                <a:lnTo>
                  <a:pt x="53500" y="321978"/>
                </a:lnTo>
                <a:cubicBezTo>
                  <a:pt x="56348" y="320319"/>
                  <a:pt x="59593" y="319449"/>
                  <a:pt x="62837" y="319449"/>
                </a:cubicBezTo>
                <a:close/>
                <a:moveTo>
                  <a:pt x="427899" y="319379"/>
                </a:moveTo>
                <a:cubicBezTo>
                  <a:pt x="431145" y="319379"/>
                  <a:pt x="434391" y="320248"/>
                  <a:pt x="437320" y="321908"/>
                </a:cubicBezTo>
                <a:lnTo>
                  <a:pt x="455767" y="332498"/>
                </a:lnTo>
                <a:cubicBezTo>
                  <a:pt x="460279" y="335106"/>
                  <a:pt x="463525" y="339374"/>
                  <a:pt x="464871" y="344431"/>
                </a:cubicBezTo>
                <a:cubicBezTo>
                  <a:pt x="466296" y="349489"/>
                  <a:pt x="465583" y="354784"/>
                  <a:pt x="462971" y="359289"/>
                </a:cubicBezTo>
                <a:lnTo>
                  <a:pt x="453233" y="376122"/>
                </a:lnTo>
                <a:cubicBezTo>
                  <a:pt x="449750" y="382129"/>
                  <a:pt x="443258" y="385922"/>
                  <a:pt x="436212" y="385922"/>
                </a:cubicBezTo>
                <a:cubicBezTo>
                  <a:pt x="432808" y="385922"/>
                  <a:pt x="429403" y="384974"/>
                  <a:pt x="426395" y="383235"/>
                </a:cubicBezTo>
                <a:lnTo>
                  <a:pt x="411511" y="374700"/>
                </a:lnTo>
                <a:cubicBezTo>
                  <a:pt x="402407" y="369405"/>
                  <a:pt x="398765" y="357787"/>
                  <a:pt x="403198" y="348225"/>
                </a:cubicBezTo>
                <a:cubicBezTo>
                  <a:pt x="405969" y="342456"/>
                  <a:pt x="408582" y="336529"/>
                  <a:pt x="411115" y="330759"/>
                </a:cubicBezTo>
                <a:cubicBezTo>
                  <a:pt x="414045" y="323805"/>
                  <a:pt x="420616" y="319379"/>
                  <a:pt x="427899" y="319379"/>
                </a:cubicBezTo>
                <a:close/>
                <a:moveTo>
                  <a:pt x="19624" y="215859"/>
                </a:moveTo>
                <a:lnTo>
                  <a:pt x="40990" y="215859"/>
                </a:lnTo>
                <a:cubicBezTo>
                  <a:pt x="46371" y="215859"/>
                  <a:pt x="51435" y="218072"/>
                  <a:pt x="54917" y="222024"/>
                </a:cubicBezTo>
                <a:cubicBezTo>
                  <a:pt x="58398" y="225897"/>
                  <a:pt x="59981" y="231193"/>
                  <a:pt x="59269" y="236489"/>
                </a:cubicBezTo>
                <a:cubicBezTo>
                  <a:pt x="58952" y="239097"/>
                  <a:pt x="58636" y="242101"/>
                  <a:pt x="58636" y="245104"/>
                </a:cubicBezTo>
                <a:cubicBezTo>
                  <a:pt x="58636" y="248187"/>
                  <a:pt x="58952" y="251348"/>
                  <a:pt x="59269" y="253719"/>
                </a:cubicBezTo>
                <a:cubicBezTo>
                  <a:pt x="59981" y="259094"/>
                  <a:pt x="58398" y="264390"/>
                  <a:pt x="54996" y="268263"/>
                </a:cubicBezTo>
                <a:cubicBezTo>
                  <a:pt x="51514" y="272136"/>
                  <a:pt x="46450" y="274428"/>
                  <a:pt x="41069" y="274428"/>
                </a:cubicBezTo>
                <a:lnTo>
                  <a:pt x="19624" y="274428"/>
                </a:lnTo>
                <a:cubicBezTo>
                  <a:pt x="8783" y="274428"/>
                  <a:pt x="0" y="265576"/>
                  <a:pt x="0" y="254826"/>
                </a:cubicBezTo>
                <a:lnTo>
                  <a:pt x="0" y="235461"/>
                </a:lnTo>
                <a:cubicBezTo>
                  <a:pt x="0" y="224633"/>
                  <a:pt x="8783" y="215859"/>
                  <a:pt x="19624" y="215859"/>
                </a:cubicBezTo>
                <a:close/>
                <a:moveTo>
                  <a:pt x="450011" y="215789"/>
                </a:moveTo>
                <a:lnTo>
                  <a:pt x="471373" y="215789"/>
                </a:lnTo>
                <a:cubicBezTo>
                  <a:pt x="482133" y="215789"/>
                  <a:pt x="490994" y="224640"/>
                  <a:pt x="490994" y="235467"/>
                </a:cubicBezTo>
                <a:lnTo>
                  <a:pt x="490994" y="254830"/>
                </a:lnTo>
                <a:cubicBezTo>
                  <a:pt x="490994" y="265578"/>
                  <a:pt x="482133" y="274429"/>
                  <a:pt x="471373" y="274429"/>
                </a:cubicBezTo>
                <a:lnTo>
                  <a:pt x="449931" y="274429"/>
                </a:lnTo>
                <a:cubicBezTo>
                  <a:pt x="444472" y="274429"/>
                  <a:pt x="439409" y="272137"/>
                  <a:pt x="436007" y="268265"/>
                </a:cubicBezTo>
                <a:cubicBezTo>
                  <a:pt x="432525" y="264313"/>
                  <a:pt x="430943" y="259018"/>
                  <a:pt x="431655" y="253723"/>
                </a:cubicBezTo>
                <a:cubicBezTo>
                  <a:pt x="431972" y="251352"/>
                  <a:pt x="432367" y="248191"/>
                  <a:pt x="432367" y="245109"/>
                </a:cubicBezTo>
                <a:cubicBezTo>
                  <a:pt x="432367" y="242106"/>
                  <a:pt x="431972" y="239024"/>
                  <a:pt x="431655" y="236495"/>
                </a:cubicBezTo>
                <a:cubicBezTo>
                  <a:pt x="431022" y="231200"/>
                  <a:pt x="432604" y="225905"/>
                  <a:pt x="436007" y="221953"/>
                </a:cubicBezTo>
                <a:cubicBezTo>
                  <a:pt x="439488" y="218081"/>
                  <a:pt x="444551" y="215789"/>
                  <a:pt x="450011" y="215789"/>
                </a:cubicBezTo>
                <a:close/>
                <a:moveTo>
                  <a:pt x="245501" y="133735"/>
                </a:moveTo>
                <a:cubicBezTo>
                  <a:pt x="185810" y="133735"/>
                  <a:pt x="137281" y="182198"/>
                  <a:pt x="137281" y="241809"/>
                </a:cubicBezTo>
                <a:cubicBezTo>
                  <a:pt x="137281" y="269717"/>
                  <a:pt x="153905" y="303159"/>
                  <a:pt x="171639" y="338656"/>
                </a:cubicBezTo>
                <a:cubicBezTo>
                  <a:pt x="185572" y="366564"/>
                  <a:pt x="199901" y="395342"/>
                  <a:pt x="208372" y="425858"/>
                </a:cubicBezTo>
                <a:cubicBezTo>
                  <a:pt x="208768" y="427123"/>
                  <a:pt x="210430" y="428388"/>
                  <a:pt x="211459" y="428388"/>
                </a:cubicBezTo>
                <a:lnTo>
                  <a:pt x="279305" y="428388"/>
                </a:lnTo>
                <a:cubicBezTo>
                  <a:pt x="280255" y="428388"/>
                  <a:pt x="281997" y="427123"/>
                  <a:pt x="282313" y="425858"/>
                </a:cubicBezTo>
                <a:cubicBezTo>
                  <a:pt x="290863" y="394314"/>
                  <a:pt x="305588" y="364983"/>
                  <a:pt x="319838" y="336759"/>
                </a:cubicBezTo>
                <a:lnTo>
                  <a:pt x="319918" y="336601"/>
                </a:lnTo>
                <a:cubicBezTo>
                  <a:pt x="337255" y="301973"/>
                  <a:pt x="353722" y="269321"/>
                  <a:pt x="353722" y="241809"/>
                </a:cubicBezTo>
                <a:cubicBezTo>
                  <a:pt x="353722" y="182198"/>
                  <a:pt x="305113" y="133735"/>
                  <a:pt x="245501" y="133735"/>
                </a:cubicBezTo>
                <a:close/>
                <a:moveTo>
                  <a:pt x="436205" y="104366"/>
                </a:moveTo>
                <a:cubicBezTo>
                  <a:pt x="443250" y="104366"/>
                  <a:pt x="449741" y="108160"/>
                  <a:pt x="453224" y="114168"/>
                </a:cubicBezTo>
                <a:lnTo>
                  <a:pt x="462960" y="131006"/>
                </a:lnTo>
                <a:cubicBezTo>
                  <a:pt x="468343" y="140334"/>
                  <a:pt x="465098" y="152428"/>
                  <a:pt x="455757" y="157804"/>
                </a:cubicBezTo>
                <a:lnTo>
                  <a:pt x="437788" y="168159"/>
                </a:lnTo>
                <a:cubicBezTo>
                  <a:pt x="434859" y="169819"/>
                  <a:pt x="431535" y="170768"/>
                  <a:pt x="428289" y="170768"/>
                </a:cubicBezTo>
                <a:cubicBezTo>
                  <a:pt x="421165" y="170768"/>
                  <a:pt x="414674" y="166737"/>
                  <a:pt x="411349" y="160254"/>
                </a:cubicBezTo>
                <a:cubicBezTo>
                  <a:pt x="408579" y="154879"/>
                  <a:pt x="405413" y="149504"/>
                  <a:pt x="402009" y="144365"/>
                </a:cubicBezTo>
                <a:cubicBezTo>
                  <a:pt x="399080" y="139780"/>
                  <a:pt x="398130" y="134484"/>
                  <a:pt x="399317" y="129346"/>
                </a:cubicBezTo>
                <a:cubicBezTo>
                  <a:pt x="400505" y="124366"/>
                  <a:pt x="403671" y="120097"/>
                  <a:pt x="408262" y="117488"/>
                </a:cubicBezTo>
                <a:lnTo>
                  <a:pt x="426389" y="107054"/>
                </a:lnTo>
                <a:cubicBezTo>
                  <a:pt x="429397" y="105315"/>
                  <a:pt x="432801" y="104366"/>
                  <a:pt x="436205" y="104366"/>
                </a:cubicBezTo>
                <a:close/>
                <a:moveTo>
                  <a:pt x="54676" y="104366"/>
                </a:moveTo>
                <a:cubicBezTo>
                  <a:pt x="58162" y="104366"/>
                  <a:pt x="61569" y="105315"/>
                  <a:pt x="64501" y="107054"/>
                </a:cubicBezTo>
                <a:lnTo>
                  <a:pt x="82644" y="117488"/>
                </a:lnTo>
                <a:cubicBezTo>
                  <a:pt x="87239" y="120097"/>
                  <a:pt x="90408" y="124366"/>
                  <a:pt x="91596" y="129346"/>
                </a:cubicBezTo>
                <a:cubicBezTo>
                  <a:pt x="92864" y="134484"/>
                  <a:pt x="91913" y="139780"/>
                  <a:pt x="88903" y="144365"/>
                </a:cubicBezTo>
                <a:cubicBezTo>
                  <a:pt x="85575" y="149504"/>
                  <a:pt x="82406" y="154879"/>
                  <a:pt x="79633" y="160254"/>
                </a:cubicBezTo>
                <a:cubicBezTo>
                  <a:pt x="76305" y="166737"/>
                  <a:pt x="69809" y="170768"/>
                  <a:pt x="62678" y="170768"/>
                </a:cubicBezTo>
                <a:cubicBezTo>
                  <a:pt x="59430" y="170768"/>
                  <a:pt x="56102" y="169819"/>
                  <a:pt x="53171" y="168159"/>
                </a:cubicBezTo>
                <a:lnTo>
                  <a:pt x="35186" y="157804"/>
                </a:lnTo>
                <a:cubicBezTo>
                  <a:pt x="25758" y="152428"/>
                  <a:pt x="22510" y="140334"/>
                  <a:pt x="27977" y="131006"/>
                </a:cubicBezTo>
                <a:lnTo>
                  <a:pt x="37642" y="114168"/>
                </a:lnTo>
                <a:cubicBezTo>
                  <a:pt x="41128" y="108160"/>
                  <a:pt x="47704" y="104366"/>
                  <a:pt x="54676" y="104366"/>
                </a:cubicBezTo>
                <a:close/>
                <a:moveTo>
                  <a:pt x="245501" y="75152"/>
                </a:moveTo>
                <a:cubicBezTo>
                  <a:pt x="337493" y="75152"/>
                  <a:pt x="412384" y="149942"/>
                  <a:pt x="412384" y="241809"/>
                </a:cubicBezTo>
                <a:cubicBezTo>
                  <a:pt x="412384" y="283236"/>
                  <a:pt x="391959" y="323793"/>
                  <a:pt x="372247" y="363006"/>
                </a:cubicBezTo>
                <a:cubicBezTo>
                  <a:pt x="354909" y="397634"/>
                  <a:pt x="336859" y="433448"/>
                  <a:pt x="334168" y="468155"/>
                </a:cubicBezTo>
                <a:cubicBezTo>
                  <a:pt x="333297" y="478749"/>
                  <a:pt x="324509" y="486971"/>
                  <a:pt x="314138" y="486971"/>
                </a:cubicBezTo>
                <a:lnTo>
                  <a:pt x="176864" y="486971"/>
                </a:lnTo>
                <a:cubicBezTo>
                  <a:pt x="166493" y="486971"/>
                  <a:pt x="157705" y="478749"/>
                  <a:pt x="156755" y="468155"/>
                </a:cubicBezTo>
                <a:cubicBezTo>
                  <a:pt x="153985" y="434792"/>
                  <a:pt x="137043" y="400797"/>
                  <a:pt x="119151" y="364825"/>
                </a:cubicBezTo>
                <a:cubicBezTo>
                  <a:pt x="99201" y="324821"/>
                  <a:pt x="78539" y="283473"/>
                  <a:pt x="78618" y="241809"/>
                </a:cubicBezTo>
                <a:cubicBezTo>
                  <a:pt x="78618" y="149942"/>
                  <a:pt x="153430" y="75152"/>
                  <a:pt x="245501" y="75152"/>
                </a:cubicBezTo>
                <a:close/>
                <a:moveTo>
                  <a:pt x="350001" y="25404"/>
                </a:moveTo>
                <a:cubicBezTo>
                  <a:pt x="353482" y="25404"/>
                  <a:pt x="356885" y="26273"/>
                  <a:pt x="359812" y="28012"/>
                </a:cubicBezTo>
                <a:lnTo>
                  <a:pt x="376587" y="37731"/>
                </a:lnTo>
                <a:cubicBezTo>
                  <a:pt x="386003" y="43104"/>
                  <a:pt x="389168" y="55116"/>
                  <a:pt x="383787" y="64519"/>
                </a:cubicBezTo>
                <a:lnTo>
                  <a:pt x="373343" y="82536"/>
                </a:lnTo>
                <a:cubicBezTo>
                  <a:pt x="369940" y="88462"/>
                  <a:pt x="363848" y="92018"/>
                  <a:pt x="357043" y="92018"/>
                </a:cubicBezTo>
                <a:cubicBezTo>
                  <a:pt x="353324" y="92018"/>
                  <a:pt x="349684" y="90912"/>
                  <a:pt x="346440" y="88857"/>
                </a:cubicBezTo>
                <a:cubicBezTo>
                  <a:pt x="341297" y="85459"/>
                  <a:pt x="335916" y="82378"/>
                  <a:pt x="330536" y="79533"/>
                </a:cubicBezTo>
                <a:cubicBezTo>
                  <a:pt x="325788" y="77083"/>
                  <a:pt x="322307" y="72974"/>
                  <a:pt x="320803" y="67917"/>
                </a:cubicBezTo>
                <a:cubicBezTo>
                  <a:pt x="319379" y="62939"/>
                  <a:pt x="320012" y="57723"/>
                  <a:pt x="322623" y="53219"/>
                </a:cubicBezTo>
                <a:lnTo>
                  <a:pt x="332989" y="35202"/>
                </a:lnTo>
                <a:cubicBezTo>
                  <a:pt x="336549" y="29197"/>
                  <a:pt x="343038" y="25404"/>
                  <a:pt x="350001" y="25404"/>
                </a:cubicBezTo>
                <a:close/>
                <a:moveTo>
                  <a:pt x="140881" y="25404"/>
                </a:moveTo>
                <a:cubicBezTo>
                  <a:pt x="147931" y="25404"/>
                  <a:pt x="154426" y="29197"/>
                  <a:pt x="157911" y="35202"/>
                </a:cubicBezTo>
                <a:lnTo>
                  <a:pt x="168367" y="53219"/>
                </a:lnTo>
                <a:cubicBezTo>
                  <a:pt x="170981" y="57723"/>
                  <a:pt x="171615" y="62939"/>
                  <a:pt x="170189" y="67917"/>
                </a:cubicBezTo>
                <a:cubicBezTo>
                  <a:pt x="168684" y="72974"/>
                  <a:pt x="165199" y="77083"/>
                  <a:pt x="160367" y="79533"/>
                </a:cubicBezTo>
                <a:cubicBezTo>
                  <a:pt x="154981" y="82378"/>
                  <a:pt x="149673" y="85459"/>
                  <a:pt x="144446" y="88857"/>
                </a:cubicBezTo>
                <a:cubicBezTo>
                  <a:pt x="141198" y="90912"/>
                  <a:pt x="137554" y="92018"/>
                  <a:pt x="133831" y="92018"/>
                </a:cubicBezTo>
                <a:cubicBezTo>
                  <a:pt x="127019" y="92018"/>
                  <a:pt x="120999" y="88541"/>
                  <a:pt x="117514" y="82615"/>
                </a:cubicBezTo>
                <a:lnTo>
                  <a:pt x="107058" y="64519"/>
                </a:lnTo>
                <a:cubicBezTo>
                  <a:pt x="104444" y="59936"/>
                  <a:pt x="103731" y="54641"/>
                  <a:pt x="105078" y="49584"/>
                </a:cubicBezTo>
                <a:cubicBezTo>
                  <a:pt x="106424" y="44527"/>
                  <a:pt x="109672" y="40339"/>
                  <a:pt x="114266" y="37731"/>
                </a:cubicBezTo>
                <a:lnTo>
                  <a:pt x="131059" y="28012"/>
                </a:lnTo>
                <a:cubicBezTo>
                  <a:pt x="134069" y="26273"/>
                  <a:pt x="137475" y="25404"/>
                  <a:pt x="140881" y="25404"/>
                </a:cubicBezTo>
                <a:close/>
                <a:moveTo>
                  <a:pt x="235768" y="0"/>
                </a:moveTo>
                <a:lnTo>
                  <a:pt x="255156" y="0"/>
                </a:lnTo>
                <a:cubicBezTo>
                  <a:pt x="265998" y="0"/>
                  <a:pt x="274782" y="8770"/>
                  <a:pt x="274782" y="19595"/>
                </a:cubicBezTo>
                <a:lnTo>
                  <a:pt x="274782" y="40927"/>
                </a:lnTo>
                <a:cubicBezTo>
                  <a:pt x="274782" y="51278"/>
                  <a:pt x="266789" y="59416"/>
                  <a:pt x="256581" y="59416"/>
                </a:cubicBezTo>
                <a:cubicBezTo>
                  <a:pt x="255710" y="59416"/>
                  <a:pt x="254919" y="59337"/>
                  <a:pt x="254127" y="59258"/>
                </a:cubicBezTo>
                <a:cubicBezTo>
                  <a:pt x="251516" y="58863"/>
                  <a:pt x="248509" y="58547"/>
                  <a:pt x="245502" y="58547"/>
                </a:cubicBezTo>
                <a:cubicBezTo>
                  <a:pt x="242415" y="58547"/>
                  <a:pt x="239408" y="58863"/>
                  <a:pt x="236876" y="59258"/>
                </a:cubicBezTo>
                <a:cubicBezTo>
                  <a:pt x="236005" y="59337"/>
                  <a:pt x="235214" y="59416"/>
                  <a:pt x="234422" y="59416"/>
                </a:cubicBezTo>
                <a:cubicBezTo>
                  <a:pt x="224135" y="59416"/>
                  <a:pt x="216142" y="51278"/>
                  <a:pt x="216142" y="40927"/>
                </a:cubicBezTo>
                <a:lnTo>
                  <a:pt x="216142" y="19595"/>
                </a:lnTo>
                <a:cubicBezTo>
                  <a:pt x="216142" y="8770"/>
                  <a:pt x="224926" y="0"/>
                  <a:pt x="235768" y="0"/>
                </a:cubicBezTo>
                <a:close/>
              </a:path>
            </a:pathLst>
          </a:custGeom>
          <a:solidFill>
            <a:srgbClr val="FBBB3B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endParaRPr lang="zh-CN" altLang="en-US" noProof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2" name="increasing-stocks-graphic_38888">
            <a:extLst>
              <a:ext uri="{FF2B5EF4-FFF2-40B4-BE49-F238E27FC236}">
                <a16:creationId xmlns:a16="http://schemas.microsoft.com/office/drawing/2014/main" xmlns="" id="{FD506BBB-35F7-41A0-B565-0FDD636776B2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9353550" y="3028950"/>
            <a:ext cx="474663" cy="468313"/>
          </a:xfrm>
          <a:custGeom>
            <a:avLst/>
            <a:gdLst>
              <a:gd name="T0" fmla="*/ 269730 w 593397"/>
              <a:gd name="T1" fmla="*/ 48345 h 586586"/>
              <a:gd name="T2" fmla="*/ 269730 w 593397"/>
              <a:gd name="T3" fmla="*/ 329207 h 586586"/>
              <a:gd name="T4" fmla="*/ 518251 w 593397"/>
              <a:gd name="T5" fmla="*/ 421753 h 586586"/>
              <a:gd name="T6" fmla="*/ 269730 w 593397"/>
              <a:gd name="T7" fmla="*/ 586586 h 586586"/>
              <a:gd name="T8" fmla="*/ 0 w 593397"/>
              <a:gd name="T9" fmla="*/ 317696 h 586586"/>
              <a:gd name="T10" fmla="*/ 269730 w 593397"/>
              <a:gd name="T11" fmla="*/ 48345 h 586586"/>
              <a:gd name="T12" fmla="*/ 323685 w 593397"/>
              <a:gd name="T13" fmla="*/ 0 h 586586"/>
              <a:gd name="T14" fmla="*/ 593397 w 593397"/>
              <a:gd name="T15" fmla="*/ 269372 h 586586"/>
              <a:gd name="T16" fmla="*/ 572189 w 593397"/>
              <a:gd name="T17" fmla="*/ 373437 h 586586"/>
              <a:gd name="T18" fmla="*/ 323685 w 593397"/>
              <a:gd name="T19" fmla="*/ 280884 h 586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93397" h="586586">
                <a:moveTo>
                  <a:pt x="269730" y="48345"/>
                </a:moveTo>
                <a:lnTo>
                  <a:pt x="269730" y="329207"/>
                </a:lnTo>
                <a:lnTo>
                  <a:pt x="518251" y="421753"/>
                </a:lnTo>
                <a:cubicBezTo>
                  <a:pt x="477215" y="518903"/>
                  <a:pt x="381311" y="586586"/>
                  <a:pt x="269730" y="586586"/>
                </a:cubicBezTo>
                <a:cubicBezTo>
                  <a:pt x="120802" y="586586"/>
                  <a:pt x="0" y="466414"/>
                  <a:pt x="0" y="317696"/>
                </a:cubicBezTo>
                <a:cubicBezTo>
                  <a:pt x="0" y="168977"/>
                  <a:pt x="120802" y="48345"/>
                  <a:pt x="269730" y="48345"/>
                </a:cubicBezTo>
                <a:close/>
                <a:moveTo>
                  <a:pt x="323685" y="0"/>
                </a:moveTo>
                <a:cubicBezTo>
                  <a:pt x="472603" y="0"/>
                  <a:pt x="593397" y="120642"/>
                  <a:pt x="593397" y="269372"/>
                </a:cubicBezTo>
                <a:cubicBezTo>
                  <a:pt x="593397" y="306209"/>
                  <a:pt x="585559" y="341665"/>
                  <a:pt x="572189" y="373437"/>
                </a:cubicBezTo>
                <a:lnTo>
                  <a:pt x="323685" y="280884"/>
                </a:lnTo>
                <a:close/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3" name="组合 122">
            <a:extLst>
              <a:ext uri="{FF2B5EF4-FFF2-40B4-BE49-F238E27FC236}">
                <a16:creationId xmlns:a16="http://schemas.microsoft.com/office/drawing/2014/main" xmlns="" id="{46D1E2DE-F6C8-4749-8CD9-9D05F4D51EBF}"/>
              </a:ext>
            </a:extLst>
          </p:cNvPr>
          <p:cNvGrpSpPr/>
          <p:nvPr/>
        </p:nvGrpSpPr>
        <p:grpSpPr>
          <a:xfrm>
            <a:off x="1437600" y="1866560"/>
            <a:ext cx="9392844" cy="3521271"/>
            <a:chOff x="1728788" y="7356475"/>
            <a:chExt cx="10683874" cy="4005263"/>
          </a:xfrm>
          <a:solidFill>
            <a:schemeClr val="bg1">
              <a:alpha val="20000"/>
            </a:schemeClr>
          </a:solidFill>
        </p:grpSpPr>
        <p:sp>
          <p:nvSpPr>
            <p:cNvPr id="124" name="Freeform 192">
              <a:extLst>
                <a:ext uri="{FF2B5EF4-FFF2-40B4-BE49-F238E27FC236}">
                  <a16:creationId xmlns:a16="http://schemas.microsoft.com/office/drawing/2014/main" xmlns="" id="{29BA1BCC-03EA-4C69-9F50-61A520D9CC4D}"/>
                </a:ext>
              </a:extLst>
            </p:cNvPr>
            <p:cNvSpPr/>
            <p:nvPr userDrawn="1"/>
          </p:nvSpPr>
          <p:spPr bwMode="auto">
            <a:xfrm>
              <a:off x="2941638" y="9977438"/>
              <a:ext cx="4075112" cy="1090613"/>
            </a:xfrm>
            <a:custGeom>
              <a:avLst/>
              <a:gdLst>
                <a:gd name="T0" fmla="*/ 834 w 834"/>
                <a:gd name="T1" fmla="*/ 0 h 223"/>
                <a:gd name="T2" fmla="*/ 105 w 834"/>
                <a:gd name="T3" fmla="*/ 0 h 223"/>
                <a:gd name="T4" fmla="*/ 0 w 834"/>
                <a:gd name="T5" fmla="*/ 105 h 223"/>
                <a:gd name="T6" fmla="*/ 0 w 834"/>
                <a:gd name="T7" fmla="*/ 223 h 223"/>
                <a:gd name="T8" fmla="*/ 2 w 834"/>
                <a:gd name="T9" fmla="*/ 223 h 223"/>
                <a:gd name="T10" fmla="*/ 4 w 834"/>
                <a:gd name="T11" fmla="*/ 223 h 223"/>
                <a:gd name="T12" fmla="*/ 4 w 834"/>
                <a:gd name="T13" fmla="*/ 105 h 223"/>
                <a:gd name="T14" fmla="*/ 105 w 834"/>
                <a:gd name="T15" fmla="*/ 3 h 223"/>
                <a:gd name="T16" fmla="*/ 834 w 834"/>
                <a:gd name="T17" fmla="*/ 3 h 223"/>
                <a:gd name="T18" fmla="*/ 834 w 834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3">
                  <a:moveTo>
                    <a:pt x="834" y="0"/>
                  </a:moveTo>
                  <a:cubicBezTo>
                    <a:pt x="105" y="0"/>
                    <a:pt x="105" y="0"/>
                    <a:pt x="105" y="0"/>
                  </a:cubicBezTo>
                  <a:cubicBezTo>
                    <a:pt x="47" y="0"/>
                    <a:pt x="0" y="47"/>
                    <a:pt x="0" y="105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1" y="223"/>
                    <a:pt x="1" y="223"/>
                    <a:pt x="2" y="223"/>
                  </a:cubicBezTo>
                  <a:cubicBezTo>
                    <a:pt x="3" y="223"/>
                    <a:pt x="3" y="223"/>
                    <a:pt x="4" y="223"/>
                  </a:cubicBezTo>
                  <a:cubicBezTo>
                    <a:pt x="4" y="105"/>
                    <a:pt x="4" y="105"/>
                    <a:pt x="4" y="105"/>
                  </a:cubicBezTo>
                  <a:cubicBezTo>
                    <a:pt x="4" y="49"/>
                    <a:pt x="49" y="3"/>
                    <a:pt x="105" y="3"/>
                  </a:cubicBezTo>
                  <a:cubicBezTo>
                    <a:pt x="834" y="3"/>
                    <a:pt x="834" y="3"/>
                    <a:pt x="834" y="3"/>
                  </a:cubicBezTo>
                  <a:cubicBezTo>
                    <a:pt x="834" y="0"/>
                    <a:pt x="834" y="0"/>
                    <a:pt x="83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5" name="Freeform 193">
              <a:extLst>
                <a:ext uri="{FF2B5EF4-FFF2-40B4-BE49-F238E27FC236}">
                  <a16:creationId xmlns:a16="http://schemas.microsoft.com/office/drawing/2014/main" xmlns="" id="{3C8A66E2-A1E3-41E9-8E26-8AD199BD8FA8}"/>
                </a:ext>
              </a:extLst>
            </p:cNvPr>
            <p:cNvSpPr/>
            <p:nvPr userDrawn="1"/>
          </p:nvSpPr>
          <p:spPr bwMode="auto">
            <a:xfrm>
              <a:off x="2789238" y="9840913"/>
              <a:ext cx="4227512" cy="885825"/>
            </a:xfrm>
            <a:custGeom>
              <a:avLst/>
              <a:gdLst>
                <a:gd name="T0" fmla="*/ 865 w 865"/>
                <a:gd name="T1" fmla="*/ 0 h 181"/>
                <a:gd name="T2" fmla="*/ 130 w 865"/>
                <a:gd name="T3" fmla="*/ 0 h 181"/>
                <a:gd name="T4" fmla="*/ 0 w 865"/>
                <a:gd name="T5" fmla="*/ 131 h 181"/>
                <a:gd name="T6" fmla="*/ 0 w 865"/>
                <a:gd name="T7" fmla="*/ 181 h 181"/>
                <a:gd name="T8" fmla="*/ 2 w 865"/>
                <a:gd name="T9" fmla="*/ 181 h 181"/>
                <a:gd name="T10" fmla="*/ 3 w 865"/>
                <a:gd name="T11" fmla="*/ 181 h 181"/>
                <a:gd name="T12" fmla="*/ 3 w 865"/>
                <a:gd name="T13" fmla="*/ 131 h 181"/>
                <a:gd name="T14" fmla="*/ 130 w 865"/>
                <a:gd name="T15" fmla="*/ 3 h 181"/>
                <a:gd name="T16" fmla="*/ 865 w 865"/>
                <a:gd name="T17" fmla="*/ 3 h 181"/>
                <a:gd name="T18" fmla="*/ 865 w 865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5" h="181">
                  <a:moveTo>
                    <a:pt x="865" y="0"/>
                  </a:moveTo>
                  <a:cubicBezTo>
                    <a:pt x="130" y="0"/>
                    <a:pt x="130" y="0"/>
                    <a:pt x="130" y="0"/>
                  </a:cubicBezTo>
                  <a:cubicBezTo>
                    <a:pt x="58" y="0"/>
                    <a:pt x="0" y="59"/>
                    <a:pt x="0" y="131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0" y="181"/>
                    <a:pt x="1" y="181"/>
                    <a:pt x="2" y="181"/>
                  </a:cubicBezTo>
                  <a:cubicBezTo>
                    <a:pt x="2" y="181"/>
                    <a:pt x="3" y="181"/>
                    <a:pt x="3" y="181"/>
                  </a:cubicBezTo>
                  <a:cubicBezTo>
                    <a:pt x="3" y="131"/>
                    <a:pt x="3" y="131"/>
                    <a:pt x="3" y="131"/>
                  </a:cubicBezTo>
                  <a:cubicBezTo>
                    <a:pt x="3" y="60"/>
                    <a:pt x="60" y="3"/>
                    <a:pt x="130" y="3"/>
                  </a:cubicBezTo>
                  <a:cubicBezTo>
                    <a:pt x="865" y="3"/>
                    <a:pt x="865" y="3"/>
                    <a:pt x="865" y="3"/>
                  </a:cubicBezTo>
                  <a:cubicBezTo>
                    <a:pt x="865" y="0"/>
                    <a:pt x="865" y="0"/>
                    <a:pt x="8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6" name="Freeform 194">
              <a:extLst>
                <a:ext uri="{FF2B5EF4-FFF2-40B4-BE49-F238E27FC236}">
                  <a16:creationId xmlns:a16="http://schemas.microsoft.com/office/drawing/2014/main" xmlns="" id="{336FC769-45B8-4091-B057-ECF741D6DB5F}"/>
                </a:ext>
              </a:extLst>
            </p:cNvPr>
            <p:cNvSpPr/>
            <p:nvPr userDrawn="1"/>
          </p:nvSpPr>
          <p:spPr bwMode="auto">
            <a:xfrm>
              <a:off x="2627313" y="9694863"/>
              <a:ext cx="4389437" cy="1168400"/>
            </a:xfrm>
            <a:custGeom>
              <a:avLst/>
              <a:gdLst>
                <a:gd name="T0" fmla="*/ 898 w 898"/>
                <a:gd name="T1" fmla="*/ 0 h 239"/>
                <a:gd name="T2" fmla="*/ 159 w 898"/>
                <a:gd name="T3" fmla="*/ 0 h 239"/>
                <a:gd name="T4" fmla="*/ 0 w 898"/>
                <a:gd name="T5" fmla="*/ 160 h 239"/>
                <a:gd name="T6" fmla="*/ 0 w 898"/>
                <a:gd name="T7" fmla="*/ 239 h 239"/>
                <a:gd name="T8" fmla="*/ 1 w 898"/>
                <a:gd name="T9" fmla="*/ 239 h 239"/>
                <a:gd name="T10" fmla="*/ 3 w 898"/>
                <a:gd name="T11" fmla="*/ 239 h 239"/>
                <a:gd name="T12" fmla="*/ 3 w 898"/>
                <a:gd name="T13" fmla="*/ 160 h 239"/>
                <a:gd name="T14" fmla="*/ 159 w 898"/>
                <a:gd name="T15" fmla="*/ 3 h 239"/>
                <a:gd name="T16" fmla="*/ 898 w 898"/>
                <a:gd name="T17" fmla="*/ 3 h 239"/>
                <a:gd name="T18" fmla="*/ 898 w 898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8" h="239">
                  <a:moveTo>
                    <a:pt x="898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71" y="0"/>
                    <a:pt x="0" y="72"/>
                    <a:pt x="0" y="160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0" y="239"/>
                    <a:pt x="1" y="239"/>
                    <a:pt x="1" y="239"/>
                  </a:cubicBezTo>
                  <a:cubicBezTo>
                    <a:pt x="2" y="239"/>
                    <a:pt x="2" y="239"/>
                    <a:pt x="3" y="239"/>
                  </a:cubicBezTo>
                  <a:cubicBezTo>
                    <a:pt x="3" y="160"/>
                    <a:pt x="3" y="160"/>
                    <a:pt x="3" y="160"/>
                  </a:cubicBezTo>
                  <a:cubicBezTo>
                    <a:pt x="3" y="74"/>
                    <a:pt x="73" y="3"/>
                    <a:pt x="159" y="3"/>
                  </a:cubicBezTo>
                  <a:cubicBezTo>
                    <a:pt x="898" y="3"/>
                    <a:pt x="898" y="3"/>
                    <a:pt x="898" y="3"/>
                  </a:cubicBezTo>
                  <a:cubicBezTo>
                    <a:pt x="898" y="0"/>
                    <a:pt x="898" y="0"/>
                    <a:pt x="89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7" name="Freeform 195">
              <a:extLst>
                <a:ext uri="{FF2B5EF4-FFF2-40B4-BE49-F238E27FC236}">
                  <a16:creationId xmlns:a16="http://schemas.microsoft.com/office/drawing/2014/main" xmlns="" id="{10A6BFBE-1E83-4D62-8333-43A7418FF9F4}"/>
                </a:ext>
              </a:extLst>
            </p:cNvPr>
            <p:cNvSpPr/>
            <p:nvPr userDrawn="1"/>
          </p:nvSpPr>
          <p:spPr bwMode="auto">
            <a:xfrm>
              <a:off x="2495550" y="9547225"/>
              <a:ext cx="4521200" cy="1731963"/>
            </a:xfrm>
            <a:custGeom>
              <a:avLst/>
              <a:gdLst>
                <a:gd name="T0" fmla="*/ 925 w 925"/>
                <a:gd name="T1" fmla="*/ 0 h 354"/>
                <a:gd name="T2" fmla="*/ 180 w 925"/>
                <a:gd name="T3" fmla="*/ 0 h 354"/>
                <a:gd name="T4" fmla="*/ 0 w 925"/>
                <a:gd name="T5" fmla="*/ 180 h 354"/>
                <a:gd name="T6" fmla="*/ 0 w 925"/>
                <a:gd name="T7" fmla="*/ 354 h 354"/>
                <a:gd name="T8" fmla="*/ 2 w 925"/>
                <a:gd name="T9" fmla="*/ 353 h 354"/>
                <a:gd name="T10" fmla="*/ 3 w 925"/>
                <a:gd name="T11" fmla="*/ 354 h 354"/>
                <a:gd name="T12" fmla="*/ 3 w 925"/>
                <a:gd name="T13" fmla="*/ 180 h 354"/>
                <a:gd name="T14" fmla="*/ 180 w 925"/>
                <a:gd name="T15" fmla="*/ 3 h 354"/>
                <a:gd name="T16" fmla="*/ 925 w 925"/>
                <a:gd name="T17" fmla="*/ 3 h 354"/>
                <a:gd name="T18" fmla="*/ 925 w 925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5" h="354">
                  <a:moveTo>
                    <a:pt x="925" y="0"/>
                  </a:moveTo>
                  <a:cubicBezTo>
                    <a:pt x="180" y="0"/>
                    <a:pt x="180" y="0"/>
                    <a:pt x="180" y="0"/>
                  </a:cubicBezTo>
                  <a:cubicBezTo>
                    <a:pt x="81" y="0"/>
                    <a:pt x="0" y="81"/>
                    <a:pt x="0" y="180"/>
                  </a:cubicBezTo>
                  <a:cubicBezTo>
                    <a:pt x="0" y="354"/>
                    <a:pt x="0" y="354"/>
                    <a:pt x="0" y="354"/>
                  </a:cubicBezTo>
                  <a:cubicBezTo>
                    <a:pt x="1" y="353"/>
                    <a:pt x="1" y="353"/>
                    <a:pt x="2" y="353"/>
                  </a:cubicBezTo>
                  <a:cubicBezTo>
                    <a:pt x="2" y="353"/>
                    <a:pt x="3" y="353"/>
                    <a:pt x="3" y="354"/>
                  </a:cubicBezTo>
                  <a:cubicBezTo>
                    <a:pt x="3" y="180"/>
                    <a:pt x="3" y="180"/>
                    <a:pt x="3" y="180"/>
                  </a:cubicBezTo>
                  <a:cubicBezTo>
                    <a:pt x="3" y="82"/>
                    <a:pt x="82" y="3"/>
                    <a:pt x="180" y="3"/>
                  </a:cubicBezTo>
                  <a:cubicBezTo>
                    <a:pt x="925" y="3"/>
                    <a:pt x="925" y="3"/>
                    <a:pt x="925" y="3"/>
                  </a:cubicBezTo>
                  <a:cubicBezTo>
                    <a:pt x="925" y="0"/>
                    <a:pt x="925" y="0"/>
                    <a:pt x="92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8" name="Freeform 196">
              <a:extLst>
                <a:ext uri="{FF2B5EF4-FFF2-40B4-BE49-F238E27FC236}">
                  <a16:creationId xmlns:a16="http://schemas.microsoft.com/office/drawing/2014/main" xmlns="" id="{E2A929D4-59B8-412F-8C71-7BF89C9E879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6713" y="11068050"/>
              <a:ext cx="87312" cy="84138"/>
            </a:xfrm>
            <a:custGeom>
              <a:avLst/>
              <a:gdLst>
                <a:gd name="T0" fmla="*/ 9 w 18"/>
                <a:gd name="T1" fmla="*/ 14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4 h 17"/>
                <a:gd name="T10" fmla="*/ 9 w 18"/>
                <a:gd name="T11" fmla="*/ 0 h 17"/>
                <a:gd name="T12" fmla="*/ 7 w 18"/>
                <a:gd name="T13" fmla="*/ 0 h 17"/>
                <a:gd name="T14" fmla="*/ 0 w 18"/>
                <a:gd name="T15" fmla="*/ 8 h 17"/>
                <a:gd name="T16" fmla="*/ 9 w 18"/>
                <a:gd name="T17" fmla="*/ 17 h 17"/>
                <a:gd name="T18" fmla="*/ 18 w 18"/>
                <a:gd name="T19" fmla="*/ 8 h 17"/>
                <a:gd name="T20" fmla="*/ 11 w 18"/>
                <a:gd name="T21" fmla="*/ 0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4"/>
                  </a:moveTo>
                  <a:cubicBezTo>
                    <a:pt x="6" y="14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4"/>
                    <a:pt x="15" y="1"/>
                    <a:pt x="11" y="0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9" name="Freeform 197">
              <a:extLst>
                <a:ext uri="{FF2B5EF4-FFF2-40B4-BE49-F238E27FC236}">
                  <a16:creationId xmlns:a16="http://schemas.microsoft.com/office/drawing/2014/main" xmlns="" id="{05BB23E0-60F9-4FFC-8F81-4014E9BA0B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5900" y="10726738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0" name="Freeform 198">
              <a:extLst>
                <a:ext uri="{FF2B5EF4-FFF2-40B4-BE49-F238E27FC236}">
                  <a16:creationId xmlns:a16="http://schemas.microsoft.com/office/drawing/2014/main" xmlns="" id="{35734EC5-751D-4F47-8703-6C68413A31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93975" y="10863263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1" name="Freeform 199">
              <a:extLst>
                <a:ext uri="{FF2B5EF4-FFF2-40B4-BE49-F238E27FC236}">
                  <a16:creationId xmlns:a16="http://schemas.microsoft.com/office/drawing/2014/main" xmlns="" id="{23F0D5E8-59DE-414D-A38F-DBE27BA604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62213" y="11274425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7 w 17"/>
                <a:gd name="T13" fmla="*/ 1 h 18"/>
                <a:gd name="T14" fmla="*/ 0 w 17"/>
                <a:gd name="T15" fmla="*/ 9 h 18"/>
                <a:gd name="T16" fmla="*/ 9 w 17"/>
                <a:gd name="T17" fmla="*/ 18 h 18"/>
                <a:gd name="T18" fmla="*/ 17 w 17"/>
                <a:gd name="T19" fmla="*/ 9 h 18"/>
                <a:gd name="T20" fmla="*/ 10 w 17"/>
                <a:gd name="T21" fmla="*/ 1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1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3" y="18"/>
                    <a:pt x="17" y="14"/>
                    <a:pt x="17" y="9"/>
                  </a:cubicBezTo>
                  <a:cubicBezTo>
                    <a:pt x="17" y="5"/>
                    <a:pt x="14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2" name="Freeform 200">
              <a:extLst>
                <a:ext uri="{FF2B5EF4-FFF2-40B4-BE49-F238E27FC236}">
                  <a16:creationId xmlns:a16="http://schemas.microsoft.com/office/drawing/2014/main" xmlns="" id="{4726B852-1B6C-4A71-80EC-CDBF35E88EEF}"/>
                </a:ext>
              </a:extLst>
            </p:cNvPr>
            <p:cNvSpPr/>
            <p:nvPr userDrawn="1"/>
          </p:nvSpPr>
          <p:spPr bwMode="auto">
            <a:xfrm>
              <a:off x="2935288" y="7650163"/>
              <a:ext cx="4076700" cy="1085850"/>
            </a:xfrm>
            <a:custGeom>
              <a:avLst/>
              <a:gdLst>
                <a:gd name="T0" fmla="*/ 3 w 834"/>
                <a:gd name="T1" fmla="*/ 0 h 222"/>
                <a:gd name="T2" fmla="*/ 1 w 834"/>
                <a:gd name="T3" fmla="*/ 0 h 222"/>
                <a:gd name="T4" fmla="*/ 0 w 834"/>
                <a:gd name="T5" fmla="*/ 0 h 222"/>
                <a:gd name="T6" fmla="*/ 0 w 834"/>
                <a:gd name="T7" fmla="*/ 118 h 222"/>
                <a:gd name="T8" fmla="*/ 105 w 834"/>
                <a:gd name="T9" fmla="*/ 222 h 222"/>
                <a:gd name="T10" fmla="*/ 834 w 834"/>
                <a:gd name="T11" fmla="*/ 222 h 222"/>
                <a:gd name="T12" fmla="*/ 834 w 834"/>
                <a:gd name="T13" fmla="*/ 219 h 222"/>
                <a:gd name="T14" fmla="*/ 105 w 834"/>
                <a:gd name="T15" fmla="*/ 219 h 222"/>
                <a:gd name="T16" fmla="*/ 3 w 834"/>
                <a:gd name="T17" fmla="*/ 118 h 222"/>
                <a:gd name="T18" fmla="*/ 3 w 834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2">
                  <a:moveTo>
                    <a:pt x="3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75"/>
                    <a:pt x="47" y="222"/>
                    <a:pt x="105" y="222"/>
                  </a:cubicBezTo>
                  <a:cubicBezTo>
                    <a:pt x="834" y="222"/>
                    <a:pt x="834" y="222"/>
                    <a:pt x="834" y="222"/>
                  </a:cubicBezTo>
                  <a:cubicBezTo>
                    <a:pt x="834" y="219"/>
                    <a:pt x="834" y="219"/>
                    <a:pt x="834" y="219"/>
                  </a:cubicBezTo>
                  <a:cubicBezTo>
                    <a:pt x="105" y="219"/>
                    <a:pt x="105" y="219"/>
                    <a:pt x="105" y="219"/>
                  </a:cubicBezTo>
                  <a:cubicBezTo>
                    <a:pt x="49" y="219"/>
                    <a:pt x="3" y="174"/>
                    <a:pt x="3" y="118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3" name="Freeform 201">
              <a:extLst>
                <a:ext uri="{FF2B5EF4-FFF2-40B4-BE49-F238E27FC236}">
                  <a16:creationId xmlns:a16="http://schemas.microsoft.com/office/drawing/2014/main" xmlns="" id="{4AA940CB-94EE-4DEF-9E9F-3D11BC8A77E0}"/>
                </a:ext>
              </a:extLst>
            </p:cNvPr>
            <p:cNvSpPr/>
            <p:nvPr userDrawn="1"/>
          </p:nvSpPr>
          <p:spPr bwMode="auto">
            <a:xfrm>
              <a:off x="2779713" y="7986713"/>
              <a:ext cx="4232275" cy="885825"/>
            </a:xfrm>
            <a:custGeom>
              <a:avLst/>
              <a:gdLst>
                <a:gd name="T0" fmla="*/ 0 w 866"/>
                <a:gd name="T1" fmla="*/ 0 h 181"/>
                <a:gd name="T2" fmla="*/ 0 w 866"/>
                <a:gd name="T3" fmla="*/ 51 h 181"/>
                <a:gd name="T4" fmla="*/ 131 w 866"/>
                <a:gd name="T5" fmla="*/ 181 h 181"/>
                <a:gd name="T6" fmla="*/ 866 w 866"/>
                <a:gd name="T7" fmla="*/ 181 h 181"/>
                <a:gd name="T8" fmla="*/ 866 w 866"/>
                <a:gd name="T9" fmla="*/ 178 h 181"/>
                <a:gd name="T10" fmla="*/ 131 w 866"/>
                <a:gd name="T11" fmla="*/ 178 h 181"/>
                <a:gd name="T12" fmla="*/ 3 w 866"/>
                <a:gd name="T13" fmla="*/ 51 h 181"/>
                <a:gd name="T14" fmla="*/ 3 w 866"/>
                <a:gd name="T15" fmla="*/ 0 h 181"/>
                <a:gd name="T16" fmla="*/ 2 w 866"/>
                <a:gd name="T17" fmla="*/ 0 h 181"/>
                <a:gd name="T18" fmla="*/ 0 w 866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6" h="181">
                  <a:moveTo>
                    <a:pt x="0" y="0"/>
                  </a:moveTo>
                  <a:cubicBezTo>
                    <a:pt x="0" y="51"/>
                    <a:pt x="0" y="51"/>
                    <a:pt x="0" y="51"/>
                  </a:cubicBezTo>
                  <a:cubicBezTo>
                    <a:pt x="0" y="123"/>
                    <a:pt x="59" y="181"/>
                    <a:pt x="131" y="181"/>
                  </a:cubicBezTo>
                  <a:cubicBezTo>
                    <a:pt x="866" y="181"/>
                    <a:pt x="866" y="181"/>
                    <a:pt x="866" y="181"/>
                  </a:cubicBezTo>
                  <a:cubicBezTo>
                    <a:pt x="866" y="178"/>
                    <a:pt x="866" y="178"/>
                    <a:pt x="866" y="178"/>
                  </a:cubicBezTo>
                  <a:cubicBezTo>
                    <a:pt x="131" y="178"/>
                    <a:pt x="131" y="178"/>
                    <a:pt x="131" y="178"/>
                  </a:cubicBezTo>
                  <a:cubicBezTo>
                    <a:pt x="61" y="178"/>
                    <a:pt x="3" y="121"/>
                    <a:pt x="3" y="5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4" name="Freeform 202">
              <a:extLst>
                <a:ext uri="{FF2B5EF4-FFF2-40B4-BE49-F238E27FC236}">
                  <a16:creationId xmlns:a16="http://schemas.microsoft.com/office/drawing/2014/main" xmlns="" id="{37043C60-3F8E-4D98-B028-C28CE45EF949}"/>
                </a:ext>
              </a:extLst>
            </p:cNvPr>
            <p:cNvSpPr/>
            <p:nvPr userDrawn="1"/>
          </p:nvSpPr>
          <p:spPr bwMode="auto">
            <a:xfrm>
              <a:off x="2617788" y="7850188"/>
              <a:ext cx="4394200" cy="1168400"/>
            </a:xfrm>
            <a:custGeom>
              <a:avLst/>
              <a:gdLst>
                <a:gd name="T0" fmla="*/ 0 w 899"/>
                <a:gd name="T1" fmla="*/ 0 h 239"/>
                <a:gd name="T2" fmla="*/ 0 w 899"/>
                <a:gd name="T3" fmla="*/ 80 h 239"/>
                <a:gd name="T4" fmla="*/ 160 w 899"/>
                <a:gd name="T5" fmla="*/ 239 h 239"/>
                <a:gd name="T6" fmla="*/ 899 w 899"/>
                <a:gd name="T7" fmla="*/ 239 h 239"/>
                <a:gd name="T8" fmla="*/ 899 w 899"/>
                <a:gd name="T9" fmla="*/ 236 h 239"/>
                <a:gd name="T10" fmla="*/ 160 w 899"/>
                <a:gd name="T11" fmla="*/ 236 h 239"/>
                <a:gd name="T12" fmla="*/ 3 w 899"/>
                <a:gd name="T13" fmla="*/ 80 h 239"/>
                <a:gd name="T14" fmla="*/ 3 w 899"/>
                <a:gd name="T15" fmla="*/ 0 h 239"/>
                <a:gd name="T16" fmla="*/ 2 w 899"/>
                <a:gd name="T17" fmla="*/ 1 h 239"/>
                <a:gd name="T18" fmla="*/ 0 w 899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9" h="239">
                  <a:moveTo>
                    <a:pt x="0" y="0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0" y="168"/>
                    <a:pt x="72" y="239"/>
                    <a:pt x="160" y="239"/>
                  </a:cubicBezTo>
                  <a:cubicBezTo>
                    <a:pt x="899" y="239"/>
                    <a:pt x="899" y="239"/>
                    <a:pt x="899" y="239"/>
                  </a:cubicBezTo>
                  <a:cubicBezTo>
                    <a:pt x="899" y="236"/>
                    <a:pt x="899" y="236"/>
                    <a:pt x="899" y="236"/>
                  </a:cubicBezTo>
                  <a:cubicBezTo>
                    <a:pt x="160" y="236"/>
                    <a:pt x="160" y="236"/>
                    <a:pt x="160" y="236"/>
                  </a:cubicBezTo>
                  <a:cubicBezTo>
                    <a:pt x="73" y="236"/>
                    <a:pt x="3" y="166"/>
                    <a:pt x="3" y="8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2" y="1"/>
                    <a:pt x="2" y="1"/>
                  </a:cubicBezTo>
                  <a:cubicBezTo>
                    <a:pt x="1" y="1"/>
                    <a:pt x="0" y="1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5" name="Freeform 203">
              <a:extLst>
                <a:ext uri="{FF2B5EF4-FFF2-40B4-BE49-F238E27FC236}">
                  <a16:creationId xmlns:a16="http://schemas.microsoft.com/office/drawing/2014/main" xmlns="" id="{C81FF395-5597-4B60-94F8-16CFCB54D10B}"/>
                </a:ext>
              </a:extLst>
            </p:cNvPr>
            <p:cNvSpPr/>
            <p:nvPr userDrawn="1"/>
          </p:nvSpPr>
          <p:spPr bwMode="auto">
            <a:xfrm>
              <a:off x="2486025" y="7439025"/>
              <a:ext cx="4525962" cy="1727200"/>
            </a:xfrm>
            <a:custGeom>
              <a:avLst/>
              <a:gdLst>
                <a:gd name="T0" fmla="*/ 4 w 926"/>
                <a:gd name="T1" fmla="*/ 0 h 353"/>
                <a:gd name="T2" fmla="*/ 2 w 926"/>
                <a:gd name="T3" fmla="*/ 0 h 353"/>
                <a:gd name="T4" fmla="*/ 0 w 926"/>
                <a:gd name="T5" fmla="*/ 0 h 353"/>
                <a:gd name="T6" fmla="*/ 0 w 926"/>
                <a:gd name="T7" fmla="*/ 174 h 353"/>
                <a:gd name="T8" fmla="*/ 180 w 926"/>
                <a:gd name="T9" fmla="*/ 353 h 353"/>
                <a:gd name="T10" fmla="*/ 926 w 926"/>
                <a:gd name="T11" fmla="*/ 353 h 353"/>
                <a:gd name="T12" fmla="*/ 926 w 926"/>
                <a:gd name="T13" fmla="*/ 350 h 353"/>
                <a:gd name="T14" fmla="*/ 180 w 926"/>
                <a:gd name="T15" fmla="*/ 350 h 353"/>
                <a:gd name="T16" fmla="*/ 4 w 926"/>
                <a:gd name="T17" fmla="*/ 174 h 353"/>
                <a:gd name="T18" fmla="*/ 4 w 926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6" h="353">
                  <a:moveTo>
                    <a:pt x="4" y="0"/>
                  </a:move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0" y="174"/>
                    <a:pt x="0" y="174"/>
                    <a:pt x="0" y="174"/>
                  </a:cubicBezTo>
                  <a:cubicBezTo>
                    <a:pt x="0" y="273"/>
                    <a:pt x="81" y="353"/>
                    <a:pt x="180" y="353"/>
                  </a:cubicBezTo>
                  <a:cubicBezTo>
                    <a:pt x="926" y="353"/>
                    <a:pt x="926" y="353"/>
                    <a:pt x="926" y="353"/>
                  </a:cubicBezTo>
                  <a:cubicBezTo>
                    <a:pt x="926" y="350"/>
                    <a:pt x="926" y="350"/>
                    <a:pt x="926" y="350"/>
                  </a:cubicBezTo>
                  <a:cubicBezTo>
                    <a:pt x="180" y="350"/>
                    <a:pt x="180" y="350"/>
                    <a:pt x="180" y="350"/>
                  </a:cubicBezTo>
                  <a:cubicBezTo>
                    <a:pt x="83" y="350"/>
                    <a:pt x="4" y="271"/>
                    <a:pt x="4" y="17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6" name="Freeform 204">
              <a:extLst>
                <a:ext uri="{FF2B5EF4-FFF2-40B4-BE49-F238E27FC236}">
                  <a16:creationId xmlns:a16="http://schemas.microsoft.com/office/drawing/2014/main" xmlns="" id="{2007123A-4AA8-48E1-BA2E-A82105D936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1950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4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4" y="5"/>
                    <a:pt x="14" y="8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7" name="Freeform 205">
              <a:extLst>
                <a:ext uri="{FF2B5EF4-FFF2-40B4-BE49-F238E27FC236}">
                  <a16:creationId xmlns:a16="http://schemas.microsoft.com/office/drawing/2014/main" xmlns="" id="{0683844A-AFE8-46C2-94DB-C4A0514048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4788" y="7904163"/>
              <a:ext cx="84137" cy="82550"/>
            </a:xfrm>
            <a:custGeom>
              <a:avLst/>
              <a:gdLst>
                <a:gd name="T0" fmla="*/ 9 w 17"/>
                <a:gd name="T1" fmla="*/ 14 h 17"/>
                <a:gd name="T2" fmla="*/ 4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8" name="Freeform 206">
              <a:extLst>
                <a:ext uri="{FF2B5EF4-FFF2-40B4-BE49-F238E27FC236}">
                  <a16:creationId xmlns:a16="http://schemas.microsoft.com/office/drawing/2014/main" xmlns="" id="{D8D71F33-0C29-48A9-A65A-A5537F3A52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84450" y="7767638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0 w 17"/>
                <a:gd name="T13" fmla="*/ 9 h 18"/>
                <a:gd name="T14" fmla="*/ 7 w 17"/>
                <a:gd name="T15" fmla="*/ 17 h 18"/>
                <a:gd name="T16" fmla="*/ 9 w 17"/>
                <a:gd name="T17" fmla="*/ 18 h 18"/>
                <a:gd name="T18" fmla="*/ 10 w 17"/>
                <a:gd name="T19" fmla="*/ 17 h 18"/>
                <a:gd name="T20" fmla="*/ 17 w 17"/>
                <a:gd name="T21" fmla="*/ 9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1" y="4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7" y="18"/>
                    <a:pt x="8" y="18"/>
                    <a:pt x="9" y="18"/>
                  </a:cubicBezTo>
                  <a:cubicBezTo>
                    <a:pt x="9" y="18"/>
                    <a:pt x="10" y="18"/>
                    <a:pt x="10" y="17"/>
                  </a:cubicBezTo>
                  <a:cubicBezTo>
                    <a:pt x="14" y="17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9" name="Freeform 207">
              <a:extLst>
                <a:ext uri="{FF2B5EF4-FFF2-40B4-BE49-F238E27FC236}">
                  <a16:creationId xmlns:a16="http://schemas.microsoft.com/office/drawing/2014/main" xmlns="" id="{E97DE069-9FC5-47E3-BB06-6C53B57EBB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57450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3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6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3" y="6"/>
                    <a:pt x="13" y="9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3" y="16"/>
                    <a:pt x="6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0" name="Freeform 208">
              <a:extLst>
                <a:ext uri="{FF2B5EF4-FFF2-40B4-BE49-F238E27FC236}">
                  <a16:creationId xmlns:a16="http://schemas.microsoft.com/office/drawing/2014/main" xmlns="" id="{EB395240-8714-475A-A9EA-C1988D9DACB8}"/>
                </a:ext>
              </a:extLst>
            </p:cNvPr>
            <p:cNvSpPr/>
            <p:nvPr userDrawn="1"/>
          </p:nvSpPr>
          <p:spPr bwMode="auto">
            <a:xfrm>
              <a:off x="2217738" y="9415463"/>
              <a:ext cx="4789487" cy="14288"/>
            </a:xfrm>
            <a:custGeom>
              <a:avLst/>
              <a:gdLst>
                <a:gd name="T0" fmla="*/ 980 w 980"/>
                <a:gd name="T1" fmla="*/ 0 h 3"/>
                <a:gd name="T2" fmla="*/ 0 w 980"/>
                <a:gd name="T3" fmla="*/ 0 h 3"/>
                <a:gd name="T4" fmla="*/ 0 w 980"/>
                <a:gd name="T5" fmla="*/ 1 h 3"/>
                <a:gd name="T6" fmla="*/ 0 w 980"/>
                <a:gd name="T7" fmla="*/ 3 h 3"/>
                <a:gd name="T8" fmla="*/ 980 w 980"/>
                <a:gd name="T9" fmla="*/ 3 h 3"/>
                <a:gd name="T10" fmla="*/ 980 w 980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0" h="3">
                  <a:moveTo>
                    <a:pt x="98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980" y="3"/>
                    <a:pt x="980" y="3"/>
                    <a:pt x="980" y="3"/>
                  </a:cubicBezTo>
                  <a:cubicBezTo>
                    <a:pt x="980" y="0"/>
                    <a:pt x="980" y="0"/>
                    <a:pt x="98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1" name="Freeform 209">
              <a:extLst>
                <a:ext uri="{FF2B5EF4-FFF2-40B4-BE49-F238E27FC236}">
                  <a16:creationId xmlns:a16="http://schemas.microsoft.com/office/drawing/2014/main" xmlns="" id="{6139A264-FB50-49CA-AE6F-7F4DFF7C6048}"/>
                </a:ext>
              </a:extLst>
            </p:cNvPr>
            <p:cNvSpPr/>
            <p:nvPr userDrawn="1"/>
          </p:nvSpPr>
          <p:spPr bwMode="auto">
            <a:xfrm>
              <a:off x="1811338" y="9283700"/>
              <a:ext cx="5205412" cy="14288"/>
            </a:xfrm>
            <a:custGeom>
              <a:avLst/>
              <a:gdLst>
                <a:gd name="T0" fmla="*/ 1065 w 1065"/>
                <a:gd name="T1" fmla="*/ 0 h 3"/>
                <a:gd name="T2" fmla="*/ 0 w 1065"/>
                <a:gd name="T3" fmla="*/ 0 h 3"/>
                <a:gd name="T4" fmla="*/ 0 w 1065"/>
                <a:gd name="T5" fmla="*/ 1 h 3"/>
                <a:gd name="T6" fmla="*/ 0 w 1065"/>
                <a:gd name="T7" fmla="*/ 3 h 3"/>
                <a:gd name="T8" fmla="*/ 1065 w 1065"/>
                <a:gd name="T9" fmla="*/ 3 h 3"/>
                <a:gd name="T10" fmla="*/ 1065 w 1065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65" h="3">
                  <a:moveTo>
                    <a:pt x="10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065" y="3"/>
                    <a:pt x="1065" y="3"/>
                    <a:pt x="1065" y="3"/>
                  </a:cubicBezTo>
                  <a:cubicBezTo>
                    <a:pt x="1065" y="0"/>
                    <a:pt x="1065" y="0"/>
                    <a:pt x="10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2" name="Freeform 210">
              <a:extLst>
                <a:ext uri="{FF2B5EF4-FFF2-40B4-BE49-F238E27FC236}">
                  <a16:creationId xmlns:a16="http://schemas.microsoft.com/office/drawing/2014/main" xmlns="" id="{E27E8A68-4257-446B-B011-27B527B11BA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35188" y="9380538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3" name="Freeform 211">
              <a:extLst>
                <a:ext uri="{FF2B5EF4-FFF2-40B4-BE49-F238E27FC236}">
                  <a16:creationId xmlns:a16="http://schemas.microsoft.com/office/drawing/2014/main" xmlns="" id="{63CF341D-2B39-4D7A-A0FC-8C9E4CAAD0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28788" y="924877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4" name="Freeform 212">
              <a:extLst>
                <a:ext uri="{FF2B5EF4-FFF2-40B4-BE49-F238E27FC236}">
                  <a16:creationId xmlns:a16="http://schemas.microsoft.com/office/drawing/2014/main" xmlns="" id="{06245076-6CA3-4FDE-9361-0DA26A2EC607}"/>
                </a:ext>
              </a:extLst>
            </p:cNvPr>
            <p:cNvSpPr/>
            <p:nvPr userDrawn="1"/>
          </p:nvSpPr>
          <p:spPr bwMode="auto">
            <a:xfrm>
              <a:off x="7011988" y="7650163"/>
              <a:ext cx="4183062" cy="1085850"/>
            </a:xfrm>
            <a:custGeom>
              <a:avLst/>
              <a:gdLst>
                <a:gd name="T0" fmla="*/ 853 w 856"/>
                <a:gd name="T1" fmla="*/ 0 h 222"/>
                <a:gd name="T2" fmla="*/ 853 w 856"/>
                <a:gd name="T3" fmla="*/ 118 h 222"/>
                <a:gd name="T4" fmla="*/ 751 w 856"/>
                <a:gd name="T5" fmla="*/ 219 h 222"/>
                <a:gd name="T6" fmla="*/ 0 w 856"/>
                <a:gd name="T7" fmla="*/ 219 h 222"/>
                <a:gd name="T8" fmla="*/ 0 w 856"/>
                <a:gd name="T9" fmla="*/ 222 h 222"/>
                <a:gd name="T10" fmla="*/ 751 w 856"/>
                <a:gd name="T11" fmla="*/ 222 h 222"/>
                <a:gd name="T12" fmla="*/ 856 w 856"/>
                <a:gd name="T13" fmla="*/ 118 h 222"/>
                <a:gd name="T14" fmla="*/ 856 w 856"/>
                <a:gd name="T15" fmla="*/ 0 h 222"/>
                <a:gd name="T16" fmla="*/ 854 w 856"/>
                <a:gd name="T17" fmla="*/ 0 h 222"/>
                <a:gd name="T18" fmla="*/ 853 w 856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6" h="222">
                  <a:moveTo>
                    <a:pt x="853" y="0"/>
                  </a:moveTo>
                  <a:cubicBezTo>
                    <a:pt x="853" y="118"/>
                    <a:pt x="853" y="118"/>
                    <a:pt x="853" y="118"/>
                  </a:cubicBezTo>
                  <a:cubicBezTo>
                    <a:pt x="853" y="174"/>
                    <a:pt x="807" y="219"/>
                    <a:pt x="751" y="219"/>
                  </a:cubicBezTo>
                  <a:cubicBezTo>
                    <a:pt x="0" y="219"/>
                    <a:pt x="0" y="219"/>
                    <a:pt x="0" y="219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751" y="222"/>
                    <a:pt x="751" y="222"/>
                    <a:pt x="751" y="222"/>
                  </a:cubicBezTo>
                  <a:cubicBezTo>
                    <a:pt x="809" y="222"/>
                    <a:pt x="856" y="175"/>
                    <a:pt x="856" y="118"/>
                  </a:cubicBezTo>
                  <a:cubicBezTo>
                    <a:pt x="856" y="0"/>
                    <a:pt x="856" y="0"/>
                    <a:pt x="856" y="0"/>
                  </a:cubicBezTo>
                  <a:cubicBezTo>
                    <a:pt x="855" y="0"/>
                    <a:pt x="855" y="0"/>
                    <a:pt x="854" y="0"/>
                  </a:cubicBezTo>
                  <a:cubicBezTo>
                    <a:pt x="854" y="0"/>
                    <a:pt x="853" y="0"/>
                    <a:pt x="85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5" name="Freeform 213">
              <a:extLst>
                <a:ext uri="{FF2B5EF4-FFF2-40B4-BE49-F238E27FC236}">
                  <a16:creationId xmlns:a16="http://schemas.microsoft.com/office/drawing/2014/main" xmlns="" id="{94E0F53C-DEC9-4430-B64C-6620E76347B0}"/>
                </a:ext>
              </a:extLst>
            </p:cNvPr>
            <p:cNvSpPr/>
            <p:nvPr userDrawn="1"/>
          </p:nvSpPr>
          <p:spPr bwMode="auto">
            <a:xfrm>
              <a:off x="7011988" y="7986713"/>
              <a:ext cx="4335462" cy="885825"/>
            </a:xfrm>
            <a:custGeom>
              <a:avLst/>
              <a:gdLst>
                <a:gd name="T0" fmla="*/ 884 w 887"/>
                <a:gd name="T1" fmla="*/ 0 h 181"/>
                <a:gd name="T2" fmla="*/ 884 w 887"/>
                <a:gd name="T3" fmla="*/ 51 h 181"/>
                <a:gd name="T4" fmla="*/ 757 w 887"/>
                <a:gd name="T5" fmla="*/ 178 h 181"/>
                <a:gd name="T6" fmla="*/ 0 w 887"/>
                <a:gd name="T7" fmla="*/ 178 h 181"/>
                <a:gd name="T8" fmla="*/ 0 w 887"/>
                <a:gd name="T9" fmla="*/ 181 h 181"/>
                <a:gd name="T10" fmla="*/ 757 w 887"/>
                <a:gd name="T11" fmla="*/ 181 h 181"/>
                <a:gd name="T12" fmla="*/ 887 w 887"/>
                <a:gd name="T13" fmla="*/ 51 h 181"/>
                <a:gd name="T14" fmla="*/ 887 w 887"/>
                <a:gd name="T15" fmla="*/ 0 h 181"/>
                <a:gd name="T16" fmla="*/ 886 w 887"/>
                <a:gd name="T17" fmla="*/ 0 h 181"/>
                <a:gd name="T18" fmla="*/ 884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884" y="0"/>
                  </a:moveTo>
                  <a:cubicBezTo>
                    <a:pt x="884" y="51"/>
                    <a:pt x="884" y="51"/>
                    <a:pt x="884" y="51"/>
                  </a:cubicBezTo>
                  <a:cubicBezTo>
                    <a:pt x="884" y="121"/>
                    <a:pt x="827" y="178"/>
                    <a:pt x="757" y="178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757" y="181"/>
                    <a:pt x="757" y="181"/>
                    <a:pt x="757" y="181"/>
                  </a:cubicBezTo>
                  <a:cubicBezTo>
                    <a:pt x="829" y="181"/>
                    <a:pt x="887" y="123"/>
                    <a:pt x="887" y="51"/>
                  </a:cubicBezTo>
                  <a:cubicBezTo>
                    <a:pt x="887" y="0"/>
                    <a:pt x="887" y="0"/>
                    <a:pt x="887" y="0"/>
                  </a:cubicBezTo>
                  <a:cubicBezTo>
                    <a:pt x="887" y="0"/>
                    <a:pt x="886" y="0"/>
                    <a:pt x="886" y="0"/>
                  </a:cubicBezTo>
                  <a:cubicBezTo>
                    <a:pt x="885" y="0"/>
                    <a:pt x="885" y="0"/>
                    <a:pt x="88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6" name="Freeform 214">
              <a:extLst>
                <a:ext uri="{FF2B5EF4-FFF2-40B4-BE49-F238E27FC236}">
                  <a16:creationId xmlns:a16="http://schemas.microsoft.com/office/drawing/2014/main" xmlns="" id="{D426A132-F344-4AFD-9F3C-A887036E24DB}"/>
                </a:ext>
              </a:extLst>
            </p:cNvPr>
            <p:cNvSpPr/>
            <p:nvPr userDrawn="1"/>
          </p:nvSpPr>
          <p:spPr bwMode="auto">
            <a:xfrm>
              <a:off x="7011988" y="7850188"/>
              <a:ext cx="4502150" cy="1168400"/>
            </a:xfrm>
            <a:custGeom>
              <a:avLst/>
              <a:gdLst>
                <a:gd name="T0" fmla="*/ 917 w 921"/>
                <a:gd name="T1" fmla="*/ 0 h 239"/>
                <a:gd name="T2" fmla="*/ 917 w 921"/>
                <a:gd name="T3" fmla="*/ 80 h 239"/>
                <a:gd name="T4" fmla="*/ 761 w 921"/>
                <a:gd name="T5" fmla="*/ 236 h 239"/>
                <a:gd name="T6" fmla="*/ 0 w 921"/>
                <a:gd name="T7" fmla="*/ 236 h 239"/>
                <a:gd name="T8" fmla="*/ 0 w 921"/>
                <a:gd name="T9" fmla="*/ 239 h 239"/>
                <a:gd name="T10" fmla="*/ 761 w 921"/>
                <a:gd name="T11" fmla="*/ 239 h 239"/>
                <a:gd name="T12" fmla="*/ 921 w 921"/>
                <a:gd name="T13" fmla="*/ 80 h 239"/>
                <a:gd name="T14" fmla="*/ 921 w 921"/>
                <a:gd name="T15" fmla="*/ 0 h 239"/>
                <a:gd name="T16" fmla="*/ 919 w 921"/>
                <a:gd name="T17" fmla="*/ 1 h 239"/>
                <a:gd name="T18" fmla="*/ 917 w 921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1" h="239">
                  <a:moveTo>
                    <a:pt x="917" y="0"/>
                  </a:moveTo>
                  <a:cubicBezTo>
                    <a:pt x="917" y="80"/>
                    <a:pt x="917" y="80"/>
                    <a:pt x="917" y="80"/>
                  </a:cubicBezTo>
                  <a:cubicBezTo>
                    <a:pt x="917" y="166"/>
                    <a:pt x="847" y="236"/>
                    <a:pt x="761" y="236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761" y="239"/>
                    <a:pt x="761" y="239"/>
                    <a:pt x="761" y="239"/>
                  </a:cubicBezTo>
                  <a:cubicBezTo>
                    <a:pt x="849" y="239"/>
                    <a:pt x="921" y="168"/>
                    <a:pt x="921" y="80"/>
                  </a:cubicBezTo>
                  <a:cubicBezTo>
                    <a:pt x="921" y="0"/>
                    <a:pt x="921" y="0"/>
                    <a:pt x="921" y="0"/>
                  </a:cubicBezTo>
                  <a:cubicBezTo>
                    <a:pt x="920" y="1"/>
                    <a:pt x="920" y="1"/>
                    <a:pt x="919" y="1"/>
                  </a:cubicBezTo>
                  <a:cubicBezTo>
                    <a:pt x="918" y="1"/>
                    <a:pt x="918" y="1"/>
                    <a:pt x="91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7" name="Freeform 215">
              <a:extLst>
                <a:ext uri="{FF2B5EF4-FFF2-40B4-BE49-F238E27FC236}">
                  <a16:creationId xmlns:a16="http://schemas.microsoft.com/office/drawing/2014/main" xmlns="" id="{8ACE94DA-4CCE-4980-BE34-998E88B7335D}"/>
                </a:ext>
              </a:extLst>
            </p:cNvPr>
            <p:cNvSpPr/>
            <p:nvPr userDrawn="1"/>
          </p:nvSpPr>
          <p:spPr bwMode="auto">
            <a:xfrm>
              <a:off x="7011988" y="7439025"/>
              <a:ext cx="4629150" cy="1727200"/>
            </a:xfrm>
            <a:custGeom>
              <a:avLst/>
              <a:gdLst>
                <a:gd name="T0" fmla="*/ 944 w 947"/>
                <a:gd name="T1" fmla="*/ 0 h 353"/>
                <a:gd name="T2" fmla="*/ 944 w 947"/>
                <a:gd name="T3" fmla="*/ 174 h 353"/>
                <a:gd name="T4" fmla="*/ 768 w 947"/>
                <a:gd name="T5" fmla="*/ 350 h 353"/>
                <a:gd name="T6" fmla="*/ 0 w 947"/>
                <a:gd name="T7" fmla="*/ 350 h 353"/>
                <a:gd name="T8" fmla="*/ 0 w 947"/>
                <a:gd name="T9" fmla="*/ 353 h 353"/>
                <a:gd name="T10" fmla="*/ 768 w 947"/>
                <a:gd name="T11" fmla="*/ 353 h 353"/>
                <a:gd name="T12" fmla="*/ 947 w 947"/>
                <a:gd name="T13" fmla="*/ 174 h 353"/>
                <a:gd name="T14" fmla="*/ 947 w 947"/>
                <a:gd name="T15" fmla="*/ 0 h 353"/>
                <a:gd name="T16" fmla="*/ 945 w 947"/>
                <a:gd name="T17" fmla="*/ 0 h 353"/>
                <a:gd name="T18" fmla="*/ 944 w 947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3">
                  <a:moveTo>
                    <a:pt x="944" y="0"/>
                  </a:moveTo>
                  <a:cubicBezTo>
                    <a:pt x="944" y="174"/>
                    <a:pt x="944" y="174"/>
                    <a:pt x="944" y="174"/>
                  </a:cubicBezTo>
                  <a:cubicBezTo>
                    <a:pt x="944" y="271"/>
                    <a:pt x="865" y="350"/>
                    <a:pt x="768" y="350"/>
                  </a:cubicBezTo>
                  <a:cubicBezTo>
                    <a:pt x="0" y="350"/>
                    <a:pt x="0" y="350"/>
                    <a:pt x="0" y="35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768" y="353"/>
                    <a:pt x="768" y="353"/>
                    <a:pt x="768" y="353"/>
                  </a:cubicBezTo>
                  <a:cubicBezTo>
                    <a:pt x="867" y="353"/>
                    <a:pt x="947" y="273"/>
                    <a:pt x="947" y="174"/>
                  </a:cubicBezTo>
                  <a:cubicBezTo>
                    <a:pt x="947" y="0"/>
                    <a:pt x="947" y="0"/>
                    <a:pt x="947" y="0"/>
                  </a:cubicBezTo>
                  <a:cubicBezTo>
                    <a:pt x="947" y="0"/>
                    <a:pt x="946" y="0"/>
                    <a:pt x="945" y="0"/>
                  </a:cubicBezTo>
                  <a:cubicBezTo>
                    <a:pt x="945" y="0"/>
                    <a:pt x="944" y="0"/>
                    <a:pt x="94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8" name="Freeform 216">
              <a:extLst>
                <a:ext uri="{FF2B5EF4-FFF2-40B4-BE49-F238E27FC236}">
                  <a16:creationId xmlns:a16="http://schemas.microsoft.com/office/drawing/2014/main" xmlns="" id="{1186AB81-EC08-47A3-B424-BFDAFD7F41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47425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9" name="Freeform 217">
              <a:extLst>
                <a:ext uri="{FF2B5EF4-FFF2-40B4-BE49-F238E27FC236}">
                  <a16:creationId xmlns:a16="http://schemas.microsoft.com/office/drawing/2014/main" xmlns="" id="{F5668DBE-204F-4171-9E4F-5846978205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98238" y="79041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0" name="Freeform 218">
              <a:extLst>
                <a:ext uri="{FF2B5EF4-FFF2-40B4-BE49-F238E27FC236}">
                  <a16:creationId xmlns:a16="http://schemas.microsoft.com/office/drawing/2014/main" xmlns="" id="{D3EFCB08-F6F6-491F-9E57-2E2F367354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0163" y="7767638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0 w 18"/>
                <a:gd name="T13" fmla="*/ 9 h 18"/>
                <a:gd name="T14" fmla="*/ 7 w 18"/>
                <a:gd name="T15" fmla="*/ 17 h 18"/>
                <a:gd name="T16" fmla="*/ 9 w 18"/>
                <a:gd name="T17" fmla="*/ 18 h 18"/>
                <a:gd name="T18" fmla="*/ 11 w 18"/>
                <a:gd name="T19" fmla="*/ 17 h 18"/>
                <a:gd name="T20" fmla="*/ 18 w 18"/>
                <a:gd name="T21" fmla="*/ 9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8" y="18"/>
                    <a:pt x="8" y="18"/>
                    <a:pt x="9" y="18"/>
                  </a:cubicBezTo>
                  <a:cubicBezTo>
                    <a:pt x="10" y="18"/>
                    <a:pt x="10" y="18"/>
                    <a:pt x="11" y="17"/>
                  </a:cubicBezTo>
                  <a:cubicBezTo>
                    <a:pt x="15" y="17"/>
                    <a:pt x="18" y="13"/>
                    <a:pt x="18" y="9"/>
                  </a:cubicBezTo>
                  <a:cubicBezTo>
                    <a:pt x="18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1" name="Freeform 219">
              <a:extLst>
                <a:ext uri="{FF2B5EF4-FFF2-40B4-BE49-F238E27FC236}">
                  <a16:creationId xmlns:a16="http://schemas.microsoft.com/office/drawing/2014/main" xmlns="" id="{FB523A2B-4AE4-496E-B6D5-96A80A3CE2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1925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2" name="Freeform 220">
              <a:extLst>
                <a:ext uri="{FF2B5EF4-FFF2-40B4-BE49-F238E27FC236}">
                  <a16:creationId xmlns:a16="http://schemas.microsoft.com/office/drawing/2014/main" xmlns="" id="{12AFCCC9-64AE-492B-B862-3E0D337B8B47}"/>
                </a:ext>
              </a:extLst>
            </p:cNvPr>
            <p:cNvSpPr/>
            <p:nvPr userDrawn="1"/>
          </p:nvSpPr>
          <p:spPr bwMode="auto">
            <a:xfrm>
              <a:off x="7021513" y="9977438"/>
              <a:ext cx="4178300" cy="1090613"/>
            </a:xfrm>
            <a:custGeom>
              <a:avLst/>
              <a:gdLst>
                <a:gd name="T0" fmla="*/ 751 w 855"/>
                <a:gd name="T1" fmla="*/ 0 h 223"/>
                <a:gd name="T2" fmla="*/ 0 w 855"/>
                <a:gd name="T3" fmla="*/ 0 h 223"/>
                <a:gd name="T4" fmla="*/ 0 w 855"/>
                <a:gd name="T5" fmla="*/ 3 h 223"/>
                <a:gd name="T6" fmla="*/ 751 w 855"/>
                <a:gd name="T7" fmla="*/ 3 h 223"/>
                <a:gd name="T8" fmla="*/ 852 w 855"/>
                <a:gd name="T9" fmla="*/ 105 h 223"/>
                <a:gd name="T10" fmla="*/ 852 w 855"/>
                <a:gd name="T11" fmla="*/ 223 h 223"/>
                <a:gd name="T12" fmla="*/ 854 w 855"/>
                <a:gd name="T13" fmla="*/ 223 h 223"/>
                <a:gd name="T14" fmla="*/ 855 w 855"/>
                <a:gd name="T15" fmla="*/ 223 h 223"/>
                <a:gd name="T16" fmla="*/ 855 w 855"/>
                <a:gd name="T17" fmla="*/ 105 h 223"/>
                <a:gd name="T18" fmla="*/ 751 w 855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5" h="223">
                  <a:moveTo>
                    <a:pt x="75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1" y="3"/>
                    <a:pt x="751" y="3"/>
                    <a:pt x="751" y="3"/>
                  </a:cubicBezTo>
                  <a:cubicBezTo>
                    <a:pt x="807" y="3"/>
                    <a:pt x="852" y="49"/>
                    <a:pt x="852" y="105"/>
                  </a:cubicBezTo>
                  <a:cubicBezTo>
                    <a:pt x="852" y="223"/>
                    <a:pt x="852" y="223"/>
                    <a:pt x="852" y="223"/>
                  </a:cubicBezTo>
                  <a:cubicBezTo>
                    <a:pt x="853" y="223"/>
                    <a:pt x="853" y="223"/>
                    <a:pt x="854" y="223"/>
                  </a:cubicBezTo>
                  <a:cubicBezTo>
                    <a:pt x="854" y="223"/>
                    <a:pt x="855" y="223"/>
                    <a:pt x="855" y="223"/>
                  </a:cubicBezTo>
                  <a:cubicBezTo>
                    <a:pt x="855" y="105"/>
                    <a:pt x="855" y="105"/>
                    <a:pt x="855" y="105"/>
                  </a:cubicBezTo>
                  <a:cubicBezTo>
                    <a:pt x="855" y="47"/>
                    <a:pt x="808" y="0"/>
                    <a:pt x="751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3" name="Freeform 221">
              <a:extLst>
                <a:ext uri="{FF2B5EF4-FFF2-40B4-BE49-F238E27FC236}">
                  <a16:creationId xmlns:a16="http://schemas.microsoft.com/office/drawing/2014/main" xmlns="" id="{46D3A967-56BC-45BF-8ED4-884A091A967F}"/>
                </a:ext>
              </a:extLst>
            </p:cNvPr>
            <p:cNvSpPr/>
            <p:nvPr userDrawn="1"/>
          </p:nvSpPr>
          <p:spPr bwMode="auto">
            <a:xfrm>
              <a:off x="7021513" y="9840913"/>
              <a:ext cx="4335462" cy="885825"/>
            </a:xfrm>
            <a:custGeom>
              <a:avLst/>
              <a:gdLst>
                <a:gd name="T0" fmla="*/ 756 w 887"/>
                <a:gd name="T1" fmla="*/ 0 h 181"/>
                <a:gd name="T2" fmla="*/ 0 w 887"/>
                <a:gd name="T3" fmla="*/ 0 h 181"/>
                <a:gd name="T4" fmla="*/ 0 w 887"/>
                <a:gd name="T5" fmla="*/ 3 h 181"/>
                <a:gd name="T6" fmla="*/ 756 w 887"/>
                <a:gd name="T7" fmla="*/ 3 h 181"/>
                <a:gd name="T8" fmla="*/ 884 w 887"/>
                <a:gd name="T9" fmla="*/ 131 h 181"/>
                <a:gd name="T10" fmla="*/ 884 w 887"/>
                <a:gd name="T11" fmla="*/ 181 h 181"/>
                <a:gd name="T12" fmla="*/ 885 w 887"/>
                <a:gd name="T13" fmla="*/ 181 h 181"/>
                <a:gd name="T14" fmla="*/ 887 w 887"/>
                <a:gd name="T15" fmla="*/ 181 h 181"/>
                <a:gd name="T16" fmla="*/ 887 w 887"/>
                <a:gd name="T17" fmla="*/ 131 h 181"/>
                <a:gd name="T18" fmla="*/ 756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75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6" y="3"/>
                    <a:pt x="756" y="3"/>
                    <a:pt x="756" y="3"/>
                  </a:cubicBezTo>
                  <a:cubicBezTo>
                    <a:pt x="827" y="3"/>
                    <a:pt x="884" y="60"/>
                    <a:pt x="884" y="131"/>
                  </a:cubicBezTo>
                  <a:cubicBezTo>
                    <a:pt x="884" y="181"/>
                    <a:pt x="884" y="181"/>
                    <a:pt x="884" y="181"/>
                  </a:cubicBezTo>
                  <a:cubicBezTo>
                    <a:pt x="884" y="181"/>
                    <a:pt x="885" y="181"/>
                    <a:pt x="885" y="181"/>
                  </a:cubicBezTo>
                  <a:cubicBezTo>
                    <a:pt x="886" y="181"/>
                    <a:pt x="886" y="181"/>
                    <a:pt x="887" y="181"/>
                  </a:cubicBezTo>
                  <a:cubicBezTo>
                    <a:pt x="887" y="131"/>
                    <a:pt x="887" y="131"/>
                    <a:pt x="887" y="131"/>
                  </a:cubicBezTo>
                  <a:cubicBezTo>
                    <a:pt x="887" y="59"/>
                    <a:pt x="828" y="0"/>
                    <a:pt x="756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4" name="Freeform 222">
              <a:extLst>
                <a:ext uri="{FF2B5EF4-FFF2-40B4-BE49-F238E27FC236}">
                  <a16:creationId xmlns:a16="http://schemas.microsoft.com/office/drawing/2014/main" xmlns="" id="{D8CCC54B-96D6-4384-8DB9-3B07D2811111}"/>
                </a:ext>
              </a:extLst>
            </p:cNvPr>
            <p:cNvSpPr/>
            <p:nvPr userDrawn="1"/>
          </p:nvSpPr>
          <p:spPr bwMode="auto">
            <a:xfrm>
              <a:off x="7021513" y="9694863"/>
              <a:ext cx="4497387" cy="1168400"/>
            </a:xfrm>
            <a:custGeom>
              <a:avLst/>
              <a:gdLst>
                <a:gd name="T0" fmla="*/ 760 w 920"/>
                <a:gd name="T1" fmla="*/ 0 h 239"/>
                <a:gd name="T2" fmla="*/ 0 w 920"/>
                <a:gd name="T3" fmla="*/ 0 h 239"/>
                <a:gd name="T4" fmla="*/ 0 w 920"/>
                <a:gd name="T5" fmla="*/ 3 h 239"/>
                <a:gd name="T6" fmla="*/ 760 w 920"/>
                <a:gd name="T7" fmla="*/ 3 h 239"/>
                <a:gd name="T8" fmla="*/ 917 w 920"/>
                <a:gd name="T9" fmla="*/ 160 h 239"/>
                <a:gd name="T10" fmla="*/ 917 w 920"/>
                <a:gd name="T11" fmla="*/ 239 h 239"/>
                <a:gd name="T12" fmla="*/ 919 w 920"/>
                <a:gd name="T13" fmla="*/ 239 h 239"/>
                <a:gd name="T14" fmla="*/ 920 w 920"/>
                <a:gd name="T15" fmla="*/ 239 h 239"/>
                <a:gd name="T16" fmla="*/ 920 w 920"/>
                <a:gd name="T17" fmla="*/ 160 h 239"/>
                <a:gd name="T18" fmla="*/ 760 w 920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0" h="239">
                  <a:moveTo>
                    <a:pt x="76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0" y="3"/>
                    <a:pt x="760" y="3"/>
                    <a:pt x="760" y="3"/>
                  </a:cubicBezTo>
                  <a:cubicBezTo>
                    <a:pt x="847" y="3"/>
                    <a:pt x="917" y="74"/>
                    <a:pt x="917" y="160"/>
                  </a:cubicBezTo>
                  <a:cubicBezTo>
                    <a:pt x="917" y="239"/>
                    <a:pt x="917" y="239"/>
                    <a:pt x="917" y="239"/>
                  </a:cubicBezTo>
                  <a:cubicBezTo>
                    <a:pt x="918" y="239"/>
                    <a:pt x="918" y="239"/>
                    <a:pt x="919" y="239"/>
                  </a:cubicBezTo>
                  <a:cubicBezTo>
                    <a:pt x="919" y="239"/>
                    <a:pt x="920" y="239"/>
                    <a:pt x="920" y="239"/>
                  </a:cubicBezTo>
                  <a:cubicBezTo>
                    <a:pt x="920" y="160"/>
                    <a:pt x="920" y="160"/>
                    <a:pt x="920" y="160"/>
                  </a:cubicBezTo>
                  <a:cubicBezTo>
                    <a:pt x="920" y="72"/>
                    <a:pt x="848" y="0"/>
                    <a:pt x="76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5" name="Freeform 223">
              <a:extLst>
                <a:ext uri="{FF2B5EF4-FFF2-40B4-BE49-F238E27FC236}">
                  <a16:creationId xmlns:a16="http://schemas.microsoft.com/office/drawing/2014/main" xmlns="" id="{1F4F8155-DADF-4F50-AA1B-32DA5B769BCD}"/>
                </a:ext>
              </a:extLst>
            </p:cNvPr>
            <p:cNvSpPr/>
            <p:nvPr userDrawn="1"/>
          </p:nvSpPr>
          <p:spPr bwMode="auto">
            <a:xfrm>
              <a:off x="7021513" y="9547225"/>
              <a:ext cx="4629150" cy="1731963"/>
            </a:xfrm>
            <a:custGeom>
              <a:avLst/>
              <a:gdLst>
                <a:gd name="T0" fmla="*/ 767 w 947"/>
                <a:gd name="T1" fmla="*/ 0 h 354"/>
                <a:gd name="T2" fmla="*/ 0 w 947"/>
                <a:gd name="T3" fmla="*/ 0 h 354"/>
                <a:gd name="T4" fmla="*/ 0 w 947"/>
                <a:gd name="T5" fmla="*/ 3 h 354"/>
                <a:gd name="T6" fmla="*/ 767 w 947"/>
                <a:gd name="T7" fmla="*/ 3 h 354"/>
                <a:gd name="T8" fmla="*/ 943 w 947"/>
                <a:gd name="T9" fmla="*/ 180 h 354"/>
                <a:gd name="T10" fmla="*/ 943 w 947"/>
                <a:gd name="T11" fmla="*/ 354 h 354"/>
                <a:gd name="T12" fmla="*/ 945 w 947"/>
                <a:gd name="T13" fmla="*/ 353 h 354"/>
                <a:gd name="T14" fmla="*/ 947 w 947"/>
                <a:gd name="T15" fmla="*/ 354 h 354"/>
                <a:gd name="T16" fmla="*/ 947 w 947"/>
                <a:gd name="T17" fmla="*/ 180 h 354"/>
                <a:gd name="T18" fmla="*/ 767 w 947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4">
                  <a:moveTo>
                    <a:pt x="76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7" y="3"/>
                    <a:pt x="767" y="3"/>
                    <a:pt x="767" y="3"/>
                  </a:cubicBezTo>
                  <a:cubicBezTo>
                    <a:pt x="864" y="3"/>
                    <a:pt x="943" y="82"/>
                    <a:pt x="943" y="180"/>
                  </a:cubicBezTo>
                  <a:cubicBezTo>
                    <a:pt x="943" y="354"/>
                    <a:pt x="943" y="354"/>
                    <a:pt x="943" y="354"/>
                  </a:cubicBezTo>
                  <a:cubicBezTo>
                    <a:pt x="944" y="353"/>
                    <a:pt x="945" y="353"/>
                    <a:pt x="945" y="353"/>
                  </a:cubicBezTo>
                  <a:cubicBezTo>
                    <a:pt x="946" y="353"/>
                    <a:pt x="946" y="353"/>
                    <a:pt x="947" y="354"/>
                  </a:cubicBezTo>
                  <a:cubicBezTo>
                    <a:pt x="947" y="180"/>
                    <a:pt x="947" y="180"/>
                    <a:pt x="947" y="180"/>
                  </a:cubicBezTo>
                  <a:cubicBezTo>
                    <a:pt x="947" y="81"/>
                    <a:pt x="866" y="0"/>
                    <a:pt x="76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6" name="Freeform 224">
              <a:extLst>
                <a:ext uri="{FF2B5EF4-FFF2-40B4-BE49-F238E27FC236}">
                  <a16:creationId xmlns:a16="http://schemas.microsoft.com/office/drawing/2014/main" xmlns="" id="{4BE96C66-A0A7-483D-9938-D4593CB3AAE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52188" y="11068050"/>
              <a:ext cx="82550" cy="84138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8 h 17"/>
                <a:gd name="T4" fmla="*/ 9 w 17"/>
                <a:gd name="T5" fmla="*/ 3 h 17"/>
                <a:gd name="T6" fmla="*/ 14 w 17"/>
                <a:gd name="T7" fmla="*/ 8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8 h 17"/>
                <a:gd name="T16" fmla="*/ 9 w 17"/>
                <a:gd name="T17" fmla="*/ 17 h 17"/>
                <a:gd name="T18" fmla="*/ 17 w 17"/>
                <a:gd name="T19" fmla="*/ 8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8"/>
                  </a:cubicBezTo>
                  <a:cubicBezTo>
                    <a:pt x="3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8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7" name="Freeform 225">
              <a:extLst>
                <a:ext uri="{FF2B5EF4-FFF2-40B4-BE49-F238E27FC236}">
                  <a16:creationId xmlns:a16="http://schemas.microsoft.com/office/drawing/2014/main" xmlns="" id="{8F827AD3-64F4-4111-93C8-1B6D02686F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7763" y="10726738"/>
              <a:ext cx="84137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2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8" name="Freeform 226">
              <a:extLst>
                <a:ext uri="{FF2B5EF4-FFF2-40B4-BE49-F238E27FC236}">
                  <a16:creationId xmlns:a16="http://schemas.microsoft.com/office/drawing/2014/main" xmlns="" id="{97C21B80-8D79-4200-8299-0DBC93B18F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9688" y="108632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9" name="Freeform 227">
              <a:extLst>
                <a:ext uri="{FF2B5EF4-FFF2-40B4-BE49-F238E27FC236}">
                  <a16:creationId xmlns:a16="http://schemas.microsoft.com/office/drawing/2014/main" xmlns="" id="{35EE361A-3852-4AEC-A2D1-00DFB9A23B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6688" y="11274425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7 w 18"/>
                <a:gd name="T13" fmla="*/ 1 h 18"/>
                <a:gd name="T14" fmla="*/ 0 w 18"/>
                <a:gd name="T15" fmla="*/ 9 h 18"/>
                <a:gd name="T16" fmla="*/ 9 w 18"/>
                <a:gd name="T17" fmla="*/ 18 h 18"/>
                <a:gd name="T18" fmla="*/ 18 w 18"/>
                <a:gd name="T19" fmla="*/ 9 h 18"/>
                <a:gd name="T20" fmla="*/ 11 w 18"/>
                <a:gd name="T21" fmla="*/ 1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9" y="0"/>
                    <a:pt x="8" y="0"/>
                    <a:pt x="7" y="1"/>
                  </a:cubicBezTo>
                  <a:cubicBezTo>
                    <a:pt x="4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4" y="18"/>
                    <a:pt x="18" y="14"/>
                    <a:pt x="18" y="9"/>
                  </a:cubicBezTo>
                  <a:cubicBezTo>
                    <a:pt x="18" y="5"/>
                    <a:pt x="15" y="1"/>
                    <a:pt x="11" y="1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0" name="Freeform 228">
              <a:extLst>
                <a:ext uri="{FF2B5EF4-FFF2-40B4-BE49-F238E27FC236}">
                  <a16:creationId xmlns:a16="http://schemas.microsoft.com/office/drawing/2014/main" xmlns="" id="{A667A830-5619-4A40-B459-B9E18551C481}"/>
                </a:ext>
              </a:extLst>
            </p:cNvPr>
            <p:cNvSpPr/>
            <p:nvPr userDrawn="1"/>
          </p:nvSpPr>
          <p:spPr bwMode="auto">
            <a:xfrm>
              <a:off x="7026275" y="9283700"/>
              <a:ext cx="4897437" cy="19050"/>
            </a:xfrm>
            <a:custGeom>
              <a:avLst/>
              <a:gdLst>
                <a:gd name="T0" fmla="*/ 1002 w 1002"/>
                <a:gd name="T1" fmla="*/ 0 h 4"/>
                <a:gd name="T2" fmla="*/ 0 w 1002"/>
                <a:gd name="T3" fmla="*/ 0 h 4"/>
                <a:gd name="T4" fmla="*/ 0 w 1002"/>
                <a:gd name="T5" fmla="*/ 4 h 4"/>
                <a:gd name="T6" fmla="*/ 1002 w 1002"/>
                <a:gd name="T7" fmla="*/ 4 h 4"/>
                <a:gd name="T8" fmla="*/ 1001 w 1002"/>
                <a:gd name="T9" fmla="*/ 2 h 4"/>
                <a:gd name="T10" fmla="*/ 1002 w 1002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2" h="4">
                  <a:moveTo>
                    <a:pt x="100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02" y="4"/>
                    <a:pt x="1002" y="4"/>
                    <a:pt x="1002" y="4"/>
                  </a:cubicBezTo>
                  <a:cubicBezTo>
                    <a:pt x="1001" y="3"/>
                    <a:pt x="1001" y="3"/>
                    <a:pt x="1001" y="2"/>
                  </a:cubicBezTo>
                  <a:cubicBezTo>
                    <a:pt x="1001" y="2"/>
                    <a:pt x="1001" y="1"/>
                    <a:pt x="1002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1" name="Freeform 229">
              <a:extLst>
                <a:ext uri="{FF2B5EF4-FFF2-40B4-BE49-F238E27FC236}">
                  <a16:creationId xmlns:a16="http://schemas.microsoft.com/office/drawing/2014/main" xmlns="" id="{094D478C-FC2A-490F-B257-2CB4AE472637}"/>
                </a:ext>
              </a:extLst>
            </p:cNvPr>
            <p:cNvSpPr/>
            <p:nvPr userDrawn="1"/>
          </p:nvSpPr>
          <p:spPr bwMode="auto">
            <a:xfrm>
              <a:off x="7011988" y="9415463"/>
              <a:ext cx="5318125" cy="19050"/>
            </a:xfrm>
            <a:custGeom>
              <a:avLst/>
              <a:gdLst>
                <a:gd name="T0" fmla="*/ 1088 w 1088"/>
                <a:gd name="T1" fmla="*/ 0 h 4"/>
                <a:gd name="T2" fmla="*/ 0 w 1088"/>
                <a:gd name="T3" fmla="*/ 0 h 4"/>
                <a:gd name="T4" fmla="*/ 0 w 1088"/>
                <a:gd name="T5" fmla="*/ 4 h 4"/>
                <a:gd name="T6" fmla="*/ 1088 w 1088"/>
                <a:gd name="T7" fmla="*/ 4 h 4"/>
                <a:gd name="T8" fmla="*/ 1087 w 1088"/>
                <a:gd name="T9" fmla="*/ 2 h 4"/>
                <a:gd name="T10" fmla="*/ 1088 w 1088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8" h="4">
                  <a:moveTo>
                    <a:pt x="108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88" y="4"/>
                    <a:pt x="1088" y="4"/>
                    <a:pt x="1088" y="4"/>
                  </a:cubicBezTo>
                  <a:cubicBezTo>
                    <a:pt x="1087" y="3"/>
                    <a:pt x="1087" y="3"/>
                    <a:pt x="1087" y="2"/>
                  </a:cubicBezTo>
                  <a:cubicBezTo>
                    <a:pt x="1087" y="2"/>
                    <a:pt x="1087" y="1"/>
                    <a:pt x="108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2" name="Freeform 230">
              <a:extLst>
                <a:ext uri="{FF2B5EF4-FFF2-40B4-BE49-F238E27FC236}">
                  <a16:creationId xmlns:a16="http://schemas.microsoft.com/office/drawing/2014/main" xmlns="" id="{DE02CF36-9B20-4CBD-B9B7-A1B6580E1B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18950" y="9253538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3" name="Freeform 231">
              <a:extLst>
                <a:ext uri="{FF2B5EF4-FFF2-40B4-BE49-F238E27FC236}">
                  <a16:creationId xmlns:a16="http://schemas.microsoft.com/office/drawing/2014/main" xmlns="" id="{288FF36E-DADD-4B2D-BCCD-465F93CB1B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325350" y="9385300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</p:grpSp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948718" y="2998375"/>
            <a:ext cx="5087595" cy="55879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en-US" noProof="1"/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948718" y="1785931"/>
            <a:ext cx="5087595" cy="1198382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949208" y="4137532"/>
            <a:ext cx="2294395" cy="296271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bg1"/>
            </a:solidFill>
          </a:ln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noProof="1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949207" y="4558199"/>
            <a:ext cx="5087595" cy="296271"/>
          </a:xfrm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noProof="1"/>
              <a:t>Terabits</a:t>
            </a:r>
            <a:endParaRPr lang="zh-CN" altLang="en-US" noProof="1"/>
          </a:p>
        </p:txBody>
      </p:sp>
    </p:spTree>
    <p:extLst>
      <p:ext uri="{BB962C8B-B14F-4D97-AF65-F5344CB8AC3E}">
        <p14:creationId xmlns:p14="http://schemas.microsoft.com/office/powerpoint/2010/main" val="23927664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xmlns="" id="{FA89D527-07F7-4DF8-B4AE-7CE4750343F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4D938A1B-0B96-46F2-9400-1487ED36C6FC}"/>
              </a:ext>
            </a:extLst>
          </p:cNvPr>
          <p:cNvSpPr/>
          <p:nvPr userDrawn="1"/>
        </p:nvSpPr>
        <p:spPr>
          <a:xfrm>
            <a:off x="7223125" y="4016375"/>
            <a:ext cx="3338513" cy="2841625"/>
          </a:xfrm>
          <a:prstGeom prst="rect">
            <a:avLst/>
          </a:prstGeom>
          <a:gradFill>
            <a:gsLst>
              <a:gs pos="500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6" name="Freeform 100">
            <a:extLst>
              <a:ext uri="{FF2B5EF4-FFF2-40B4-BE49-F238E27FC236}">
                <a16:creationId xmlns:a16="http://schemas.microsoft.com/office/drawing/2014/main" xmlns="" id="{3A1F5932-2139-48CA-8277-742909F78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0" y="1695450"/>
            <a:ext cx="1912938" cy="1449388"/>
          </a:xfrm>
          <a:custGeom>
            <a:avLst/>
            <a:gdLst>
              <a:gd name="T0" fmla="*/ 465 w 467"/>
              <a:gd name="T1" fmla="*/ 354 h 354"/>
              <a:gd name="T2" fmla="*/ 463 w 467"/>
              <a:gd name="T3" fmla="*/ 352 h 354"/>
              <a:gd name="T4" fmla="*/ 463 w 467"/>
              <a:gd name="T5" fmla="*/ 105 h 354"/>
              <a:gd name="T6" fmla="*/ 362 w 467"/>
              <a:gd name="T7" fmla="*/ 4 h 354"/>
              <a:gd name="T8" fmla="*/ 2 w 467"/>
              <a:gd name="T9" fmla="*/ 4 h 354"/>
              <a:gd name="T10" fmla="*/ 0 w 467"/>
              <a:gd name="T11" fmla="*/ 2 h 354"/>
              <a:gd name="T12" fmla="*/ 2 w 467"/>
              <a:gd name="T13" fmla="*/ 0 h 354"/>
              <a:gd name="T14" fmla="*/ 362 w 467"/>
              <a:gd name="T15" fmla="*/ 0 h 354"/>
              <a:gd name="T16" fmla="*/ 467 w 467"/>
              <a:gd name="T17" fmla="*/ 105 h 354"/>
              <a:gd name="T18" fmla="*/ 467 w 467"/>
              <a:gd name="T19" fmla="*/ 352 h 354"/>
              <a:gd name="T20" fmla="*/ 465 w 467"/>
              <a:gd name="T21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67" h="354">
                <a:moveTo>
                  <a:pt x="465" y="354"/>
                </a:moveTo>
                <a:cubicBezTo>
                  <a:pt x="464" y="354"/>
                  <a:pt x="463" y="353"/>
                  <a:pt x="463" y="352"/>
                </a:cubicBezTo>
                <a:cubicBezTo>
                  <a:pt x="463" y="105"/>
                  <a:pt x="463" y="105"/>
                  <a:pt x="463" y="105"/>
                </a:cubicBezTo>
                <a:cubicBezTo>
                  <a:pt x="463" y="49"/>
                  <a:pt x="417" y="4"/>
                  <a:pt x="362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420" y="0"/>
                  <a:pt x="467" y="47"/>
                  <a:pt x="467" y="105"/>
                </a:cubicBezTo>
                <a:cubicBezTo>
                  <a:pt x="467" y="352"/>
                  <a:pt x="467" y="352"/>
                  <a:pt x="467" y="352"/>
                </a:cubicBezTo>
                <a:cubicBezTo>
                  <a:pt x="467" y="353"/>
                  <a:pt x="466" y="354"/>
                  <a:pt x="465" y="354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101">
            <a:extLst>
              <a:ext uri="{FF2B5EF4-FFF2-40B4-BE49-F238E27FC236}">
                <a16:creationId xmlns:a16="http://schemas.microsoft.com/office/drawing/2014/main" xmlns="" id="{E2EAF21E-DF3A-47A2-A444-98FA64D4A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5063" y="1566863"/>
            <a:ext cx="766762" cy="1577975"/>
          </a:xfrm>
          <a:custGeom>
            <a:avLst/>
            <a:gdLst>
              <a:gd name="T0" fmla="*/ 185 w 187"/>
              <a:gd name="T1" fmla="*/ 385 h 385"/>
              <a:gd name="T2" fmla="*/ 183 w 187"/>
              <a:gd name="T3" fmla="*/ 383 h 385"/>
              <a:gd name="T4" fmla="*/ 183 w 187"/>
              <a:gd name="T5" fmla="*/ 131 h 385"/>
              <a:gd name="T6" fmla="*/ 56 w 187"/>
              <a:gd name="T7" fmla="*/ 4 h 385"/>
              <a:gd name="T8" fmla="*/ 2 w 187"/>
              <a:gd name="T9" fmla="*/ 4 h 385"/>
              <a:gd name="T10" fmla="*/ 0 w 187"/>
              <a:gd name="T11" fmla="*/ 2 h 385"/>
              <a:gd name="T12" fmla="*/ 2 w 187"/>
              <a:gd name="T13" fmla="*/ 0 h 385"/>
              <a:gd name="T14" fmla="*/ 56 w 187"/>
              <a:gd name="T15" fmla="*/ 0 h 385"/>
              <a:gd name="T16" fmla="*/ 187 w 187"/>
              <a:gd name="T17" fmla="*/ 131 h 385"/>
              <a:gd name="T18" fmla="*/ 187 w 187"/>
              <a:gd name="T19" fmla="*/ 383 h 385"/>
              <a:gd name="T20" fmla="*/ 185 w 187"/>
              <a:gd name="T21" fmla="*/ 385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7" h="385">
                <a:moveTo>
                  <a:pt x="185" y="385"/>
                </a:moveTo>
                <a:cubicBezTo>
                  <a:pt x="184" y="385"/>
                  <a:pt x="183" y="384"/>
                  <a:pt x="183" y="383"/>
                </a:cubicBezTo>
                <a:cubicBezTo>
                  <a:pt x="183" y="131"/>
                  <a:pt x="183" y="131"/>
                  <a:pt x="183" y="131"/>
                </a:cubicBezTo>
                <a:cubicBezTo>
                  <a:pt x="183" y="61"/>
                  <a:pt x="126" y="4"/>
                  <a:pt x="56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0"/>
                  <a:pt x="1" y="0"/>
                  <a:pt x="2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128" y="0"/>
                  <a:pt x="187" y="58"/>
                  <a:pt x="187" y="131"/>
                </a:cubicBezTo>
                <a:cubicBezTo>
                  <a:pt x="187" y="383"/>
                  <a:pt x="187" y="383"/>
                  <a:pt x="187" y="383"/>
                </a:cubicBezTo>
                <a:cubicBezTo>
                  <a:pt x="187" y="384"/>
                  <a:pt x="186" y="385"/>
                  <a:pt x="185" y="38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02">
            <a:extLst>
              <a:ext uri="{FF2B5EF4-FFF2-40B4-BE49-F238E27FC236}">
                <a16:creationId xmlns:a16="http://schemas.microsoft.com/office/drawing/2014/main" xmlns="" id="{9908D12F-8726-4C8F-8278-5E5EA5C50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5525" y="1428750"/>
            <a:ext cx="998538" cy="1716088"/>
          </a:xfrm>
          <a:custGeom>
            <a:avLst/>
            <a:gdLst>
              <a:gd name="T0" fmla="*/ 242 w 244"/>
              <a:gd name="T1" fmla="*/ 419 h 419"/>
              <a:gd name="T2" fmla="*/ 240 w 244"/>
              <a:gd name="T3" fmla="*/ 417 h 419"/>
              <a:gd name="T4" fmla="*/ 240 w 244"/>
              <a:gd name="T5" fmla="*/ 161 h 419"/>
              <a:gd name="T6" fmla="*/ 84 w 244"/>
              <a:gd name="T7" fmla="*/ 4 h 419"/>
              <a:gd name="T8" fmla="*/ 2 w 244"/>
              <a:gd name="T9" fmla="*/ 4 h 419"/>
              <a:gd name="T10" fmla="*/ 0 w 244"/>
              <a:gd name="T11" fmla="*/ 2 h 419"/>
              <a:gd name="T12" fmla="*/ 2 w 244"/>
              <a:gd name="T13" fmla="*/ 0 h 419"/>
              <a:gd name="T14" fmla="*/ 84 w 244"/>
              <a:gd name="T15" fmla="*/ 0 h 419"/>
              <a:gd name="T16" fmla="*/ 244 w 244"/>
              <a:gd name="T17" fmla="*/ 161 h 419"/>
              <a:gd name="T18" fmla="*/ 244 w 244"/>
              <a:gd name="T19" fmla="*/ 417 h 419"/>
              <a:gd name="T20" fmla="*/ 242 w 244"/>
              <a:gd name="T21" fmla="*/ 419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4" h="419">
                <a:moveTo>
                  <a:pt x="242" y="419"/>
                </a:moveTo>
                <a:cubicBezTo>
                  <a:pt x="241" y="419"/>
                  <a:pt x="240" y="418"/>
                  <a:pt x="240" y="417"/>
                </a:cubicBezTo>
                <a:cubicBezTo>
                  <a:pt x="240" y="161"/>
                  <a:pt x="240" y="161"/>
                  <a:pt x="240" y="161"/>
                </a:cubicBezTo>
                <a:cubicBezTo>
                  <a:pt x="240" y="74"/>
                  <a:pt x="170" y="4"/>
                  <a:pt x="84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172" y="0"/>
                  <a:pt x="244" y="72"/>
                  <a:pt x="244" y="161"/>
                </a:cubicBezTo>
                <a:cubicBezTo>
                  <a:pt x="244" y="417"/>
                  <a:pt x="244" y="417"/>
                  <a:pt x="244" y="417"/>
                </a:cubicBezTo>
                <a:cubicBezTo>
                  <a:pt x="244" y="418"/>
                  <a:pt x="243" y="419"/>
                  <a:pt x="242" y="419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03">
            <a:extLst>
              <a:ext uri="{FF2B5EF4-FFF2-40B4-BE49-F238E27FC236}">
                <a16:creationId xmlns:a16="http://schemas.microsoft.com/office/drawing/2014/main" xmlns="" id="{565847EB-3C92-41EA-8FC7-AEB66A45F26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432675" y="1665288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4">
            <a:extLst>
              <a:ext uri="{FF2B5EF4-FFF2-40B4-BE49-F238E27FC236}">
                <a16:creationId xmlns:a16="http://schemas.microsoft.com/office/drawing/2014/main" xmlns="" id="{D8ADE8E6-8C31-478D-B207-22A9E6F64A9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694738" y="153987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1"/>
                  <a:pt x="6" y="14"/>
                  <a:pt x="9" y="14"/>
                </a:cubicBezTo>
                <a:cubicBezTo>
                  <a:pt x="12" y="14"/>
                  <a:pt x="14" y="11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05">
            <a:extLst>
              <a:ext uri="{FF2B5EF4-FFF2-40B4-BE49-F238E27FC236}">
                <a16:creationId xmlns:a16="http://schemas.microsoft.com/office/drawing/2014/main" xmlns="" id="{ED5EA8DF-2B7F-458B-A8F1-89B911E1D94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583613" y="1398588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06">
            <a:extLst>
              <a:ext uri="{FF2B5EF4-FFF2-40B4-BE49-F238E27FC236}">
                <a16:creationId xmlns:a16="http://schemas.microsoft.com/office/drawing/2014/main" xmlns="" id="{0AEB20D9-923D-4E84-AB1B-3E8954AF5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1513" y="1322388"/>
            <a:ext cx="1471612" cy="1822450"/>
          </a:xfrm>
          <a:custGeom>
            <a:avLst/>
            <a:gdLst>
              <a:gd name="T0" fmla="*/ 357 w 359"/>
              <a:gd name="T1" fmla="*/ 445 h 445"/>
              <a:gd name="T2" fmla="*/ 355 w 359"/>
              <a:gd name="T3" fmla="*/ 443 h 445"/>
              <a:gd name="T4" fmla="*/ 355 w 359"/>
              <a:gd name="T5" fmla="*/ 180 h 445"/>
              <a:gd name="T6" fmla="*/ 179 w 359"/>
              <a:gd name="T7" fmla="*/ 4 h 445"/>
              <a:gd name="T8" fmla="*/ 2 w 359"/>
              <a:gd name="T9" fmla="*/ 4 h 445"/>
              <a:gd name="T10" fmla="*/ 0 w 359"/>
              <a:gd name="T11" fmla="*/ 2 h 445"/>
              <a:gd name="T12" fmla="*/ 2 w 359"/>
              <a:gd name="T13" fmla="*/ 0 h 445"/>
              <a:gd name="T14" fmla="*/ 179 w 359"/>
              <a:gd name="T15" fmla="*/ 0 h 445"/>
              <a:gd name="T16" fmla="*/ 359 w 359"/>
              <a:gd name="T17" fmla="*/ 180 h 445"/>
              <a:gd name="T18" fmla="*/ 359 w 359"/>
              <a:gd name="T19" fmla="*/ 443 h 445"/>
              <a:gd name="T20" fmla="*/ 357 w 359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9" h="445">
                <a:moveTo>
                  <a:pt x="357" y="445"/>
                </a:moveTo>
                <a:cubicBezTo>
                  <a:pt x="355" y="445"/>
                  <a:pt x="355" y="444"/>
                  <a:pt x="355" y="443"/>
                </a:cubicBezTo>
                <a:cubicBezTo>
                  <a:pt x="355" y="180"/>
                  <a:pt x="355" y="180"/>
                  <a:pt x="355" y="180"/>
                </a:cubicBezTo>
                <a:cubicBezTo>
                  <a:pt x="355" y="83"/>
                  <a:pt x="276" y="4"/>
                  <a:pt x="179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278" y="0"/>
                  <a:pt x="359" y="80"/>
                  <a:pt x="359" y="180"/>
                </a:cubicBezTo>
                <a:cubicBezTo>
                  <a:pt x="359" y="443"/>
                  <a:pt x="359" y="443"/>
                  <a:pt x="359" y="443"/>
                </a:cubicBezTo>
                <a:cubicBezTo>
                  <a:pt x="359" y="444"/>
                  <a:pt x="358" y="445"/>
                  <a:pt x="357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107">
            <a:extLst>
              <a:ext uri="{FF2B5EF4-FFF2-40B4-BE49-F238E27FC236}">
                <a16:creationId xmlns:a16="http://schemas.microsoft.com/office/drawing/2014/main" xmlns="" id="{47CDE46C-DC4A-4CEB-B760-75CE03381F7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31188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7" y="4"/>
                  <a:pt x="4" y="6"/>
                  <a:pt x="4" y="9"/>
                </a:cubicBezTo>
                <a:cubicBezTo>
                  <a:pt x="4" y="12"/>
                  <a:pt x="7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08">
            <a:extLst>
              <a:ext uri="{FF2B5EF4-FFF2-40B4-BE49-F238E27FC236}">
                <a16:creationId xmlns:a16="http://schemas.microsoft.com/office/drawing/2014/main" xmlns="" id="{7670E6CE-3BB7-4481-8625-050E809AD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2663" y="1322388"/>
            <a:ext cx="1041400" cy="1822450"/>
          </a:xfrm>
          <a:custGeom>
            <a:avLst/>
            <a:gdLst>
              <a:gd name="T0" fmla="*/ 2 w 254"/>
              <a:gd name="T1" fmla="*/ 445 h 445"/>
              <a:gd name="T2" fmla="*/ 0 w 254"/>
              <a:gd name="T3" fmla="*/ 443 h 445"/>
              <a:gd name="T4" fmla="*/ 0 w 254"/>
              <a:gd name="T5" fmla="*/ 180 h 445"/>
              <a:gd name="T6" fmla="*/ 180 w 254"/>
              <a:gd name="T7" fmla="*/ 0 h 445"/>
              <a:gd name="T8" fmla="*/ 252 w 254"/>
              <a:gd name="T9" fmla="*/ 0 h 445"/>
              <a:gd name="T10" fmla="*/ 254 w 254"/>
              <a:gd name="T11" fmla="*/ 2 h 445"/>
              <a:gd name="T12" fmla="*/ 252 w 254"/>
              <a:gd name="T13" fmla="*/ 4 h 445"/>
              <a:gd name="T14" fmla="*/ 180 w 254"/>
              <a:gd name="T15" fmla="*/ 4 h 445"/>
              <a:gd name="T16" fmla="*/ 4 w 254"/>
              <a:gd name="T17" fmla="*/ 180 h 445"/>
              <a:gd name="T18" fmla="*/ 4 w 254"/>
              <a:gd name="T19" fmla="*/ 443 h 445"/>
              <a:gd name="T20" fmla="*/ 2 w 254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4" h="445">
                <a:moveTo>
                  <a:pt x="2" y="445"/>
                </a:moveTo>
                <a:cubicBezTo>
                  <a:pt x="1" y="445"/>
                  <a:pt x="0" y="444"/>
                  <a:pt x="0" y="443"/>
                </a:cubicBezTo>
                <a:cubicBezTo>
                  <a:pt x="0" y="180"/>
                  <a:pt x="0" y="180"/>
                  <a:pt x="0" y="180"/>
                </a:cubicBezTo>
                <a:cubicBezTo>
                  <a:pt x="0" y="80"/>
                  <a:pt x="81" y="0"/>
                  <a:pt x="180" y="0"/>
                </a:cubicBezTo>
                <a:cubicBezTo>
                  <a:pt x="252" y="0"/>
                  <a:pt x="252" y="0"/>
                  <a:pt x="252" y="0"/>
                </a:cubicBezTo>
                <a:cubicBezTo>
                  <a:pt x="253" y="0"/>
                  <a:pt x="254" y="1"/>
                  <a:pt x="254" y="2"/>
                </a:cubicBezTo>
                <a:cubicBezTo>
                  <a:pt x="254" y="3"/>
                  <a:pt x="253" y="4"/>
                  <a:pt x="252" y="4"/>
                </a:cubicBezTo>
                <a:cubicBezTo>
                  <a:pt x="180" y="4"/>
                  <a:pt x="180" y="4"/>
                  <a:pt x="180" y="4"/>
                </a:cubicBezTo>
                <a:cubicBezTo>
                  <a:pt x="83" y="4"/>
                  <a:pt x="4" y="83"/>
                  <a:pt x="4" y="180"/>
                </a:cubicBezTo>
                <a:cubicBezTo>
                  <a:pt x="4" y="443"/>
                  <a:pt x="4" y="443"/>
                  <a:pt x="4" y="443"/>
                </a:cubicBezTo>
                <a:cubicBezTo>
                  <a:pt x="4" y="444"/>
                  <a:pt x="3" y="445"/>
                  <a:pt x="2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9">
            <a:extLst>
              <a:ext uri="{FF2B5EF4-FFF2-40B4-BE49-F238E27FC236}">
                <a16:creationId xmlns:a16="http://schemas.microsoft.com/office/drawing/2014/main" xmlns="" id="{D3DF8C53-D1F5-492E-99C7-BD5464222F1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0898188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110">
            <a:extLst>
              <a:ext uri="{FF2B5EF4-FFF2-40B4-BE49-F238E27FC236}">
                <a16:creationId xmlns:a16="http://schemas.microsoft.com/office/drawing/2014/main" xmlns="" id="{A2C0E662-1FEA-4BEB-9A1E-7861B2690B6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042650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Freeform 111">
            <a:extLst>
              <a:ext uri="{FF2B5EF4-FFF2-40B4-BE49-F238E27FC236}">
                <a16:creationId xmlns:a16="http://schemas.microsoft.com/office/drawing/2014/main" xmlns="" id="{3B296366-066A-46CF-BD0B-07AC0B29637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190288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112">
            <a:extLst>
              <a:ext uri="{FF2B5EF4-FFF2-40B4-BE49-F238E27FC236}">
                <a16:creationId xmlns:a16="http://schemas.microsoft.com/office/drawing/2014/main" xmlns="" id="{E2BD13DC-08C4-4EEE-914C-B1A33AECE58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333163" y="1292225"/>
            <a:ext cx="74612" cy="73025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CD1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13">
            <a:extLst>
              <a:ext uri="{FF2B5EF4-FFF2-40B4-BE49-F238E27FC236}">
                <a16:creationId xmlns:a16="http://schemas.microsoft.com/office/drawing/2014/main" xmlns="" id="{A6B2E18D-6DAB-49DB-B326-FFD09F6A4EB6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480800" y="1292225"/>
            <a:ext cx="74613" cy="73025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1" y="4"/>
                  <a:pt x="14" y="6"/>
                  <a:pt x="14" y="9"/>
                </a:cubicBezTo>
                <a:cubicBezTo>
                  <a:pt x="14" y="12"/>
                  <a:pt x="11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DB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114">
            <a:extLst>
              <a:ext uri="{FF2B5EF4-FFF2-40B4-BE49-F238E27FC236}">
                <a16:creationId xmlns:a16="http://schemas.microsoft.com/office/drawing/2014/main" xmlns="" id="{D09F76B4-9EDF-4BB0-A4BD-C03A27656A5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625263" y="1292225"/>
            <a:ext cx="71437" cy="73025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E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117">
            <a:extLst>
              <a:ext uri="{FF2B5EF4-FFF2-40B4-BE49-F238E27FC236}">
                <a16:creationId xmlns:a16="http://schemas.microsoft.com/office/drawing/2014/main" xmlns="" id="{B6666370-092F-4B21-BC49-81C165E4432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6353175" y="2852738"/>
            <a:ext cx="5005388" cy="2908300"/>
          </a:xfrm>
          <a:custGeom>
            <a:avLst/>
            <a:gdLst>
              <a:gd name="T0" fmla="*/ 426 w 1221"/>
              <a:gd name="T1" fmla="*/ 710 h 710"/>
              <a:gd name="T2" fmla="*/ 400 w 1221"/>
              <a:gd name="T3" fmla="*/ 704 h 710"/>
              <a:gd name="T4" fmla="*/ 11 w 1221"/>
              <a:gd name="T5" fmla="*/ 479 h 710"/>
              <a:gd name="T6" fmla="*/ 0 w 1221"/>
              <a:gd name="T7" fmla="*/ 463 h 710"/>
              <a:gd name="T8" fmla="*/ 15 w 1221"/>
              <a:gd name="T9" fmla="*/ 443 h 710"/>
              <a:gd name="T10" fmla="*/ 762 w 1221"/>
              <a:gd name="T11" fmla="*/ 11 h 710"/>
              <a:gd name="T12" fmla="*/ 821 w 1221"/>
              <a:gd name="T13" fmla="*/ 9 h 710"/>
              <a:gd name="T14" fmla="*/ 1210 w 1221"/>
              <a:gd name="T15" fmla="*/ 234 h 710"/>
              <a:gd name="T16" fmla="*/ 1221 w 1221"/>
              <a:gd name="T17" fmla="*/ 250 h 710"/>
              <a:gd name="T18" fmla="*/ 1206 w 1221"/>
              <a:gd name="T19" fmla="*/ 270 h 710"/>
              <a:gd name="T20" fmla="*/ 459 w 1221"/>
              <a:gd name="T21" fmla="*/ 702 h 710"/>
              <a:gd name="T22" fmla="*/ 426 w 1221"/>
              <a:gd name="T23" fmla="*/ 710 h 710"/>
              <a:gd name="T24" fmla="*/ 795 w 1221"/>
              <a:gd name="T25" fmla="*/ 7 h 710"/>
              <a:gd name="T26" fmla="*/ 764 w 1221"/>
              <a:gd name="T27" fmla="*/ 15 h 710"/>
              <a:gd name="T28" fmla="*/ 17 w 1221"/>
              <a:gd name="T29" fmla="*/ 446 h 710"/>
              <a:gd name="T30" fmla="*/ 4 w 1221"/>
              <a:gd name="T31" fmla="*/ 463 h 710"/>
              <a:gd name="T32" fmla="*/ 13 w 1221"/>
              <a:gd name="T33" fmla="*/ 476 h 710"/>
              <a:gd name="T34" fmla="*/ 402 w 1221"/>
              <a:gd name="T35" fmla="*/ 701 h 710"/>
              <a:gd name="T36" fmla="*/ 457 w 1221"/>
              <a:gd name="T37" fmla="*/ 698 h 710"/>
              <a:gd name="T38" fmla="*/ 1204 w 1221"/>
              <a:gd name="T39" fmla="*/ 267 h 710"/>
              <a:gd name="T40" fmla="*/ 1217 w 1221"/>
              <a:gd name="T41" fmla="*/ 250 h 710"/>
              <a:gd name="T42" fmla="*/ 1208 w 1221"/>
              <a:gd name="T43" fmla="*/ 238 h 710"/>
              <a:gd name="T44" fmla="*/ 819 w 1221"/>
              <a:gd name="T45" fmla="*/ 13 h 710"/>
              <a:gd name="T46" fmla="*/ 795 w 1221"/>
              <a:gd name="T47" fmla="*/ 7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21" h="710">
                <a:moveTo>
                  <a:pt x="426" y="710"/>
                </a:moveTo>
                <a:cubicBezTo>
                  <a:pt x="416" y="710"/>
                  <a:pt x="407" y="708"/>
                  <a:pt x="400" y="704"/>
                </a:cubicBezTo>
                <a:cubicBezTo>
                  <a:pt x="11" y="479"/>
                  <a:pt x="11" y="479"/>
                  <a:pt x="11" y="479"/>
                </a:cubicBezTo>
                <a:cubicBezTo>
                  <a:pt x="4" y="475"/>
                  <a:pt x="0" y="469"/>
                  <a:pt x="0" y="463"/>
                </a:cubicBezTo>
                <a:cubicBezTo>
                  <a:pt x="0" y="456"/>
                  <a:pt x="5" y="448"/>
                  <a:pt x="15" y="443"/>
                </a:cubicBezTo>
                <a:cubicBezTo>
                  <a:pt x="762" y="11"/>
                  <a:pt x="762" y="11"/>
                  <a:pt x="762" y="11"/>
                </a:cubicBezTo>
                <a:cubicBezTo>
                  <a:pt x="779" y="1"/>
                  <a:pt x="805" y="0"/>
                  <a:pt x="821" y="9"/>
                </a:cubicBezTo>
                <a:cubicBezTo>
                  <a:pt x="1210" y="234"/>
                  <a:pt x="1210" y="234"/>
                  <a:pt x="1210" y="234"/>
                </a:cubicBezTo>
                <a:cubicBezTo>
                  <a:pt x="1217" y="238"/>
                  <a:pt x="1221" y="244"/>
                  <a:pt x="1221" y="250"/>
                </a:cubicBezTo>
                <a:cubicBezTo>
                  <a:pt x="1221" y="258"/>
                  <a:pt x="1216" y="265"/>
                  <a:pt x="1206" y="270"/>
                </a:cubicBezTo>
                <a:cubicBezTo>
                  <a:pt x="459" y="702"/>
                  <a:pt x="459" y="702"/>
                  <a:pt x="459" y="702"/>
                </a:cubicBezTo>
                <a:cubicBezTo>
                  <a:pt x="450" y="707"/>
                  <a:pt x="438" y="710"/>
                  <a:pt x="426" y="710"/>
                </a:cubicBezTo>
                <a:moveTo>
                  <a:pt x="795" y="7"/>
                </a:moveTo>
                <a:cubicBezTo>
                  <a:pt x="784" y="7"/>
                  <a:pt x="773" y="10"/>
                  <a:pt x="764" y="15"/>
                </a:cubicBezTo>
                <a:cubicBezTo>
                  <a:pt x="17" y="446"/>
                  <a:pt x="17" y="446"/>
                  <a:pt x="17" y="446"/>
                </a:cubicBezTo>
                <a:cubicBezTo>
                  <a:pt x="8" y="451"/>
                  <a:pt x="4" y="457"/>
                  <a:pt x="4" y="463"/>
                </a:cubicBezTo>
                <a:cubicBezTo>
                  <a:pt x="4" y="468"/>
                  <a:pt x="7" y="472"/>
                  <a:pt x="13" y="476"/>
                </a:cubicBezTo>
                <a:cubicBezTo>
                  <a:pt x="402" y="701"/>
                  <a:pt x="402" y="701"/>
                  <a:pt x="402" y="701"/>
                </a:cubicBezTo>
                <a:cubicBezTo>
                  <a:pt x="416" y="709"/>
                  <a:pt x="441" y="708"/>
                  <a:pt x="457" y="698"/>
                </a:cubicBezTo>
                <a:cubicBezTo>
                  <a:pt x="1204" y="267"/>
                  <a:pt x="1204" y="267"/>
                  <a:pt x="1204" y="267"/>
                </a:cubicBezTo>
                <a:cubicBezTo>
                  <a:pt x="1212" y="262"/>
                  <a:pt x="1217" y="256"/>
                  <a:pt x="1217" y="250"/>
                </a:cubicBezTo>
                <a:cubicBezTo>
                  <a:pt x="1217" y="245"/>
                  <a:pt x="1214" y="241"/>
                  <a:pt x="1208" y="238"/>
                </a:cubicBezTo>
                <a:cubicBezTo>
                  <a:pt x="819" y="13"/>
                  <a:pt x="819" y="13"/>
                  <a:pt x="819" y="13"/>
                </a:cubicBezTo>
                <a:cubicBezTo>
                  <a:pt x="812" y="9"/>
                  <a:pt x="804" y="7"/>
                  <a:pt x="795" y="7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118">
            <a:extLst>
              <a:ext uri="{FF2B5EF4-FFF2-40B4-BE49-F238E27FC236}">
                <a16:creationId xmlns:a16="http://schemas.microsoft.com/office/drawing/2014/main" xmlns="" id="{D86BA65D-3B90-41FF-B10A-4F4E0E8CD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75" y="2505075"/>
            <a:ext cx="5205413" cy="2952750"/>
          </a:xfrm>
          <a:custGeom>
            <a:avLst/>
            <a:gdLst>
              <a:gd name="T0" fmla="*/ 1270 w 1270"/>
              <a:gd name="T1" fmla="*/ 210 h 721"/>
              <a:gd name="T2" fmla="*/ 1218 w 1270"/>
              <a:gd name="T3" fmla="*/ 219 h 721"/>
              <a:gd name="T4" fmla="*/ 854 w 1270"/>
              <a:gd name="T5" fmla="*/ 9 h 721"/>
              <a:gd name="T6" fmla="*/ 794 w 1270"/>
              <a:gd name="T7" fmla="*/ 11 h 721"/>
              <a:gd name="T8" fmla="*/ 92 w 1270"/>
              <a:gd name="T9" fmla="*/ 417 h 721"/>
              <a:gd name="T10" fmla="*/ 1 w 1270"/>
              <a:gd name="T11" fmla="*/ 433 h 721"/>
              <a:gd name="T12" fmla="*/ 1 w 1270"/>
              <a:gd name="T13" fmla="*/ 462 h 721"/>
              <a:gd name="T14" fmla="*/ 1 w 1270"/>
              <a:gd name="T15" fmla="*/ 462 h 721"/>
              <a:gd name="T16" fmla="*/ 11 w 1270"/>
              <a:gd name="T17" fmla="*/ 478 h 721"/>
              <a:gd name="T18" fmla="*/ 417 w 1270"/>
              <a:gd name="T19" fmla="*/ 712 h 721"/>
              <a:gd name="T20" fmla="*/ 477 w 1270"/>
              <a:gd name="T21" fmla="*/ 710 h 721"/>
              <a:gd name="T22" fmla="*/ 1256 w 1270"/>
              <a:gd name="T23" fmla="*/ 260 h 721"/>
              <a:gd name="T24" fmla="*/ 1270 w 1270"/>
              <a:gd name="T25" fmla="*/ 241 h 721"/>
              <a:gd name="T26" fmla="*/ 1270 w 1270"/>
              <a:gd name="T27" fmla="*/ 241 h 721"/>
              <a:gd name="T28" fmla="*/ 1270 w 1270"/>
              <a:gd name="T29" fmla="*/ 210 h 7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70" h="721">
                <a:moveTo>
                  <a:pt x="1270" y="210"/>
                </a:moveTo>
                <a:cubicBezTo>
                  <a:pt x="1218" y="219"/>
                  <a:pt x="1218" y="219"/>
                  <a:pt x="1218" y="219"/>
                </a:cubicBezTo>
                <a:cubicBezTo>
                  <a:pt x="854" y="9"/>
                  <a:pt x="854" y="9"/>
                  <a:pt x="854" y="9"/>
                </a:cubicBezTo>
                <a:cubicBezTo>
                  <a:pt x="838" y="0"/>
                  <a:pt x="812" y="1"/>
                  <a:pt x="794" y="11"/>
                </a:cubicBezTo>
                <a:cubicBezTo>
                  <a:pt x="92" y="417"/>
                  <a:pt x="92" y="417"/>
                  <a:pt x="92" y="417"/>
                </a:cubicBezTo>
                <a:cubicBezTo>
                  <a:pt x="1" y="433"/>
                  <a:pt x="1" y="433"/>
                  <a:pt x="1" y="433"/>
                </a:cubicBezTo>
                <a:cubicBezTo>
                  <a:pt x="1" y="462"/>
                  <a:pt x="1" y="462"/>
                  <a:pt x="1" y="462"/>
                </a:cubicBezTo>
                <a:cubicBezTo>
                  <a:pt x="1" y="462"/>
                  <a:pt x="1" y="462"/>
                  <a:pt x="1" y="462"/>
                </a:cubicBezTo>
                <a:cubicBezTo>
                  <a:pt x="0" y="468"/>
                  <a:pt x="4" y="473"/>
                  <a:pt x="11" y="478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33" y="721"/>
                  <a:pt x="459" y="720"/>
                  <a:pt x="477" y="710"/>
                </a:cubicBezTo>
                <a:cubicBezTo>
                  <a:pt x="1256" y="260"/>
                  <a:pt x="1256" y="260"/>
                  <a:pt x="1256" y="260"/>
                </a:cubicBezTo>
                <a:cubicBezTo>
                  <a:pt x="1265" y="254"/>
                  <a:pt x="1270" y="247"/>
                  <a:pt x="1270" y="241"/>
                </a:cubicBezTo>
                <a:cubicBezTo>
                  <a:pt x="1270" y="241"/>
                  <a:pt x="1270" y="241"/>
                  <a:pt x="1270" y="241"/>
                </a:cubicBezTo>
                <a:cubicBezTo>
                  <a:pt x="1270" y="210"/>
                  <a:pt x="1270" y="210"/>
                  <a:pt x="1270" y="21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119">
            <a:extLst>
              <a:ext uri="{FF2B5EF4-FFF2-40B4-BE49-F238E27FC236}">
                <a16:creationId xmlns:a16="http://schemas.microsoft.com/office/drawing/2014/main" xmlns="" id="{F9FAF9F0-1C4A-4256-A265-62E3124CD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75" y="3368675"/>
            <a:ext cx="5205413" cy="2076450"/>
          </a:xfrm>
          <a:custGeom>
            <a:avLst/>
            <a:gdLst>
              <a:gd name="T0" fmla="*/ 1270 w 1270"/>
              <a:gd name="T1" fmla="*/ 0 h 507"/>
              <a:gd name="T2" fmla="*/ 1256 w 1270"/>
              <a:gd name="T3" fmla="*/ 19 h 507"/>
              <a:gd name="T4" fmla="*/ 477 w 1270"/>
              <a:gd name="T5" fmla="*/ 469 h 507"/>
              <a:gd name="T6" fmla="*/ 443 w 1270"/>
              <a:gd name="T7" fmla="*/ 477 h 507"/>
              <a:gd name="T8" fmla="*/ 417 w 1270"/>
              <a:gd name="T9" fmla="*/ 471 h 507"/>
              <a:gd name="T10" fmla="*/ 11 w 1270"/>
              <a:gd name="T11" fmla="*/ 236 h 507"/>
              <a:gd name="T12" fmla="*/ 1 w 1270"/>
              <a:gd name="T13" fmla="*/ 222 h 507"/>
              <a:gd name="T14" fmla="*/ 1 w 1270"/>
              <a:gd name="T15" fmla="*/ 251 h 507"/>
              <a:gd name="T16" fmla="*/ 1 w 1270"/>
              <a:gd name="T17" fmla="*/ 251 h 507"/>
              <a:gd name="T18" fmla="*/ 1 w 1270"/>
              <a:gd name="T19" fmla="*/ 251 h 507"/>
              <a:gd name="T20" fmla="*/ 1 w 1270"/>
              <a:gd name="T21" fmla="*/ 252 h 507"/>
              <a:gd name="T22" fmla="*/ 11 w 1270"/>
              <a:gd name="T23" fmla="*/ 267 h 507"/>
              <a:gd name="T24" fmla="*/ 417 w 1270"/>
              <a:gd name="T25" fmla="*/ 501 h 507"/>
              <a:gd name="T26" fmla="*/ 443 w 1270"/>
              <a:gd name="T27" fmla="*/ 507 h 507"/>
              <a:gd name="T28" fmla="*/ 477 w 1270"/>
              <a:gd name="T29" fmla="*/ 499 h 507"/>
              <a:gd name="T30" fmla="*/ 1256 w 1270"/>
              <a:gd name="T31" fmla="*/ 49 h 507"/>
              <a:gd name="T32" fmla="*/ 1270 w 1270"/>
              <a:gd name="T33" fmla="*/ 30 h 507"/>
              <a:gd name="T34" fmla="*/ 1270 w 1270"/>
              <a:gd name="T35" fmla="*/ 30 h 507"/>
              <a:gd name="T36" fmla="*/ 1270 w 1270"/>
              <a:gd name="T37" fmla="*/ 19 h 507"/>
              <a:gd name="T38" fmla="*/ 1270 w 1270"/>
              <a:gd name="T39" fmla="*/ 19 h 507"/>
              <a:gd name="T40" fmla="*/ 1256 w 1270"/>
              <a:gd name="T41" fmla="*/ 38 h 507"/>
              <a:gd name="T42" fmla="*/ 477 w 1270"/>
              <a:gd name="T43" fmla="*/ 488 h 507"/>
              <a:gd name="T44" fmla="*/ 443 w 1270"/>
              <a:gd name="T45" fmla="*/ 497 h 507"/>
              <a:gd name="T46" fmla="*/ 417 w 1270"/>
              <a:gd name="T47" fmla="*/ 491 h 507"/>
              <a:gd name="T48" fmla="*/ 11 w 1270"/>
              <a:gd name="T49" fmla="*/ 256 h 507"/>
              <a:gd name="T50" fmla="*/ 1 w 1270"/>
              <a:gd name="T51" fmla="*/ 241 h 507"/>
              <a:gd name="T52" fmla="*/ 1 w 1270"/>
              <a:gd name="T53" fmla="*/ 241 h 507"/>
              <a:gd name="T54" fmla="*/ 1 w 1270"/>
              <a:gd name="T55" fmla="*/ 233 h 507"/>
              <a:gd name="T56" fmla="*/ 1 w 1270"/>
              <a:gd name="T57" fmla="*/ 233 h 507"/>
              <a:gd name="T58" fmla="*/ 11 w 1270"/>
              <a:gd name="T59" fmla="*/ 248 h 507"/>
              <a:gd name="T60" fmla="*/ 417 w 1270"/>
              <a:gd name="T61" fmla="*/ 483 h 507"/>
              <a:gd name="T62" fmla="*/ 443 w 1270"/>
              <a:gd name="T63" fmla="*/ 489 h 507"/>
              <a:gd name="T64" fmla="*/ 477 w 1270"/>
              <a:gd name="T65" fmla="*/ 480 h 507"/>
              <a:gd name="T66" fmla="*/ 1256 w 1270"/>
              <a:gd name="T67" fmla="*/ 31 h 507"/>
              <a:gd name="T68" fmla="*/ 1270 w 1270"/>
              <a:gd name="T69" fmla="*/ 11 h 507"/>
              <a:gd name="T70" fmla="*/ 1270 w 1270"/>
              <a:gd name="T71" fmla="*/ 11 h 507"/>
              <a:gd name="T72" fmla="*/ 1270 w 1270"/>
              <a:gd name="T73" fmla="*/ 0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70" h="507">
                <a:moveTo>
                  <a:pt x="1270" y="0"/>
                </a:moveTo>
                <a:cubicBezTo>
                  <a:pt x="1270" y="6"/>
                  <a:pt x="1265" y="13"/>
                  <a:pt x="1256" y="19"/>
                </a:cubicBezTo>
                <a:cubicBezTo>
                  <a:pt x="477" y="469"/>
                  <a:pt x="477" y="469"/>
                  <a:pt x="477" y="469"/>
                </a:cubicBezTo>
                <a:cubicBezTo>
                  <a:pt x="467" y="474"/>
                  <a:pt x="455" y="477"/>
                  <a:pt x="443" y="477"/>
                </a:cubicBezTo>
                <a:cubicBezTo>
                  <a:pt x="433" y="477"/>
                  <a:pt x="424" y="475"/>
                  <a:pt x="417" y="471"/>
                </a:cubicBezTo>
                <a:cubicBezTo>
                  <a:pt x="11" y="236"/>
                  <a:pt x="11" y="236"/>
                  <a:pt x="11" y="236"/>
                </a:cubicBezTo>
                <a:cubicBezTo>
                  <a:pt x="4" y="232"/>
                  <a:pt x="1" y="227"/>
                  <a:pt x="1" y="222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2"/>
                  <a:pt x="1" y="252"/>
                </a:cubicBezTo>
                <a:cubicBezTo>
                  <a:pt x="1" y="257"/>
                  <a:pt x="4" y="263"/>
                  <a:pt x="11" y="267"/>
                </a:cubicBezTo>
                <a:cubicBezTo>
                  <a:pt x="417" y="501"/>
                  <a:pt x="417" y="501"/>
                  <a:pt x="417" y="501"/>
                </a:cubicBezTo>
                <a:cubicBezTo>
                  <a:pt x="424" y="505"/>
                  <a:pt x="433" y="507"/>
                  <a:pt x="443" y="507"/>
                </a:cubicBezTo>
                <a:cubicBezTo>
                  <a:pt x="455" y="507"/>
                  <a:pt x="467" y="504"/>
                  <a:pt x="477" y="499"/>
                </a:cubicBezTo>
                <a:cubicBezTo>
                  <a:pt x="1256" y="49"/>
                  <a:pt x="1256" y="49"/>
                  <a:pt x="1256" y="49"/>
                </a:cubicBezTo>
                <a:cubicBezTo>
                  <a:pt x="1265" y="43"/>
                  <a:pt x="1270" y="36"/>
                  <a:pt x="1270" y="30"/>
                </a:cubicBezTo>
                <a:cubicBezTo>
                  <a:pt x="1270" y="30"/>
                  <a:pt x="1270" y="30"/>
                  <a:pt x="1270" y="30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26"/>
                  <a:pt x="1265" y="33"/>
                  <a:pt x="1256" y="38"/>
                </a:cubicBezTo>
                <a:cubicBezTo>
                  <a:pt x="477" y="488"/>
                  <a:pt x="477" y="488"/>
                  <a:pt x="477" y="488"/>
                </a:cubicBezTo>
                <a:cubicBezTo>
                  <a:pt x="467" y="494"/>
                  <a:pt x="455" y="497"/>
                  <a:pt x="443" y="497"/>
                </a:cubicBezTo>
                <a:cubicBezTo>
                  <a:pt x="433" y="497"/>
                  <a:pt x="424" y="495"/>
                  <a:pt x="417" y="491"/>
                </a:cubicBezTo>
                <a:cubicBezTo>
                  <a:pt x="11" y="256"/>
                  <a:pt x="11" y="256"/>
                  <a:pt x="11" y="256"/>
                </a:cubicBezTo>
                <a:cubicBezTo>
                  <a:pt x="4" y="252"/>
                  <a:pt x="0" y="246"/>
                  <a:pt x="1" y="241"/>
                </a:cubicBezTo>
                <a:cubicBezTo>
                  <a:pt x="1" y="241"/>
                  <a:pt x="1" y="241"/>
                  <a:pt x="1" y="241"/>
                </a:cubicBezTo>
                <a:cubicBezTo>
                  <a:pt x="1" y="233"/>
                  <a:pt x="1" y="233"/>
                  <a:pt x="1" y="233"/>
                </a:cubicBezTo>
                <a:cubicBezTo>
                  <a:pt x="1" y="233"/>
                  <a:pt x="1" y="233"/>
                  <a:pt x="1" y="233"/>
                </a:cubicBezTo>
                <a:cubicBezTo>
                  <a:pt x="0" y="239"/>
                  <a:pt x="4" y="244"/>
                  <a:pt x="11" y="248"/>
                </a:cubicBezTo>
                <a:cubicBezTo>
                  <a:pt x="417" y="483"/>
                  <a:pt x="417" y="483"/>
                  <a:pt x="417" y="483"/>
                </a:cubicBezTo>
                <a:cubicBezTo>
                  <a:pt x="424" y="487"/>
                  <a:pt x="433" y="489"/>
                  <a:pt x="443" y="489"/>
                </a:cubicBezTo>
                <a:cubicBezTo>
                  <a:pt x="455" y="489"/>
                  <a:pt x="467" y="486"/>
                  <a:pt x="477" y="480"/>
                </a:cubicBezTo>
                <a:cubicBezTo>
                  <a:pt x="1256" y="31"/>
                  <a:pt x="1256" y="31"/>
                  <a:pt x="1256" y="31"/>
                </a:cubicBezTo>
                <a:cubicBezTo>
                  <a:pt x="1265" y="25"/>
                  <a:pt x="1270" y="18"/>
                  <a:pt x="1270" y="11"/>
                </a:cubicBezTo>
                <a:cubicBezTo>
                  <a:pt x="1270" y="11"/>
                  <a:pt x="1270" y="11"/>
                  <a:pt x="1270" y="11"/>
                </a:cubicBezTo>
                <a:cubicBezTo>
                  <a:pt x="1270" y="0"/>
                  <a:pt x="1270" y="0"/>
                  <a:pt x="127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120">
            <a:extLst>
              <a:ext uri="{FF2B5EF4-FFF2-40B4-BE49-F238E27FC236}">
                <a16:creationId xmlns:a16="http://schemas.microsoft.com/office/drawing/2014/main" xmlns="" id="{03258DA8-CB1C-41C2-8363-C6729AE73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75" y="3414713"/>
            <a:ext cx="5205413" cy="1997075"/>
          </a:xfrm>
          <a:custGeom>
            <a:avLst/>
            <a:gdLst>
              <a:gd name="T0" fmla="*/ 1256 w 1270"/>
              <a:gd name="T1" fmla="*/ 20 h 488"/>
              <a:gd name="T2" fmla="*/ 477 w 1270"/>
              <a:gd name="T3" fmla="*/ 469 h 488"/>
              <a:gd name="T4" fmla="*/ 417 w 1270"/>
              <a:gd name="T5" fmla="*/ 472 h 488"/>
              <a:gd name="T6" fmla="*/ 11 w 1270"/>
              <a:gd name="T7" fmla="*/ 237 h 488"/>
              <a:gd name="T8" fmla="*/ 1 w 1270"/>
              <a:gd name="T9" fmla="*/ 222 h 488"/>
              <a:gd name="T10" fmla="*/ 1 w 1270"/>
              <a:gd name="T11" fmla="*/ 222 h 488"/>
              <a:gd name="T12" fmla="*/ 1 w 1270"/>
              <a:gd name="T13" fmla="*/ 230 h 488"/>
              <a:gd name="T14" fmla="*/ 1 w 1270"/>
              <a:gd name="T15" fmla="*/ 230 h 488"/>
              <a:gd name="T16" fmla="*/ 11 w 1270"/>
              <a:gd name="T17" fmla="*/ 245 h 488"/>
              <a:gd name="T18" fmla="*/ 417 w 1270"/>
              <a:gd name="T19" fmla="*/ 480 h 488"/>
              <a:gd name="T20" fmla="*/ 477 w 1270"/>
              <a:gd name="T21" fmla="*/ 477 h 488"/>
              <a:gd name="T22" fmla="*/ 1256 w 1270"/>
              <a:gd name="T23" fmla="*/ 27 h 488"/>
              <a:gd name="T24" fmla="*/ 1270 w 1270"/>
              <a:gd name="T25" fmla="*/ 8 h 488"/>
              <a:gd name="T26" fmla="*/ 1270 w 1270"/>
              <a:gd name="T27" fmla="*/ 8 h 488"/>
              <a:gd name="T28" fmla="*/ 1270 w 1270"/>
              <a:gd name="T29" fmla="*/ 0 h 488"/>
              <a:gd name="T30" fmla="*/ 1270 w 1270"/>
              <a:gd name="T31" fmla="*/ 0 h 488"/>
              <a:gd name="T32" fmla="*/ 1256 w 1270"/>
              <a:gd name="T33" fmla="*/ 20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270" h="488">
                <a:moveTo>
                  <a:pt x="1256" y="20"/>
                </a:moveTo>
                <a:cubicBezTo>
                  <a:pt x="477" y="469"/>
                  <a:pt x="477" y="469"/>
                  <a:pt x="477" y="469"/>
                </a:cubicBezTo>
                <a:cubicBezTo>
                  <a:pt x="459" y="480"/>
                  <a:pt x="433" y="481"/>
                  <a:pt x="417" y="472"/>
                </a:cubicBezTo>
                <a:cubicBezTo>
                  <a:pt x="11" y="237"/>
                  <a:pt x="11" y="237"/>
                  <a:pt x="11" y="237"/>
                </a:cubicBezTo>
                <a:cubicBezTo>
                  <a:pt x="4" y="233"/>
                  <a:pt x="0" y="228"/>
                  <a:pt x="1" y="222"/>
                </a:cubicBezTo>
                <a:cubicBezTo>
                  <a:pt x="1" y="222"/>
                  <a:pt x="1" y="222"/>
                  <a:pt x="1" y="222"/>
                </a:cubicBezTo>
                <a:cubicBezTo>
                  <a:pt x="1" y="230"/>
                  <a:pt x="1" y="230"/>
                  <a:pt x="1" y="230"/>
                </a:cubicBezTo>
                <a:cubicBezTo>
                  <a:pt x="1" y="230"/>
                  <a:pt x="1" y="230"/>
                  <a:pt x="1" y="230"/>
                </a:cubicBezTo>
                <a:cubicBezTo>
                  <a:pt x="0" y="235"/>
                  <a:pt x="4" y="241"/>
                  <a:pt x="11" y="245"/>
                </a:cubicBezTo>
                <a:cubicBezTo>
                  <a:pt x="417" y="480"/>
                  <a:pt x="417" y="480"/>
                  <a:pt x="417" y="480"/>
                </a:cubicBezTo>
                <a:cubicBezTo>
                  <a:pt x="433" y="488"/>
                  <a:pt x="459" y="487"/>
                  <a:pt x="477" y="477"/>
                </a:cubicBezTo>
                <a:cubicBezTo>
                  <a:pt x="1256" y="27"/>
                  <a:pt x="1256" y="27"/>
                  <a:pt x="1256" y="27"/>
                </a:cubicBezTo>
                <a:cubicBezTo>
                  <a:pt x="1265" y="22"/>
                  <a:pt x="1270" y="15"/>
                  <a:pt x="1270" y="8"/>
                </a:cubicBezTo>
                <a:cubicBezTo>
                  <a:pt x="1270" y="8"/>
                  <a:pt x="1270" y="8"/>
                  <a:pt x="1270" y="8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7"/>
                  <a:pt x="1265" y="14"/>
                  <a:pt x="1256" y="20"/>
                </a:cubicBezTo>
              </a:path>
            </a:pathLst>
          </a:custGeom>
          <a:gradFill rotWithShape="1">
            <a:gsLst>
              <a:gs pos="0">
                <a:srgbClr val="44E3DF"/>
              </a:gs>
              <a:gs pos="100000">
                <a:srgbClr val="3CABC4"/>
              </a:gs>
            </a:gsLst>
            <a:lin ang="54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21">
            <a:extLst>
              <a:ext uri="{FF2B5EF4-FFF2-40B4-BE49-F238E27FC236}">
                <a16:creationId xmlns:a16="http://schemas.microsoft.com/office/drawing/2014/main" xmlns="" id="{CAC6BC2E-BC0C-4E06-A519-62B8374FE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700" y="2308225"/>
            <a:ext cx="5240338" cy="3027363"/>
          </a:xfrm>
          <a:custGeom>
            <a:avLst/>
            <a:gdLst>
              <a:gd name="T0" fmla="*/ 421 w 1279"/>
              <a:gd name="T1" fmla="*/ 730 h 739"/>
              <a:gd name="T2" fmla="*/ 15 w 1279"/>
              <a:gd name="T3" fmla="*/ 495 h 739"/>
              <a:gd name="T4" fmla="*/ 19 w 1279"/>
              <a:gd name="T5" fmla="*/ 461 h 739"/>
              <a:gd name="T6" fmla="*/ 798 w 1279"/>
              <a:gd name="T7" fmla="*/ 11 h 739"/>
              <a:gd name="T8" fmla="*/ 858 w 1279"/>
              <a:gd name="T9" fmla="*/ 9 h 739"/>
              <a:gd name="T10" fmla="*/ 1264 w 1279"/>
              <a:gd name="T11" fmla="*/ 243 h 739"/>
              <a:gd name="T12" fmla="*/ 1260 w 1279"/>
              <a:gd name="T13" fmla="*/ 278 h 739"/>
              <a:gd name="T14" fmla="*/ 481 w 1279"/>
              <a:gd name="T15" fmla="*/ 728 h 739"/>
              <a:gd name="T16" fmla="*/ 421 w 1279"/>
              <a:gd name="T17" fmla="*/ 730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79" h="739">
                <a:moveTo>
                  <a:pt x="421" y="730"/>
                </a:moveTo>
                <a:cubicBezTo>
                  <a:pt x="15" y="495"/>
                  <a:pt x="15" y="495"/>
                  <a:pt x="15" y="495"/>
                </a:cubicBezTo>
                <a:cubicBezTo>
                  <a:pt x="0" y="487"/>
                  <a:pt x="2" y="471"/>
                  <a:pt x="19" y="461"/>
                </a:cubicBezTo>
                <a:cubicBezTo>
                  <a:pt x="798" y="11"/>
                  <a:pt x="798" y="11"/>
                  <a:pt x="798" y="11"/>
                </a:cubicBezTo>
                <a:cubicBezTo>
                  <a:pt x="816" y="1"/>
                  <a:pt x="842" y="0"/>
                  <a:pt x="858" y="9"/>
                </a:cubicBezTo>
                <a:cubicBezTo>
                  <a:pt x="1264" y="243"/>
                  <a:pt x="1264" y="243"/>
                  <a:pt x="1264" y="243"/>
                </a:cubicBezTo>
                <a:cubicBezTo>
                  <a:pt x="1279" y="252"/>
                  <a:pt x="1277" y="268"/>
                  <a:pt x="1260" y="278"/>
                </a:cubicBezTo>
                <a:cubicBezTo>
                  <a:pt x="481" y="728"/>
                  <a:pt x="481" y="728"/>
                  <a:pt x="481" y="728"/>
                </a:cubicBezTo>
                <a:cubicBezTo>
                  <a:pt x="463" y="738"/>
                  <a:pt x="437" y="739"/>
                  <a:pt x="421" y="73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122">
            <a:extLst>
              <a:ext uri="{FF2B5EF4-FFF2-40B4-BE49-F238E27FC236}">
                <a16:creationId xmlns:a16="http://schemas.microsoft.com/office/drawing/2014/main" xmlns="" id="{4C6722D5-597A-476B-9FFB-A37EBA64E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6813" y="5087938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123">
            <a:extLst>
              <a:ext uri="{FF2B5EF4-FFF2-40B4-BE49-F238E27FC236}">
                <a16:creationId xmlns:a16="http://schemas.microsoft.com/office/drawing/2014/main" xmlns="" id="{D8123861-108E-48F3-B00C-328D748ED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1425" y="5130800"/>
            <a:ext cx="36513" cy="57150"/>
          </a:xfrm>
          <a:custGeom>
            <a:avLst/>
            <a:gdLst>
              <a:gd name="T0" fmla="*/ 9 w 9"/>
              <a:gd name="T1" fmla="*/ 10 h 14"/>
              <a:gd name="T2" fmla="*/ 4 w 9"/>
              <a:gd name="T3" fmla="*/ 12 h 14"/>
              <a:gd name="T4" fmla="*/ 0 w 9"/>
              <a:gd name="T5" fmla="*/ 4 h 14"/>
              <a:gd name="T6" fmla="*/ 4 w 9"/>
              <a:gd name="T7" fmla="*/ 2 h 14"/>
              <a:gd name="T8" fmla="*/ 9 w 9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4">
                <a:moveTo>
                  <a:pt x="9" y="10"/>
                </a:moveTo>
                <a:cubicBezTo>
                  <a:pt x="9" y="13"/>
                  <a:pt x="7" y="14"/>
                  <a:pt x="4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4" y="2"/>
                </a:cubicBezTo>
                <a:cubicBezTo>
                  <a:pt x="7" y="3"/>
                  <a:pt x="9" y="7"/>
                  <a:pt x="9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24">
            <a:extLst>
              <a:ext uri="{FF2B5EF4-FFF2-40B4-BE49-F238E27FC236}">
                <a16:creationId xmlns:a16="http://schemas.microsoft.com/office/drawing/2014/main" xmlns="" id="{E1E16852-F19B-4C74-8711-911715DAA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4450" y="5175250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125">
            <a:extLst>
              <a:ext uri="{FF2B5EF4-FFF2-40B4-BE49-F238E27FC236}">
                <a16:creationId xmlns:a16="http://schemas.microsoft.com/office/drawing/2014/main" xmlns="" id="{00D3F213-AEE9-461A-9821-E972EB5B5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4503738"/>
            <a:ext cx="39687" cy="52387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8" y="13"/>
                  <a:pt x="5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8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126">
            <a:extLst>
              <a:ext uri="{FF2B5EF4-FFF2-40B4-BE49-F238E27FC236}">
                <a16:creationId xmlns:a16="http://schemas.microsoft.com/office/drawing/2014/main" xmlns="" id="{99FAF4F1-248C-494E-8CAE-9DE0E3F9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838" y="4545013"/>
            <a:ext cx="41275" cy="57150"/>
          </a:xfrm>
          <a:custGeom>
            <a:avLst/>
            <a:gdLst>
              <a:gd name="T0" fmla="*/ 10 w 10"/>
              <a:gd name="T1" fmla="*/ 10 h 14"/>
              <a:gd name="T2" fmla="*/ 5 w 10"/>
              <a:gd name="T3" fmla="*/ 12 h 14"/>
              <a:gd name="T4" fmla="*/ 0 w 10"/>
              <a:gd name="T5" fmla="*/ 5 h 14"/>
              <a:gd name="T6" fmla="*/ 5 w 10"/>
              <a:gd name="T7" fmla="*/ 2 h 14"/>
              <a:gd name="T8" fmla="*/ 10 w 10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4">
                <a:moveTo>
                  <a:pt x="10" y="10"/>
                </a:moveTo>
                <a:cubicBezTo>
                  <a:pt x="10" y="13"/>
                  <a:pt x="7" y="14"/>
                  <a:pt x="5" y="12"/>
                </a:cubicBezTo>
                <a:cubicBezTo>
                  <a:pt x="2" y="11"/>
                  <a:pt x="0" y="7"/>
                  <a:pt x="0" y="5"/>
                </a:cubicBezTo>
                <a:cubicBezTo>
                  <a:pt x="0" y="2"/>
                  <a:pt x="2" y="0"/>
                  <a:pt x="5" y="2"/>
                </a:cubicBezTo>
                <a:cubicBezTo>
                  <a:pt x="7" y="3"/>
                  <a:pt x="10" y="7"/>
                  <a:pt x="10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127">
            <a:extLst>
              <a:ext uri="{FF2B5EF4-FFF2-40B4-BE49-F238E27FC236}">
                <a16:creationId xmlns:a16="http://schemas.microsoft.com/office/drawing/2014/main" xmlns="" id="{18A61A7E-06D1-4936-9D3C-BD4CF705F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0038" y="4589463"/>
            <a:ext cx="38100" cy="5397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7" y="13"/>
                  <a:pt x="5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7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128">
            <a:extLst>
              <a:ext uri="{FF2B5EF4-FFF2-40B4-BE49-F238E27FC236}">
                <a16:creationId xmlns:a16="http://schemas.microsoft.com/office/drawing/2014/main" xmlns="" id="{0C2F7A97-0454-482A-B806-90B72401DD3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24913" y="2297113"/>
            <a:ext cx="823912" cy="433387"/>
          </a:xfrm>
          <a:custGeom>
            <a:avLst/>
            <a:gdLst>
              <a:gd name="T0" fmla="*/ 138 w 201"/>
              <a:gd name="T1" fmla="*/ 24 h 106"/>
              <a:gd name="T2" fmla="*/ 0 w 201"/>
              <a:gd name="T3" fmla="*/ 104 h 106"/>
              <a:gd name="T4" fmla="*/ 3 w 201"/>
              <a:gd name="T5" fmla="*/ 106 h 106"/>
              <a:gd name="T6" fmla="*/ 138 w 201"/>
              <a:gd name="T7" fmla="*/ 28 h 106"/>
              <a:gd name="T8" fmla="*/ 138 w 201"/>
              <a:gd name="T9" fmla="*/ 24 h 106"/>
              <a:gd name="T10" fmla="*/ 166 w 201"/>
              <a:gd name="T11" fmla="*/ 8 h 106"/>
              <a:gd name="T12" fmla="*/ 142 w 201"/>
              <a:gd name="T13" fmla="*/ 22 h 106"/>
              <a:gd name="T14" fmla="*/ 142 w 201"/>
              <a:gd name="T15" fmla="*/ 26 h 106"/>
              <a:gd name="T16" fmla="*/ 166 w 201"/>
              <a:gd name="T17" fmla="*/ 12 h 106"/>
              <a:gd name="T18" fmla="*/ 166 w 201"/>
              <a:gd name="T19" fmla="*/ 8 h 106"/>
              <a:gd name="T20" fmla="*/ 196 w 201"/>
              <a:gd name="T21" fmla="*/ 0 h 106"/>
              <a:gd name="T22" fmla="*/ 170 w 201"/>
              <a:gd name="T23" fmla="*/ 6 h 106"/>
              <a:gd name="T24" fmla="*/ 170 w 201"/>
              <a:gd name="T25" fmla="*/ 10 h 106"/>
              <a:gd name="T26" fmla="*/ 173 w 201"/>
              <a:gd name="T27" fmla="*/ 8 h 106"/>
              <a:gd name="T28" fmla="*/ 196 w 201"/>
              <a:gd name="T29" fmla="*/ 0 h 106"/>
              <a:gd name="T30" fmla="*/ 196 w 201"/>
              <a:gd name="T31" fmla="*/ 0 h 106"/>
              <a:gd name="T32" fmla="*/ 200 w 201"/>
              <a:gd name="T33" fmla="*/ 0 h 106"/>
              <a:gd name="T34" fmla="*/ 200 w 201"/>
              <a:gd name="T35" fmla="*/ 0 h 106"/>
              <a:gd name="T36" fmla="*/ 201 w 201"/>
              <a:gd name="T37" fmla="*/ 0 h 106"/>
              <a:gd name="T38" fmla="*/ 200 w 201"/>
              <a:gd name="T39" fmla="*/ 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01" h="106">
                <a:moveTo>
                  <a:pt x="138" y="24"/>
                </a:moveTo>
                <a:cubicBezTo>
                  <a:pt x="0" y="104"/>
                  <a:pt x="0" y="104"/>
                  <a:pt x="0" y="104"/>
                </a:cubicBezTo>
                <a:cubicBezTo>
                  <a:pt x="3" y="106"/>
                  <a:pt x="3" y="106"/>
                  <a:pt x="3" y="106"/>
                </a:cubicBezTo>
                <a:cubicBezTo>
                  <a:pt x="138" y="28"/>
                  <a:pt x="138" y="28"/>
                  <a:pt x="138" y="28"/>
                </a:cubicBezTo>
                <a:cubicBezTo>
                  <a:pt x="138" y="24"/>
                  <a:pt x="138" y="24"/>
                  <a:pt x="138" y="24"/>
                </a:cubicBezTo>
                <a:moveTo>
                  <a:pt x="166" y="8"/>
                </a:moveTo>
                <a:cubicBezTo>
                  <a:pt x="142" y="22"/>
                  <a:pt x="142" y="22"/>
                  <a:pt x="142" y="22"/>
                </a:cubicBezTo>
                <a:cubicBezTo>
                  <a:pt x="142" y="26"/>
                  <a:pt x="142" y="26"/>
                  <a:pt x="142" y="26"/>
                </a:cubicBezTo>
                <a:cubicBezTo>
                  <a:pt x="166" y="12"/>
                  <a:pt x="166" y="12"/>
                  <a:pt x="166" y="12"/>
                </a:cubicBezTo>
                <a:cubicBezTo>
                  <a:pt x="166" y="8"/>
                  <a:pt x="166" y="8"/>
                  <a:pt x="166" y="8"/>
                </a:cubicBezTo>
                <a:moveTo>
                  <a:pt x="196" y="0"/>
                </a:moveTo>
                <a:cubicBezTo>
                  <a:pt x="187" y="0"/>
                  <a:pt x="178" y="2"/>
                  <a:pt x="170" y="6"/>
                </a:cubicBezTo>
                <a:cubicBezTo>
                  <a:pt x="170" y="10"/>
                  <a:pt x="170" y="10"/>
                  <a:pt x="170" y="10"/>
                </a:cubicBezTo>
                <a:cubicBezTo>
                  <a:pt x="173" y="8"/>
                  <a:pt x="173" y="8"/>
                  <a:pt x="173" y="8"/>
                </a:cubicBezTo>
                <a:cubicBezTo>
                  <a:pt x="180" y="4"/>
                  <a:pt x="188" y="1"/>
                  <a:pt x="196" y="0"/>
                </a:cubicBezTo>
                <a:cubicBezTo>
                  <a:pt x="196" y="0"/>
                  <a:pt x="196" y="0"/>
                  <a:pt x="196" y="0"/>
                </a:cubicBezTo>
                <a:moveTo>
                  <a:pt x="200" y="0"/>
                </a:moveTo>
                <a:cubicBezTo>
                  <a:pt x="200" y="0"/>
                  <a:pt x="200" y="0"/>
                  <a:pt x="200" y="0"/>
                </a:cubicBezTo>
                <a:cubicBezTo>
                  <a:pt x="200" y="0"/>
                  <a:pt x="200" y="0"/>
                  <a:pt x="201" y="0"/>
                </a:cubicBezTo>
                <a:cubicBezTo>
                  <a:pt x="200" y="0"/>
                  <a:pt x="200" y="0"/>
                  <a:pt x="200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129">
            <a:extLst>
              <a:ext uri="{FF2B5EF4-FFF2-40B4-BE49-F238E27FC236}">
                <a16:creationId xmlns:a16="http://schemas.microsoft.com/office/drawing/2014/main" xmlns="" id="{A2FF0A01-030B-41D0-A009-026BD0FD8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0063" y="2387600"/>
            <a:ext cx="15875" cy="23813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  <a:close/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130">
            <a:extLst>
              <a:ext uri="{FF2B5EF4-FFF2-40B4-BE49-F238E27FC236}">
                <a16:creationId xmlns:a16="http://schemas.microsoft.com/office/drawing/2014/main" xmlns="" id="{D7B34D66-772D-48A3-8B1B-E32BD0E7D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0063" y="2387600"/>
            <a:ext cx="15875" cy="23813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131">
            <a:extLst>
              <a:ext uri="{FF2B5EF4-FFF2-40B4-BE49-F238E27FC236}">
                <a16:creationId xmlns:a16="http://schemas.microsoft.com/office/drawing/2014/main" xmlns="" id="{F02319AF-B822-4214-8E97-6B2B659C2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4363" y="2319338"/>
            <a:ext cx="17462" cy="26987"/>
          </a:xfrm>
          <a:custGeom>
            <a:avLst/>
            <a:gdLst>
              <a:gd name="T0" fmla="*/ 4 w 4"/>
              <a:gd name="T1" fmla="*/ 0 h 6"/>
              <a:gd name="T2" fmla="*/ 0 w 4"/>
              <a:gd name="T3" fmla="*/ 2 h 6"/>
              <a:gd name="T4" fmla="*/ 0 w 4"/>
              <a:gd name="T5" fmla="*/ 2 h 6"/>
              <a:gd name="T6" fmla="*/ 0 w 4"/>
              <a:gd name="T7" fmla="*/ 6 h 6"/>
              <a:gd name="T8" fmla="*/ 4 w 4"/>
              <a:gd name="T9" fmla="*/ 4 h 6"/>
              <a:gd name="T10" fmla="*/ 4 w 4"/>
              <a:gd name="T11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6">
                <a:moveTo>
                  <a:pt x="4" y="0"/>
                </a:moveTo>
                <a:cubicBezTo>
                  <a:pt x="3" y="1"/>
                  <a:pt x="1" y="1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6"/>
                  <a:pt x="0" y="6"/>
                  <a:pt x="0" y="6"/>
                </a:cubicBezTo>
                <a:cubicBezTo>
                  <a:pt x="4" y="4"/>
                  <a:pt x="4" y="4"/>
                  <a:pt x="4" y="4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132">
            <a:extLst>
              <a:ext uri="{FF2B5EF4-FFF2-40B4-BE49-F238E27FC236}">
                <a16:creationId xmlns:a16="http://schemas.microsoft.com/office/drawing/2014/main" xmlns="" id="{D72589FA-ED31-4FED-B4A3-6D776324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8188" y="2297113"/>
            <a:ext cx="15875" cy="0"/>
          </a:xfrm>
          <a:custGeom>
            <a:avLst/>
            <a:gdLst>
              <a:gd name="T0" fmla="*/ 4 w 4"/>
              <a:gd name="T1" fmla="*/ 0 h 1"/>
              <a:gd name="T2" fmla="*/ 0 w 4"/>
              <a:gd name="T3" fmla="*/ 0 h 1"/>
              <a:gd name="T4" fmla="*/ 0 w 4"/>
              <a:gd name="T5" fmla="*/ 0 h 1"/>
              <a:gd name="T6" fmla="*/ 4 w 4"/>
              <a:gd name="T7" fmla="*/ 0 h 1"/>
              <a:gd name="T8" fmla="*/ 4 w 4"/>
              <a:gd name="T9" fmla="*/ 0 h 1"/>
              <a:gd name="T10" fmla="*/ 4 w 4"/>
              <a:gd name="T11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1">
                <a:moveTo>
                  <a:pt x="4" y="0"/>
                </a:moveTo>
                <a:cubicBezTo>
                  <a:pt x="2" y="0"/>
                  <a:pt x="1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Freeform 133">
            <a:extLst>
              <a:ext uri="{FF2B5EF4-FFF2-40B4-BE49-F238E27FC236}">
                <a16:creationId xmlns:a16="http://schemas.microsoft.com/office/drawing/2014/main" xmlns="" id="{5126ED09-4C7C-427B-AAA2-108FB7EA7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813" y="3087688"/>
            <a:ext cx="1951037" cy="1174750"/>
          </a:xfrm>
          <a:custGeom>
            <a:avLst/>
            <a:gdLst>
              <a:gd name="T0" fmla="*/ 475 w 476"/>
              <a:gd name="T1" fmla="*/ 0 h 287"/>
              <a:gd name="T2" fmla="*/ 16 w 476"/>
              <a:gd name="T3" fmla="*/ 265 h 287"/>
              <a:gd name="T4" fmla="*/ 2 w 476"/>
              <a:gd name="T5" fmla="*/ 287 h 287"/>
              <a:gd name="T6" fmla="*/ 8 w 476"/>
              <a:gd name="T7" fmla="*/ 277 h 287"/>
              <a:gd name="T8" fmla="*/ 23 w 476"/>
              <a:gd name="T9" fmla="*/ 265 h 287"/>
              <a:gd name="T10" fmla="*/ 476 w 476"/>
              <a:gd name="T11" fmla="*/ 3 h 287"/>
              <a:gd name="T12" fmla="*/ 473 w 476"/>
              <a:gd name="T13" fmla="*/ 1 h 287"/>
              <a:gd name="T14" fmla="*/ 475 w 476"/>
              <a:gd name="T15" fmla="*/ 0 h 287"/>
              <a:gd name="T16" fmla="*/ 475 w 476"/>
              <a:gd name="T17" fmla="*/ 0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76" h="287">
                <a:moveTo>
                  <a:pt x="475" y="0"/>
                </a:moveTo>
                <a:cubicBezTo>
                  <a:pt x="16" y="265"/>
                  <a:pt x="16" y="265"/>
                  <a:pt x="16" y="265"/>
                </a:cubicBezTo>
                <a:cubicBezTo>
                  <a:pt x="5" y="271"/>
                  <a:pt x="0" y="280"/>
                  <a:pt x="2" y="287"/>
                </a:cubicBezTo>
                <a:cubicBezTo>
                  <a:pt x="3" y="284"/>
                  <a:pt x="5" y="280"/>
                  <a:pt x="8" y="277"/>
                </a:cubicBezTo>
                <a:cubicBezTo>
                  <a:pt x="10" y="273"/>
                  <a:pt x="15" y="269"/>
                  <a:pt x="23" y="265"/>
                </a:cubicBezTo>
                <a:cubicBezTo>
                  <a:pt x="476" y="3"/>
                  <a:pt x="476" y="3"/>
                  <a:pt x="476" y="3"/>
                </a:cubicBezTo>
                <a:cubicBezTo>
                  <a:pt x="473" y="1"/>
                  <a:pt x="473" y="1"/>
                  <a:pt x="473" y="1"/>
                </a:cubicBezTo>
                <a:cubicBezTo>
                  <a:pt x="475" y="0"/>
                  <a:pt x="475" y="0"/>
                  <a:pt x="475" y="0"/>
                </a:cubicBezTo>
                <a:cubicBezTo>
                  <a:pt x="475" y="0"/>
                  <a:pt x="475" y="0"/>
                  <a:pt x="475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134">
            <a:extLst>
              <a:ext uri="{FF2B5EF4-FFF2-40B4-BE49-F238E27FC236}">
                <a16:creationId xmlns:a16="http://schemas.microsoft.com/office/drawing/2014/main" xmlns="" id="{1792FC57-ECDB-4D6E-B7C7-77EFC910E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4221163"/>
            <a:ext cx="1836738" cy="1076325"/>
          </a:xfrm>
          <a:custGeom>
            <a:avLst/>
            <a:gdLst>
              <a:gd name="T0" fmla="*/ 6 w 448"/>
              <a:gd name="T1" fmla="*/ 0 h 263"/>
              <a:gd name="T2" fmla="*/ 0 w 448"/>
              <a:gd name="T3" fmla="*/ 10 h 263"/>
              <a:gd name="T4" fmla="*/ 10 w 448"/>
              <a:gd name="T5" fmla="*/ 22 h 263"/>
              <a:gd name="T6" fmla="*/ 416 w 448"/>
              <a:gd name="T7" fmla="*/ 257 h 263"/>
              <a:gd name="T8" fmla="*/ 442 w 448"/>
              <a:gd name="T9" fmla="*/ 263 h 263"/>
              <a:gd name="T10" fmla="*/ 448 w 448"/>
              <a:gd name="T11" fmla="*/ 262 h 263"/>
              <a:gd name="T12" fmla="*/ 423 w 448"/>
              <a:gd name="T13" fmla="*/ 257 h 263"/>
              <a:gd name="T14" fmla="*/ 17 w 448"/>
              <a:gd name="T15" fmla="*/ 22 h 263"/>
              <a:gd name="T16" fmla="*/ 6 w 448"/>
              <a:gd name="T17" fmla="*/ 0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8" h="263">
                <a:moveTo>
                  <a:pt x="6" y="0"/>
                </a:moveTo>
                <a:cubicBezTo>
                  <a:pt x="3" y="3"/>
                  <a:pt x="1" y="7"/>
                  <a:pt x="0" y="10"/>
                </a:cubicBezTo>
                <a:cubicBezTo>
                  <a:pt x="1" y="15"/>
                  <a:pt x="4" y="19"/>
                  <a:pt x="10" y="22"/>
                </a:cubicBezTo>
                <a:cubicBezTo>
                  <a:pt x="416" y="257"/>
                  <a:pt x="416" y="257"/>
                  <a:pt x="416" y="257"/>
                </a:cubicBezTo>
                <a:cubicBezTo>
                  <a:pt x="423" y="261"/>
                  <a:pt x="432" y="263"/>
                  <a:pt x="442" y="263"/>
                </a:cubicBezTo>
                <a:cubicBezTo>
                  <a:pt x="444" y="263"/>
                  <a:pt x="446" y="263"/>
                  <a:pt x="448" y="262"/>
                </a:cubicBezTo>
                <a:cubicBezTo>
                  <a:pt x="439" y="262"/>
                  <a:pt x="430" y="260"/>
                  <a:pt x="423" y="257"/>
                </a:cubicBezTo>
                <a:cubicBezTo>
                  <a:pt x="17" y="22"/>
                  <a:pt x="17" y="22"/>
                  <a:pt x="17" y="22"/>
                </a:cubicBezTo>
                <a:cubicBezTo>
                  <a:pt x="6" y="15"/>
                  <a:pt x="1" y="8"/>
                  <a:pt x="6" y="0"/>
                </a:cubicBezTo>
              </a:path>
            </a:pathLst>
          </a:custGeom>
          <a:solidFill>
            <a:srgbClr val="58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1" name="组合 161">
            <a:extLst>
              <a:ext uri="{FF2B5EF4-FFF2-40B4-BE49-F238E27FC236}">
                <a16:creationId xmlns:a16="http://schemas.microsoft.com/office/drawing/2014/main" xmlns="" id="{49541F5F-FC95-468E-B89E-EA6E378B89C7}"/>
              </a:ext>
            </a:extLst>
          </p:cNvPr>
          <p:cNvGrpSpPr>
            <a:grpSpLocks/>
          </p:cNvGrpSpPr>
          <p:nvPr/>
        </p:nvGrpSpPr>
        <p:grpSpPr bwMode="auto">
          <a:xfrm>
            <a:off x="6197600" y="2320925"/>
            <a:ext cx="5260975" cy="3022600"/>
            <a:chOff x="7564437" y="4244495"/>
            <a:chExt cx="4236358" cy="2433801"/>
          </a:xfrm>
        </p:grpSpPr>
        <p:sp>
          <p:nvSpPr>
            <p:cNvPr id="42" name="Freeform 238">
              <a:extLst>
                <a:ext uri="{FF2B5EF4-FFF2-40B4-BE49-F238E27FC236}">
                  <a16:creationId xmlns:a16="http://schemas.microsoft.com/office/drawing/2014/main" xmlns="" id="{D2A5171D-E58B-49E6-8330-867C6E75D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60534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238">
              <a:extLst>
                <a:ext uri="{FF2B5EF4-FFF2-40B4-BE49-F238E27FC236}">
                  <a16:creationId xmlns:a16="http://schemas.microsoft.com/office/drawing/2014/main" xmlns="" id="{83D6515D-411E-4AE8-86D4-1A76E4EF5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4437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solidFill>
              <a:srgbClr val="312A91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238">
              <a:extLst>
                <a:ext uri="{FF2B5EF4-FFF2-40B4-BE49-F238E27FC236}">
                  <a16:creationId xmlns:a16="http://schemas.microsoft.com/office/drawing/2014/main" xmlns="" id="{ADE1FC05-CBFC-4560-906E-DBDADF97B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xmlns="" id="{BA520366-ED7A-4104-BCB8-5AFF9EFEA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4870" y="4244495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1F256F"/>
                </a:gs>
                <a:gs pos="100000">
                  <a:srgbClr val="3CABC4"/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" name="Freeform 135">
            <a:extLst>
              <a:ext uri="{FF2B5EF4-FFF2-40B4-BE49-F238E27FC236}">
                <a16:creationId xmlns:a16="http://schemas.microsoft.com/office/drawing/2014/main" xmlns="" id="{F84C648C-8347-47DF-B8BE-C1DB94BF013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680450" y="4037013"/>
            <a:ext cx="1104900" cy="642937"/>
          </a:xfrm>
          <a:custGeom>
            <a:avLst/>
            <a:gdLst>
              <a:gd name="T0" fmla="*/ 0 w 269"/>
              <a:gd name="T1" fmla="*/ 120 h 157"/>
              <a:gd name="T2" fmla="*/ 0 w 269"/>
              <a:gd name="T3" fmla="*/ 120 h 157"/>
              <a:gd name="T4" fmla="*/ 0 w 269"/>
              <a:gd name="T5" fmla="*/ 120 h 157"/>
              <a:gd name="T6" fmla="*/ 0 w 269"/>
              <a:gd name="T7" fmla="*/ 120 h 157"/>
              <a:gd name="T8" fmla="*/ 34 w 269"/>
              <a:gd name="T9" fmla="*/ 102 h 157"/>
              <a:gd name="T10" fmla="*/ 4 w 269"/>
              <a:gd name="T11" fmla="*/ 120 h 157"/>
              <a:gd name="T12" fmla="*/ 4 w 269"/>
              <a:gd name="T13" fmla="*/ 119 h 157"/>
              <a:gd name="T14" fmla="*/ 2 w 269"/>
              <a:gd name="T15" fmla="*/ 120 h 157"/>
              <a:gd name="T16" fmla="*/ 66 w 269"/>
              <a:gd name="T17" fmla="*/ 120 h 157"/>
              <a:gd name="T18" fmla="*/ 34 w 269"/>
              <a:gd name="T19" fmla="*/ 102 h 157"/>
              <a:gd name="T20" fmla="*/ 136 w 269"/>
              <a:gd name="T21" fmla="*/ 0 h 157"/>
              <a:gd name="T22" fmla="*/ 136 w 269"/>
              <a:gd name="T23" fmla="*/ 132 h 157"/>
              <a:gd name="T24" fmla="*/ 136 w 269"/>
              <a:gd name="T25" fmla="*/ 132 h 157"/>
              <a:gd name="T26" fmla="*/ 136 w 269"/>
              <a:gd name="T27" fmla="*/ 132 h 157"/>
              <a:gd name="T28" fmla="*/ 133 w 269"/>
              <a:gd name="T29" fmla="*/ 139 h 157"/>
              <a:gd name="T30" fmla="*/ 133 w 269"/>
              <a:gd name="T31" fmla="*/ 139 h 157"/>
              <a:gd name="T32" fmla="*/ 133 w 269"/>
              <a:gd name="T33" fmla="*/ 139 h 157"/>
              <a:gd name="T34" fmla="*/ 133 w 269"/>
              <a:gd name="T35" fmla="*/ 139 h 157"/>
              <a:gd name="T36" fmla="*/ 123 w 269"/>
              <a:gd name="T37" fmla="*/ 144 h 157"/>
              <a:gd name="T38" fmla="*/ 120 w 269"/>
              <a:gd name="T39" fmla="*/ 146 h 157"/>
              <a:gd name="T40" fmla="*/ 118 w 269"/>
              <a:gd name="T41" fmla="*/ 147 h 157"/>
              <a:gd name="T42" fmla="*/ 115 w 269"/>
              <a:gd name="T43" fmla="*/ 148 h 157"/>
              <a:gd name="T44" fmla="*/ 114 w 269"/>
              <a:gd name="T45" fmla="*/ 147 h 157"/>
              <a:gd name="T46" fmla="*/ 130 w 269"/>
              <a:gd name="T47" fmla="*/ 157 h 157"/>
              <a:gd name="T48" fmla="*/ 269 w 269"/>
              <a:gd name="T49" fmla="*/ 77 h 157"/>
              <a:gd name="T50" fmla="*/ 136 w 269"/>
              <a:gd name="T51" fmla="*/ 0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9" h="157">
                <a:moveTo>
                  <a:pt x="0" y="120"/>
                </a:move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moveTo>
                  <a:pt x="34" y="102"/>
                </a:moveTo>
                <a:cubicBezTo>
                  <a:pt x="4" y="120"/>
                  <a:pt x="4" y="120"/>
                  <a:pt x="4" y="120"/>
                </a:cubicBezTo>
                <a:cubicBezTo>
                  <a:pt x="4" y="119"/>
                  <a:pt x="4" y="119"/>
                  <a:pt x="4" y="119"/>
                </a:cubicBezTo>
                <a:cubicBezTo>
                  <a:pt x="2" y="120"/>
                  <a:pt x="2" y="120"/>
                  <a:pt x="2" y="120"/>
                </a:cubicBezTo>
                <a:cubicBezTo>
                  <a:pt x="66" y="120"/>
                  <a:pt x="66" y="120"/>
                  <a:pt x="66" y="120"/>
                </a:cubicBezTo>
                <a:cubicBezTo>
                  <a:pt x="34" y="102"/>
                  <a:pt x="34" y="102"/>
                  <a:pt x="34" y="102"/>
                </a:cubicBezTo>
                <a:moveTo>
                  <a:pt x="136" y="0"/>
                </a:move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5"/>
                  <a:pt x="135" y="137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23" y="144"/>
                  <a:pt x="123" y="144"/>
                  <a:pt x="123" y="144"/>
                </a:cubicBezTo>
                <a:cubicBezTo>
                  <a:pt x="123" y="145"/>
                  <a:pt x="121" y="146"/>
                  <a:pt x="120" y="146"/>
                </a:cubicBezTo>
                <a:cubicBezTo>
                  <a:pt x="118" y="147"/>
                  <a:pt x="118" y="147"/>
                  <a:pt x="118" y="147"/>
                </a:cubicBezTo>
                <a:cubicBezTo>
                  <a:pt x="118" y="147"/>
                  <a:pt x="117" y="148"/>
                  <a:pt x="115" y="148"/>
                </a:cubicBezTo>
                <a:cubicBezTo>
                  <a:pt x="115" y="148"/>
                  <a:pt x="114" y="148"/>
                  <a:pt x="114" y="147"/>
                </a:cubicBezTo>
                <a:cubicBezTo>
                  <a:pt x="130" y="157"/>
                  <a:pt x="130" y="157"/>
                  <a:pt x="130" y="15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136" y="0"/>
                  <a:pt x="136" y="0"/>
                  <a:pt x="136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Freeform 137">
            <a:extLst>
              <a:ext uri="{FF2B5EF4-FFF2-40B4-BE49-F238E27FC236}">
                <a16:creationId xmlns:a16="http://schemas.microsoft.com/office/drawing/2014/main" xmlns="" id="{020821C1-6477-4F16-B170-5FFE976A9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7850" y="3095625"/>
            <a:ext cx="20638" cy="7938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  <a:close/>
              </a:path>
            </a:pathLst>
          </a:custGeom>
          <a:solidFill>
            <a:srgbClr val="6D6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Freeform 136">
            <a:extLst>
              <a:ext uri="{FF2B5EF4-FFF2-40B4-BE49-F238E27FC236}">
                <a16:creationId xmlns:a16="http://schemas.microsoft.com/office/drawing/2014/main" xmlns="" id="{6B37FE91-B408-4775-BDA3-199D009784F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736138" y="3327400"/>
            <a:ext cx="1281112" cy="639763"/>
          </a:xfrm>
          <a:custGeom>
            <a:avLst/>
            <a:gdLst>
              <a:gd name="T0" fmla="*/ 78 w 313"/>
              <a:gd name="T1" fmla="*/ 101 h 156"/>
              <a:gd name="T2" fmla="*/ 48 w 313"/>
              <a:gd name="T3" fmla="*/ 119 h 156"/>
              <a:gd name="T4" fmla="*/ 48 w 313"/>
              <a:gd name="T5" fmla="*/ 118 h 156"/>
              <a:gd name="T6" fmla="*/ 46 w 313"/>
              <a:gd name="T7" fmla="*/ 120 h 156"/>
              <a:gd name="T8" fmla="*/ 46 w 313"/>
              <a:gd name="T9" fmla="*/ 120 h 156"/>
              <a:gd name="T10" fmla="*/ 46 w 313"/>
              <a:gd name="T11" fmla="*/ 120 h 156"/>
              <a:gd name="T12" fmla="*/ 111 w 313"/>
              <a:gd name="T13" fmla="*/ 120 h 156"/>
              <a:gd name="T14" fmla="*/ 142 w 313"/>
              <a:gd name="T15" fmla="*/ 138 h 156"/>
              <a:gd name="T16" fmla="*/ 78 w 313"/>
              <a:gd name="T17" fmla="*/ 101 h 156"/>
              <a:gd name="T18" fmla="*/ 0 w 313"/>
              <a:gd name="T19" fmla="*/ 56 h 156"/>
              <a:gd name="T20" fmla="*/ 11 w 313"/>
              <a:gd name="T21" fmla="*/ 62 h 156"/>
              <a:gd name="T22" fmla="*/ 11 w 313"/>
              <a:gd name="T23" fmla="*/ 62 h 156"/>
              <a:gd name="T24" fmla="*/ 0 w 313"/>
              <a:gd name="T25" fmla="*/ 56 h 156"/>
              <a:gd name="T26" fmla="*/ 180 w 313"/>
              <a:gd name="T27" fmla="*/ 0 h 156"/>
              <a:gd name="T28" fmla="*/ 180 w 313"/>
              <a:gd name="T29" fmla="*/ 131 h 156"/>
              <a:gd name="T30" fmla="*/ 180 w 313"/>
              <a:gd name="T31" fmla="*/ 131 h 156"/>
              <a:gd name="T32" fmla="*/ 180 w 313"/>
              <a:gd name="T33" fmla="*/ 131 h 156"/>
              <a:gd name="T34" fmla="*/ 177 w 313"/>
              <a:gd name="T35" fmla="*/ 138 h 156"/>
              <a:gd name="T36" fmla="*/ 177 w 313"/>
              <a:gd name="T37" fmla="*/ 138 h 156"/>
              <a:gd name="T38" fmla="*/ 177 w 313"/>
              <a:gd name="T39" fmla="*/ 138 h 156"/>
              <a:gd name="T40" fmla="*/ 177 w 313"/>
              <a:gd name="T41" fmla="*/ 138 h 156"/>
              <a:gd name="T42" fmla="*/ 167 w 313"/>
              <a:gd name="T43" fmla="*/ 143 h 156"/>
              <a:gd name="T44" fmla="*/ 164 w 313"/>
              <a:gd name="T45" fmla="*/ 145 h 156"/>
              <a:gd name="T46" fmla="*/ 162 w 313"/>
              <a:gd name="T47" fmla="*/ 146 h 156"/>
              <a:gd name="T48" fmla="*/ 159 w 313"/>
              <a:gd name="T49" fmla="*/ 147 h 156"/>
              <a:gd name="T50" fmla="*/ 154 w 313"/>
              <a:gd name="T51" fmla="*/ 145 h 156"/>
              <a:gd name="T52" fmla="*/ 174 w 313"/>
              <a:gd name="T53" fmla="*/ 156 h 156"/>
              <a:gd name="T54" fmla="*/ 313 w 313"/>
              <a:gd name="T55" fmla="*/ 76 h 156"/>
              <a:gd name="T56" fmla="*/ 180 w 313"/>
              <a:gd name="T57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13" h="156">
                <a:moveTo>
                  <a:pt x="78" y="101"/>
                </a:moveTo>
                <a:cubicBezTo>
                  <a:pt x="48" y="119"/>
                  <a:pt x="48" y="119"/>
                  <a:pt x="48" y="119"/>
                </a:cubicBezTo>
                <a:cubicBezTo>
                  <a:pt x="48" y="118"/>
                  <a:pt x="48" y="118"/>
                  <a:pt x="48" y="118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111" y="120"/>
                  <a:pt x="111" y="120"/>
                  <a:pt x="111" y="120"/>
                </a:cubicBezTo>
                <a:cubicBezTo>
                  <a:pt x="142" y="138"/>
                  <a:pt x="142" y="138"/>
                  <a:pt x="142" y="138"/>
                </a:cubicBezTo>
                <a:cubicBezTo>
                  <a:pt x="78" y="101"/>
                  <a:pt x="78" y="101"/>
                  <a:pt x="78" y="101"/>
                </a:cubicBezTo>
                <a:moveTo>
                  <a:pt x="0" y="56"/>
                </a:moveTo>
                <a:cubicBezTo>
                  <a:pt x="11" y="62"/>
                  <a:pt x="11" y="62"/>
                  <a:pt x="11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0" y="56"/>
                  <a:pt x="0" y="56"/>
                  <a:pt x="0" y="56"/>
                </a:cubicBezTo>
                <a:moveTo>
                  <a:pt x="180" y="0"/>
                </a:move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4"/>
                  <a:pt x="179" y="136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67" y="143"/>
                  <a:pt x="167" y="143"/>
                  <a:pt x="167" y="143"/>
                </a:cubicBezTo>
                <a:cubicBezTo>
                  <a:pt x="166" y="144"/>
                  <a:pt x="165" y="145"/>
                  <a:pt x="164" y="145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6"/>
                  <a:pt x="160" y="147"/>
                  <a:pt x="159" y="147"/>
                </a:cubicBezTo>
                <a:cubicBezTo>
                  <a:pt x="158" y="147"/>
                  <a:pt x="156" y="146"/>
                  <a:pt x="154" y="145"/>
                </a:cubicBezTo>
                <a:cubicBezTo>
                  <a:pt x="174" y="156"/>
                  <a:pt x="174" y="156"/>
                  <a:pt x="174" y="156"/>
                </a:cubicBezTo>
                <a:cubicBezTo>
                  <a:pt x="313" y="76"/>
                  <a:pt x="313" y="76"/>
                  <a:pt x="313" y="76"/>
                </a:cubicBezTo>
                <a:cubicBezTo>
                  <a:pt x="180" y="0"/>
                  <a:pt x="180" y="0"/>
                  <a:pt x="180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 138">
            <a:extLst>
              <a:ext uri="{FF2B5EF4-FFF2-40B4-BE49-F238E27FC236}">
                <a16:creationId xmlns:a16="http://schemas.microsoft.com/office/drawing/2014/main" xmlns="" id="{FFD860AE-3B39-4E53-819A-3822DD4EF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7850" y="3095625"/>
            <a:ext cx="20638" cy="7938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Freeform 139">
            <a:extLst>
              <a:ext uri="{FF2B5EF4-FFF2-40B4-BE49-F238E27FC236}">
                <a16:creationId xmlns:a16="http://schemas.microsoft.com/office/drawing/2014/main" xmlns="" id="{6E1E582E-F77C-4151-B212-6AE8435741B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5788" y="2901950"/>
            <a:ext cx="1238250" cy="679450"/>
          </a:xfrm>
          <a:custGeom>
            <a:avLst/>
            <a:gdLst>
              <a:gd name="T0" fmla="*/ 3 w 302"/>
              <a:gd name="T1" fmla="*/ 48 h 166"/>
              <a:gd name="T2" fmla="*/ 0 w 302"/>
              <a:gd name="T3" fmla="*/ 49 h 166"/>
              <a:gd name="T4" fmla="*/ 26 w 302"/>
              <a:gd name="T5" fmla="*/ 64 h 166"/>
              <a:gd name="T6" fmla="*/ 24 w 302"/>
              <a:gd name="T7" fmla="*/ 60 h 166"/>
              <a:gd name="T8" fmla="*/ 3 w 302"/>
              <a:gd name="T9" fmla="*/ 48 h 166"/>
              <a:gd name="T10" fmla="*/ 193 w 302"/>
              <a:gd name="T11" fmla="*/ 0 h 166"/>
              <a:gd name="T12" fmla="*/ 193 w 302"/>
              <a:gd name="T13" fmla="*/ 128 h 166"/>
              <a:gd name="T14" fmla="*/ 193 w 302"/>
              <a:gd name="T15" fmla="*/ 128 h 166"/>
              <a:gd name="T16" fmla="*/ 193 w 302"/>
              <a:gd name="T17" fmla="*/ 128 h 166"/>
              <a:gd name="T18" fmla="*/ 190 w 302"/>
              <a:gd name="T19" fmla="*/ 135 h 166"/>
              <a:gd name="T20" fmla="*/ 190 w 302"/>
              <a:gd name="T21" fmla="*/ 135 h 166"/>
              <a:gd name="T22" fmla="*/ 190 w 302"/>
              <a:gd name="T23" fmla="*/ 135 h 166"/>
              <a:gd name="T24" fmla="*/ 190 w 302"/>
              <a:gd name="T25" fmla="*/ 135 h 166"/>
              <a:gd name="T26" fmla="*/ 176 w 302"/>
              <a:gd name="T27" fmla="*/ 144 h 166"/>
              <a:gd name="T28" fmla="*/ 173 w 302"/>
              <a:gd name="T29" fmla="*/ 144 h 166"/>
              <a:gd name="T30" fmla="*/ 168 w 302"/>
              <a:gd name="T31" fmla="*/ 143 h 166"/>
              <a:gd name="T32" fmla="*/ 91 w 302"/>
              <a:gd name="T33" fmla="*/ 99 h 166"/>
              <a:gd name="T34" fmla="*/ 72 w 302"/>
              <a:gd name="T35" fmla="*/ 110 h 166"/>
              <a:gd name="T36" fmla="*/ 72 w 302"/>
              <a:gd name="T37" fmla="*/ 110 h 166"/>
              <a:gd name="T38" fmla="*/ 58 w 302"/>
              <a:gd name="T39" fmla="*/ 118 h 166"/>
              <a:gd name="T40" fmla="*/ 57 w 302"/>
              <a:gd name="T41" fmla="*/ 116 h 166"/>
              <a:gd name="T42" fmla="*/ 56 w 302"/>
              <a:gd name="T43" fmla="*/ 116 h 166"/>
              <a:gd name="T44" fmla="*/ 55 w 302"/>
              <a:gd name="T45" fmla="*/ 114 h 166"/>
              <a:gd name="T46" fmla="*/ 55 w 302"/>
              <a:gd name="T47" fmla="*/ 118 h 166"/>
              <a:gd name="T48" fmla="*/ 55 w 302"/>
              <a:gd name="T49" fmla="*/ 118 h 166"/>
              <a:gd name="T50" fmla="*/ 56 w 302"/>
              <a:gd name="T51" fmla="*/ 119 h 166"/>
              <a:gd name="T52" fmla="*/ 56 w 302"/>
              <a:gd name="T53" fmla="*/ 120 h 166"/>
              <a:gd name="T54" fmla="*/ 122 w 302"/>
              <a:gd name="T55" fmla="*/ 120 h 166"/>
              <a:gd name="T56" fmla="*/ 199 w 302"/>
              <a:gd name="T57" fmla="*/ 164 h 166"/>
              <a:gd name="T58" fmla="*/ 209 w 302"/>
              <a:gd name="T59" fmla="*/ 166 h 166"/>
              <a:gd name="T60" fmla="*/ 220 w 302"/>
              <a:gd name="T61" fmla="*/ 164 h 166"/>
              <a:gd name="T62" fmla="*/ 302 w 302"/>
              <a:gd name="T63" fmla="*/ 117 h 166"/>
              <a:gd name="T64" fmla="*/ 296 w 302"/>
              <a:gd name="T65" fmla="*/ 103 h 166"/>
              <a:gd name="T66" fmla="*/ 296 w 302"/>
              <a:gd name="T67" fmla="*/ 60 h 166"/>
              <a:gd name="T68" fmla="*/ 193 w 302"/>
              <a:gd name="T69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02" h="166">
                <a:moveTo>
                  <a:pt x="3" y="48"/>
                </a:moveTo>
                <a:cubicBezTo>
                  <a:pt x="0" y="49"/>
                  <a:pt x="0" y="49"/>
                  <a:pt x="0" y="49"/>
                </a:cubicBezTo>
                <a:cubicBezTo>
                  <a:pt x="26" y="64"/>
                  <a:pt x="26" y="64"/>
                  <a:pt x="26" y="64"/>
                </a:cubicBezTo>
                <a:cubicBezTo>
                  <a:pt x="24" y="60"/>
                  <a:pt x="24" y="60"/>
                  <a:pt x="24" y="60"/>
                </a:cubicBezTo>
                <a:cubicBezTo>
                  <a:pt x="3" y="48"/>
                  <a:pt x="3" y="48"/>
                  <a:pt x="3" y="48"/>
                </a:cubicBezTo>
                <a:moveTo>
                  <a:pt x="193" y="0"/>
                </a:move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32"/>
                  <a:pt x="192" y="134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76" y="144"/>
                  <a:pt x="176" y="144"/>
                  <a:pt x="176" y="144"/>
                </a:cubicBezTo>
                <a:cubicBezTo>
                  <a:pt x="175" y="144"/>
                  <a:pt x="174" y="144"/>
                  <a:pt x="173" y="144"/>
                </a:cubicBezTo>
                <a:cubicBezTo>
                  <a:pt x="171" y="144"/>
                  <a:pt x="169" y="144"/>
                  <a:pt x="168" y="143"/>
                </a:cubicBezTo>
                <a:cubicBezTo>
                  <a:pt x="91" y="99"/>
                  <a:pt x="91" y="99"/>
                  <a:pt x="91" y="99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58" y="118"/>
                  <a:pt x="58" y="118"/>
                  <a:pt x="58" y="118"/>
                </a:cubicBezTo>
                <a:cubicBezTo>
                  <a:pt x="57" y="116"/>
                  <a:pt x="57" y="116"/>
                  <a:pt x="57" y="116"/>
                </a:cubicBezTo>
                <a:cubicBezTo>
                  <a:pt x="56" y="116"/>
                  <a:pt x="56" y="116"/>
                  <a:pt x="56" y="116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6" y="118"/>
                  <a:pt x="56" y="118"/>
                  <a:pt x="56" y="119"/>
                </a:cubicBezTo>
                <a:cubicBezTo>
                  <a:pt x="56" y="119"/>
                  <a:pt x="56" y="119"/>
                  <a:pt x="56" y="120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99" y="164"/>
                  <a:pt x="199" y="164"/>
                  <a:pt x="199" y="164"/>
                </a:cubicBezTo>
                <a:cubicBezTo>
                  <a:pt x="202" y="166"/>
                  <a:pt x="206" y="166"/>
                  <a:pt x="209" y="166"/>
                </a:cubicBezTo>
                <a:cubicBezTo>
                  <a:pt x="213" y="166"/>
                  <a:pt x="217" y="166"/>
                  <a:pt x="220" y="164"/>
                </a:cubicBezTo>
                <a:cubicBezTo>
                  <a:pt x="302" y="117"/>
                  <a:pt x="302" y="117"/>
                  <a:pt x="302" y="117"/>
                </a:cubicBezTo>
                <a:cubicBezTo>
                  <a:pt x="298" y="113"/>
                  <a:pt x="296" y="108"/>
                  <a:pt x="296" y="103"/>
                </a:cubicBezTo>
                <a:cubicBezTo>
                  <a:pt x="296" y="60"/>
                  <a:pt x="296" y="60"/>
                  <a:pt x="296" y="60"/>
                </a:cubicBezTo>
                <a:cubicBezTo>
                  <a:pt x="193" y="0"/>
                  <a:pt x="193" y="0"/>
                  <a:pt x="193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Freeform 140">
            <a:extLst>
              <a:ext uri="{FF2B5EF4-FFF2-40B4-BE49-F238E27FC236}">
                <a16:creationId xmlns:a16="http://schemas.microsoft.com/office/drawing/2014/main" xmlns="" id="{5076AC02-A9A1-41D3-8BAB-BD3445F9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5150" y="3087688"/>
            <a:ext cx="23813" cy="11112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  <a:close/>
              </a:path>
            </a:pathLst>
          </a:custGeom>
          <a:solidFill>
            <a:srgbClr val="3167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Freeform 141">
            <a:extLst>
              <a:ext uri="{FF2B5EF4-FFF2-40B4-BE49-F238E27FC236}">
                <a16:creationId xmlns:a16="http://schemas.microsoft.com/office/drawing/2014/main" xmlns="" id="{7A977D5F-3BC9-49B7-95FA-CBBBA3DE8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5150" y="3087688"/>
            <a:ext cx="23813" cy="11112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Freeform 142">
            <a:extLst>
              <a:ext uri="{FF2B5EF4-FFF2-40B4-BE49-F238E27FC236}">
                <a16:creationId xmlns:a16="http://schemas.microsoft.com/office/drawing/2014/main" xmlns="" id="{CBF95F56-E509-4256-9084-654CF722C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4538" y="4676775"/>
            <a:ext cx="152400" cy="179388"/>
          </a:xfrm>
          <a:custGeom>
            <a:avLst/>
            <a:gdLst>
              <a:gd name="T0" fmla="*/ 3 w 37"/>
              <a:gd name="T1" fmla="*/ 44 h 44"/>
              <a:gd name="T2" fmla="*/ 0 w 37"/>
              <a:gd name="T3" fmla="*/ 44 h 44"/>
              <a:gd name="T4" fmla="*/ 0 w 37"/>
              <a:gd name="T5" fmla="*/ 23 h 44"/>
              <a:gd name="T6" fmla="*/ 3 w 37"/>
              <a:gd name="T7" fmla="*/ 18 h 44"/>
              <a:gd name="T8" fmla="*/ 35 w 37"/>
              <a:gd name="T9" fmla="*/ 0 h 44"/>
              <a:gd name="T10" fmla="*/ 37 w 37"/>
              <a:gd name="T11" fmla="*/ 2 h 44"/>
              <a:gd name="T12" fmla="*/ 4 w 37"/>
              <a:gd name="T13" fmla="*/ 21 h 44"/>
              <a:gd name="T14" fmla="*/ 3 w 37"/>
              <a:gd name="T15" fmla="*/ 23 h 44"/>
              <a:gd name="T16" fmla="*/ 3 w 37"/>
              <a:gd name="T17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" h="44">
                <a:moveTo>
                  <a:pt x="3" y="44"/>
                </a:moveTo>
                <a:cubicBezTo>
                  <a:pt x="0" y="44"/>
                  <a:pt x="0" y="44"/>
                  <a:pt x="0" y="44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1" y="19"/>
                  <a:pt x="3" y="18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2"/>
                  <a:pt x="37" y="2"/>
                  <a:pt x="37" y="2"/>
                </a:cubicBezTo>
                <a:cubicBezTo>
                  <a:pt x="4" y="21"/>
                  <a:pt x="4" y="21"/>
                  <a:pt x="4" y="21"/>
                </a:cubicBezTo>
                <a:cubicBezTo>
                  <a:pt x="4" y="21"/>
                  <a:pt x="3" y="22"/>
                  <a:pt x="3" y="23"/>
                </a:cubicBezTo>
                <a:lnTo>
                  <a:pt x="3" y="44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Freeform 143">
            <a:extLst>
              <a:ext uri="{FF2B5EF4-FFF2-40B4-BE49-F238E27FC236}">
                <a16:creationId xmlns:a16="http://schemas.microsoft.com/office/drawing/2014/main" xmlns="" id="{C44C5CC4-F21A-4C0F-875E-43907342E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338" y="4794250"/>
            <a:ext cx="171450" cy="142875"/>
          </a:xfrm>
          <a:custGeom>
            <a:avLst/>
            <a:gdLst>
              <a:gd name="T0" fmla="*/ 42 w 42"/>
              <a:gd name="T1" fmla="*/ 30 h 35"/>
              <a:gd name="T2" fmla="*/ 42 w 42"/>
              <a:gd name="T3" fmla="*/ 30 h 35"/>
              <a:gd name="T4" fmla="*/ 37 w 42"/>
              <a:gd name="T5" fmla="*/ 33 h 35"/>
              <a:gd name="T6" fmla="*/ 5 w 42"/>
              <a:gd name="T7" fmla="*/ 15 h 35"/>
              <a:gd name="T8" fmla="*/ 0 w 42"/>
              <a:gd name="T9" fmla="*/ 6 h 35"/>
              <a:gd name="T10" fmla="*/ 5 w 42"/>
              <a:gd name="T11" fmla="*/ 2 h 35"/>
              <a:gd name="T12" fmla="*/ 37 w 42"/>
              <a:gd name="T13" fmla="*/ 20 h 35"/>
              <a:gd name="T14" fmla="*/ 42 w 42"/>
              <a:gd name="T15" fmla="*/ 3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" h="35">
                <a:moveTo>
                  <a:pt x="42" y="30"/>
                </a:moveTo>
                <a:cubicBezTo>
                  <a:pt x="42" y="30"/>
                  <a:pt x="42" y="30"/>
                  <a:pt x="42" y="30"/>
                </a:cubicBezTo>
                <a:cubicBezTo>
                  <a:pt x="42" y="33"/>
                  <a:pt x="39" y="35"/>
                  <a:pt x="37" y="33"/>
                </a:cubicBezTo>
                <a:cubicBezTo>
                  <a:pt x="5" y="15"/>
                  <a:pt x="5" y="15"/>
                  <a:pt x="5" y="15"/>
                </a:cubicBezTo>
                <a:cubicBezTo>
                  <a:pt x="2" y="13"/>
                  <a:pt x="0" y="9"/>
                  <a:pt x="0" y="6"/>
                </a:cubicBezTo>
                <a:cubicBezTo>
                  <a:pt x="0" y="2"/>
                  <a:pt x="2" y="0"/>
                  <a:pt x="5" y="2"/>
                </a:cubicBezTo>
                <a:cubicBezTo>
                  <a:pt x="37" y="20"/>
                  <a:pt x="37" y="20"/>
                  <a:pt x="37" y="20"/>
                </a:cubicBezTo>
                <a:cubicBezTo>
                  <a:pt x="39" y="22"/>
                  <a:pt x="42" y="26"/>
                  <a:pt x="42" y="3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Freeform 144">
            <a:extLst>
              <a:ext uri="{FF2B5EF4-FFF2-40B4-BE49-F238E27FC236}">
                <a16:creationId xmlns:a16="http://schemas.microsoft.com/office/drawing/2014/main" xmlns="" id="{778C8FFC-A32B-4CCA-8A70-0807EF721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963" y="4503738"/>
            <a:ext cx="1493837" cy="352425"/>
          </a:xfrm>
          <a:custGeom>
            <a:avLst/>
            <a:gdLst>
              <a:gd name="T0" fmla="*/ 227 w 364"/>
              <a:gd name="T1" fmla="*/ 86 h 86"/>
              <a:gd name="T2" fmla="*/ 227 w 364"/>
              <a:gd name="T3" fmla="*/ 86 h 86"/>
              <a:gd name="T4" fmla="*/ 83 w 364"/>
              <a:gd name="T5" fmla="*/ 3 h 86"/>
              <a:gd name="T6" fmla="*/ 3 w 364"/>
              <a:gd name="T7" fmla="*/ 50 h 86"/>
              <a:gd name="T8" fmla="*/ 1 w 364"/>
              <a:gd name="T9" fmla="*/ 49 h 86"/>
              <a:gd name="T10" fmla="*/ 1 w 364"/>
              <a:gd name="T11" fmla="*/ 47 h 86"/>
              <a:gd name="T12" fmla="*/ 83 w 364"/>
              <a:gd name="T13" fmla="*/ 0 h 86"/>
              <a:gd name="T14" fmla="*/ 84 w 364"/>
              <a:gd name="T15" fmla="*/ 0 h 86"/>
              <a:gd name="T16" fmla="*/ 227 w 364"/>
              <a:gd name="T17" fmla="*/ 83 h 86"/>
              <a:gd name="T18" fmla="*/ 362 w 364"/>
              <a:gd name="T19" fmla="*/ 5 h 86"/>
              <a:gd name="T20" fmla="*/ 364 w 364"/>
              <a:gd name="T21" fmla="*/ 6 h 86"/>
              <a:gd name="T22" fmla="*/ 363 w 364"/>
              <a:gd name="T23" fmla="*/ 7 h 86"/>
              <a:gd name="T24" fmla="*/ 228 w 364"/>
              <a:gd name="T25" fmla="*/ 86 h 86"/>
              <a:gd name="T26" fmla="*/ 227 w 364"/>
              <a:gd name="T27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4" h="86">
                <a:moveTo>
                  <a:pt x="227" y="86"/>
                </a:moveTo>
                <a:cubicBezTo>
                  <a:pt x="227" y="86"/>
                  <a:pt x="227" y="86"/>
                  <a:pt x="227" y="86"/>
                </a:cubicBezTo>
                <a:cubicBezTo>
                  <a:pt x="83" y="3"/>
                  <a:pt x="83" y="3"/>
                  <a:pt x="83" y="3"/>
                </a:cubicBezTo>
                <a:cubicBezTo>
                  <a:pt x="3" y="50"/>
                  <a:pt x="3" y="50"/>
                  <a:pt x="3" y="50"/>
                </a:cubicBezTo>
                <a:cubicBezTo>
                  <a:pt x="2" y="50"/>
                  <a:pt x="1" y="50"/>
                  <a:pt x="1" y="49"/>
                </a:cubicBezTo>
                <a:cubicBezTo>
                  <a:pt x="0" y="49"/>
                  <a:pt x="0" y="48"/>
                  <a:pt x="1" y="47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4" y="0"/>
                  <a:pt x="84" y="0"/>
                </a:cubicBezTo>
                <a:cubicBezTo>
                  <a:pt x="227" y="83"/>
                  <a:pt x="227" y="83"/>
                  <a:pt x="227" y="83"/>
                </a:cubicBezTo>
                <a:cubicBezTo>
                  <a:pt x="362" y="5"/>
                  <a:pt x="362" y="5"/>
                  <a:pt x="362" y="5"/>
                </a:cubicBezTo>
                <a:cubicBezTo>
                  <a:pt x="363" y="5"/>
                  <a:pt x="363" y="5"/>
                  <a:pt x="364" y="6"/>
                </a:cubicBezTo>
                <a:cubicBezTo>
                  <a:pt x="364" y="6"/>
                  <a:pt x="364" y="7"/>
                  <a:pt x="363" y="7"/>
                </a:cubicBezTo>
                <a:cubicBezTo>
                  <a:pt x="228" y="86"/>
                  <a:pt x="228" y="86"/>
                  <a:pt x="228" y="86"/>
                </a:cubicBezTo>
                <a:lnTo>
                  <a:pt x="227" y="86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Freeform 145">
            <a:extLst>
              <a:ext uri="{FF2B5EF4-FFF2-40B4-BE49-F238E27FC236}">
                <a16:creationId xmlns:a16="http://schemas.microsoft.com/office/drawing/2014/main" xmlns="" id="{BABAA874-2E54-4C3F-84E3-1BCC5729F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9513" y="3384550"/>
            <a:ext cx="909637" cy="1131888"/>
          </a:xfrm>
          <a:custGeom>
            <a:avLst/>
            <a:gdLst>
              <a:gd name="T0" fmla="*/ 1 w 222"/>
              <a:gd name="T1" fmla="*/ 276 h 276"/>
              <a:gd name="T2" fmla="*/ 0 w 222"/>
              <a:gd name="T3" fmla="*/ 275 h 276"/>
              <a:gd name="T4" fmla="*/ 1 w 222"/>
              <a:gd name="T5" fmla="*/ 273 h 276"/>
              <a:gd name="T6" fmla="*/ 201 w 222"/>
              <a:gd name="T7" fmla="*/ 158 h 276"/>
              <a:gd name="T8" fmla="*/ 76 w 222"/>
              <a:gd name="T9" fmla="*/ 85 h 276"/>
              <a:gd name="T10" fmla="*/ 76 w 222"/>
              <a:gd name="T11" fmla="*/ 84 h 276"/>
              <a:gd name="T12" fmla="*/ 76 w 222"/>
              <a:gd name="T13" fmla="*/ 82 h 276"/>
              <a:gd name="T14" fmla="*/ 219 w 222"/>
              <a:gd name="T15" fmla="*/ 0 h 276"/>
              <a:gd name="T16" fmla="*/ 221 w 222"/>
              <a:gd name="T17" fmla="*/ 1 h 276"/>
              <a:gd name="T18" fmla="*/ 221 w 222"/>
              <a:gd name="T19" fmla="*/ 3 h 276"/>
              <a:gd name="T20" fmla="*/ 80 w 222"/>
              <a:gd name="T21" fmla="*/ 84 h 276"/>
              <a:gd name="T22" fmla="*/ 204 w 222"/>
              <a:gd name="T23" fmla="*/ 157 h 276"/>
              <a:gd name="T24" fmla="*/ 205 w 222"/>
              <a:gd name="T25" fmla="*/ 158 h 276"/>
              <a:gd name="T26" fmla="*/ 204 w 222"/>
              <a:gd name="T27" fmla="*/ 159 h 276"/>
              <a:gd name="T28" fmla="*/ 2 w 222"/>
              <a:gd name="T29" fmla="*/ 276 h 276"/>
              <a:gd name="T30" fmla="*/ 1 w 222"/>
              <a:gd name="T31" fmla="*/ 27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2" h="276">
                <a:moveTo>
                  <a:pt x="1" y="276"/>
                </a:moveTo>
                <a:cubicBezTo>
                  <a:pt x="1" y="276"/>
                  <a:pt x="1" y="276"/>
                  <a:pt x="0" y="275"/>
                </a:cubicBezTo>
                <a:cubicBezTo>
                  <a:pt x="0" y="275"/>
                  <a:pt x="0" y="274"/>
                  <a:pt x="1" y="273"/>
                </a:cubicBezTo>
                <a:cubicBezTo>
                  <a:pt x="201" y="158"/>
                  <a:pt x="201" y="158"/>
                  <a:pt x="201" y="158"/>
                </a:cubicBezTo>
                <a:cubicBezTo>
                  <a:pt x="76" y="85"/>
                  <a:pt x="76" y="85"/>
                  <a:pt x="76" y="85"/>
                </a:cubicBezTo>
                <a:cubicBezTo>
                  <a:pt x="76" y="85"/>
                  <a:pt x="76" y="84"/>
                  <a:pt x="76" y="84"/>
                </a:cubicBezTo>
                <a:cubicBezTo>
                  <a:pt x="76" y="83"/>
                  <a:pt x="76" y="83"/>
                  <a:pt x="76" y="82"/>
                </a:cubicBezTo>
                <a:cubicBezTo>
                  <a:pt x="219" y="0"/>
                  <a:pt x="219" y="0"/>
                  <a:pt x="219" y="0"/>
                </a:cubicBezTo>
                <a:cubicBezTo>
                  <a:pt x="220" y="0"/>
                  <a:pt x="221" y="0"/>
                  <a:pt x="221" y="1"/>
                </a:cubicBezTo>
                <a:cubicBezTo>
                  <a:pt x="222" y="2"/>
                  <a:pt x="221" y="2"/>
                  <a:pt x="221" y="3"/>
                </a:cubicBezTo>
                <a:cubicBezTo>
                  <a:pt x="80" y="84"/>
                  <a:pt x="80" y="84"/>
                  <a:pt x="80" y="84"/>
                </a:cubicBezTo>
                <a:cubicBezTo>
                  <a:pt x="204" y="157"/>
                  <a:pt x="204" y="157"/>
                  <a:pt x="204" y="157"/>
                </a:cubicBezTo>
                <a:cubicBezTo>
                  <a:pt x="205" y="157"/>
                  <a:pt x="205" y="158"/>
                  <a:pt x="205" y="158"/>
                </a:cubicBezTo>
                <a:cubicBezTo>
                  <a:pt x="205" y="159"/>
                  <a:pt x="205" y="159"/>
                  <a:pt x="204" y="159"/>
                </a:cubicBezTo>
                <a:cubicBezTo>
                  <a:pt x="2" y="276"/>
                  <a:pt x="2" y="276"/>
                  <a:pt x="2" y="276"/>
                </a:cubicBezTo>
                <a:cubicBezTo>
                  <a:pt x="1" y="276"/>
                  <a:pt x="1" y="276"/>
                  <a:pt x="1" y="276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Freeform 146">
            <a:extLst>
              <a:ext uri="{FF2B5EF4-FFF2-40B4-BE49-F238E27FC236}">
                <a16:creationId xmlns:a16="http://schemas.microsoft.com/office/drawing/2014/main" xmlns="" id="{34D7C0CC-2DA1-4D77-A0C7-0DE9177F6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3659188"/>
            <a:ext cx="1541463" cy="368300"/>
          </a:xfrm>
          <a:custGeom>
            <a:avLst/>
            <a:gdLst>
              <a:gd name="T0" fmla="*/ 1 w 376"/>
              <a:gd name="T1" fmla="*/ 90 h 90"/>
              <a:gd name="T2" fmla="*/ 0 w 376"/>
              <a:gd name="T3" fmla="*/ 90 h 90"/>
              <a:gd name="T4" fmla="*/ 0 w 376"/>
              <a:gd name="T5" fmla="*/ 88 h 90"/>
              <a:gd name="T6" fmla="*/ 160 w 376"/>
              <a:gd name="T7" fmla="*/ 0 h 90"/>
              <a:gd name="T8" fmla="*/ 161 w 376"/>
              <a:gd name="T9" fmla="*/ 0 h 90"/>
              <a:gd name="T10" fmla="*/ 299 w 376"/>
              <a:gd name="T11" fmla="*/ 78 h 90"/>
              <a:gd name="T12" fmla="*/ 374 w 376"/>
              <a:gd name="T13" fmla="*/ 38 h 90"/>
              <a:gd name="T14" fmla="*/ 376 w 376"/>
              <a:gd name="T15" fmla="*/ 39 h 90"/>
              <a:gd name="T16" fmla="*/ 375 w 376"/>
              <a:gd name="T17" fmla="*/ 41 h 90"/>
              <a:gd name="T18" fmla="*/ 300 w 376"/>
              <a:gd name="T19" fmla="*/ 81 h 90"/>
              <a:gd name="T20" fmla="*/ 298 w 376"/>
              <a:gd name="T21" fmla="*/ 81 h 90"/>
              <a:gd name="T22" fmla="*/ 161 w 376"/>
              <a:gd name="T23" fmla="*/ 3 h 90"/>
              <a:gd name="T24" fmla="*/ 2 w 376"/>
              <a:gd name="T25" fmla="*/ 90 h 90"/>
              <a:gd name="T26" fmla="*/ 1 w 376"/>
              <a:gd name="T27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76" h="90">
                <a:moveTo>
                  <a:pt x="1" y="90"/>
                </a:moveTo>
                <a:cubicBezTo>
                  <a:pt x="1" y="90"/>
                  <a:pt x="0" y="90"/>
                  <a:pt x="0" y="90"/>
                </a:cubicBezTo>
                <a:cubicBezTo>
                  <a:pt x="0" y="89"/>
                  <a:pt x="0" y="88"/>
                  <a:pt x="0" y="88"/>
                </a:cubicBezTo>
                <a:cubicBezTo>
                  <a:pt x="160" y="0"/>
                  <a:pt x="160" y="0"/>
                  <a:pt x="160" y="0"/>
                </a:cubicBezTo>
                <a:cubicBezTo>
                  <a:pt x="160" y="0"/>
                  <a:pt x="161" y="0"/>
                  <a:pt x="161" y="0"/>
                </a:cubicBezTo>
                <a:cubicBezTo>
                  <a:pt x="299" y="78"/>
                  <a:pt x="299" y="78"/>
                  <a:pt x="299" y="78"/>
                </a:cubicBezTo>
                <a:cubicBezTo>
                  <a:pt x="374" y="38"/>
                  <a:pt x="374" y="38"/>
                  <a:pt x="374" y="38"/>
                </a:cubicBezTo>
                <a:cubicBezTo>
                  <a:pt x="374" y="38"/>
                  <a:pt x="375" y="38"/>
                  <a:pt x="376" y="39"/>
                </a:cubicBezTo>
                <a:cubicBezTo>
                  <a:pt x="376" y="39"/>
                  <a:pt x="376" y="40"/>
                  <a:pt x="375" y="41"/>
                </a:cubicBezTo>
                <a:cubicBezTo>
                  <a:pt x="300" y="81"/>
                  <a:pt x="300" y="81"/>
                  <a:pt x="300" y="81"/>
                </a:cubicBezTo>
                <a:cubicBezTo>
                  <a:pt x="299" y="81"/>
                  <a:pt x="299" y="81"/>
                  <a:pt x="298" y="81"/>
                </a:cubicBezTo>
                <a:cubicBezTo>
                  <a:pt x="161" y="3"/>
                  <a:pt x="161" y="3"/>
                  <a:pt x="161" y="3"/>
                </a:cubicBezTo>
                <a:cubicBezTo>
                  <a:pt x="2" y="90"/>
                  <a:pt x="2" y="90"/>
                  <a:pt x="2" y="90"/>
                </a:cubicBezTo>
                <a:cubicBezTo>
                  <a:pt x="1" y="90"/>
                  <a:pt x="1" y="90"/>
                  <a:pt x="1" y="90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Freeform 150">
            <a:extLst>
              <a:ext uri="{FF2B5EF4-FFF2-40B4-BE49-F238E27FC236}">
                <a16:creationId xmlns:a16="http://schemas.microsoft.com/office/drawing/2014/main" xmlns="" id="{6D9A3AAD-6D8A-45A0-AEFF-A8702CAC190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444038" y="273843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Freeform 151">
            <a:extLst>
              <a:ext uri="{FF2B5EF4-FFF2-40B4-BE49-F238E27FC236}">
                <a16:creationId xmlns:a16="http://schemas.microsoft.com/office/drawing/2014/main" xmlns="" id="{DC69D04C-0CA7-4D0E-8BE8-424D09A6A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1400" y="3741738"/>
            <a:ext cx="123825" cy="73025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152">
            <a:extLst>
              <a:ext uri="{FF2B5EF4-FFF2-40B4-BE49-F238E27FC236}">
                <a16:creationId xmlns:a16="http://schemas.microsoft.com/office/drawing/2014/main" xmlns="" id="{49345F0D-FBD5-450B-8D59-13A91F51C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1400" y="3741738"/>
            <a:ext cx="123825" cy="73025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Freeform 153">
            <a:extLst>
              <a:ext uri="{FF2B5EF4-FFF2-40B4-BE49-F238E27FC236}">
                <a16:creationId xmlns:a16="http://schemas.microsoft.com/office/drawing/2014/main" xmlns="" id="{CA10216E-F4D0-41F8-87EA-B91FA1586C5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975850" y="3741738"/>
            <a:ext cx="436563" cy="155575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Freeform 157">
            <a:extLst>
              <a:ext uri="{FF2B5EF4-FFF2-40B4-BE49-F238E27FC236}">
                <a16:creationId xmlns:a16="http://schemas.microsoft.com/office/drawing/2014/main" xmlns="" id="{C47C0E1E-6B82-46D4-8A5F-4BDAA17D9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6100" y="2741613"/>
            <a:ext cx="3175" cy="0"/>
          </a:xfrm>
          <a:custGeom>
            <a:avLst/>
            <a:gdLst>
              <a:gd name="T0" fmla="*/ 1 w 1"/>
              <a:gd name="T1" fmla="*/ 0 h 1"/>
              <a:gd name="T2" fmla="*/ 0 w 1"/>
              <a:gd name="T3" fmla="*/ 0 h 1"/>
              <a:gd name="T4" fmla="*/ 0 w 1"/>
              <a:gd name="T5" fmla="*/ 0 h 1"/>
              <a:gd name="T6" fmla="*/ 0 w 1"/>
              <a:gd name="T7" fmla="*/ 0 h 1"/>
              <a:gd name="T8" fmla="*/ 0 w 1"/>
              <a:gd name="T9" fmla="*/ 0 h 1"/>
              <a:gd name="T10" fmla="*/ 0 w 1"/>
              <a:gd name="T11" fmla="*/ 0 h 1"/>
              <a:gd name="T12" fmla="*/ 0 w 1"/>
              <a:gd name="T13" fmla="*/ 0 h 1"/>
              <a:gd name="T14" fmla="*/ 1 w 1"/>
              <a:gd name="T1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158">
            <a:extLst>
              <a:ext uri="{FF2B5EF4-FFF2-40B4-BE49-F238E27FC236}">
                <a16:creationId xmlns:a16="http://schemas.microsoft.com/office/drawing/2014/main" xmlns="" id="{CD37B47C-BEF0-40D7-9A1B-A0D3212F0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6100" y="2733675"/>
            <a:ext cx="15875" cy="7938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2 h 2"/>
              <a:gd name="T6" fmla="*/ 0 w 4"/>
              <a:gd name="T7" fmla="*/ 2 h 2"/>
              <a:gd name="T8" fmla="*/ 0 w 4"/>
              <a:gd name="T9" fmla="*/ 2 h 2"/>
              <a:gd name="T10" fmla="*/ 0 w 4"/>
              <a:gd name="T11" fmla="*/ 2 h 2"/>
              <a:gd name="T12" fmla="*/ 4 w 4"/>
              <a:gd name="T1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Freeform 159">
            <a:extLst>
              <a:ext uri="{FF2B5EF4-FFF2-40B4-BE49-F238E27FC236}">
                <a16:creationId xmlns:a16="http://schemas.microsoft.com/office/drawing/2014/main" xmlns="" id="{843A9F59-04DE-4D8C-B2FC-5EA650D11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6100" y="2730500"/>
            <a:ext cx="992188" cy="1179513"/>
          </a:xfrm>
          <a:custGeom>
            <a:avLst/>
            <a:gdLst>
              <a:gd name="T0" fmla="*/ 4 w 242"/>
              <a:gd name="T1" fmla="*/ 1 h 288"/>
              <a:gd name="T2" fmla="*/ 0 w 242"/>
              <a:gd name="T3" fmla="*/ 3 h 288"/>
              <a:gd name="T4" fmla="*/ 0 w 242"/>
              <a:gd name="T5" fmla="*/ 3 h 288"/>
              <a:gd name="T6" fmla="*/ 0 w 242"/>
              <a:gd name="T7" fmla="*/ 3 h 288"/>
              <a:gd name="T8" fmla="*/ 0 w 242"/>
              <a:gd name="T9" fmla="*/ 3 h 288"/>
              <a:gd name="T10" fmla="*/ 0 w 242"/>
              <a:gd name="T11" fmla="*/ 3 h 288"/>
              <a:gd name="T12" fmla="*/ 0 w 242"/>
              <a:gd name="T13" fmla="*/ 3 h 288"/>
              <a:gd name="T14" fmla="*/ 0 w 242"/>
              <a:gd name="T15" fmla="*/ 3 h 288"/>
              <a:gd name="T16" fmla="*/ 0 w 242"/>
              <a:gd name="T17" fmla="*/ 3 h 288"/>
              <a:gd name="T18" fmla="*/ 0 w 242"/>
              <a:gd name="T19" fmla="*/ 3 h 288"/>
              <a:gd name="T20" fmla="*/ 0 w 242"/>
              <a:gd name="T21" fmla="*/ 3 h 288"/>
              <a:gd name="T22" fmla="*/ 1 w 242"/>
              <a:gd name="T23" fmla="*/ 3 h 288"/>
              <a:gd name="T24" fmla="*/ 1 w 242"/>
              <a:gd name="T25" fmla="*/ 3 h 288"/>
              <a:gd name="T26" fmla="*/ 1 w 242"/>
              <a:gd name="T27" fmla="*/ 3 h 288"/>
              <a:gd name="T28" fmla="*/ 1 w 242"/>
              <a:gd name="T29" fmla="*/ 3 h 288"/>
              <a:gd name="T30" fmla="*/ 1 w 242"/>
              <a:gd name="T31" fmla="*/ 3 h 288"/>
              <a:gd name="T32" fmla="*/ 1 w 242"/>
              <a:gd name="T33" fmla="*/ 3 h 288"/>
              <a:gd name="T34" fmla="*/ 1 w 242"/>
              <a:gd name="T35" fmla="*/ 3 h 288"/>
              <a:gd name="T36" fmla="*/ 1 w 242"/>
              <a:gd name="T37" fmla="*/ 2 h 288"/>
              <a:gd name="T38" fmla="*/ 1 w 242"/>
              <a:gd name="T39" fmla="*/ 2 h 288"/>
              <a:gd name="T40" fmla="*/ 1 w 242"/>
              <a:gd name="T41" fmla="*/ 2 h 288"/>
              <a:gd name="T42" fmla="*/ 1 w 242"/>
              <a:gd name="T43" fmla="*/ 2 h 288"/>
              <a:gd name="T44" fmla="*/ 1 w 242"/>
              <a:gd name="T45" fmla="*/ 2 h 288"/>
              <a:gd name="T46" fmla="*/ 2 w 242"/>
              <a:gd name="T47" fmla="*/ 2 h 288"/>
              <a:gd name="T48" fmla="*/ 2 w 242"/>
              <a:gd name="T49" fmla="*/ 2 h 288"/>
              <a:gd name="T50" fmla="*/ 2 w 242"/>
              <a:gd name="T51" fmla="*/ 2 h 288"/>
              <a:gd name="T52" fmla="*/ 2 w 242"/>
              <a:gd name="T53" fmla="*/ 2 h 288"/>
              <a:gd name="T54" fmla="*/ 2 w 242"/>
              <a:gd name="T55" fmla="*/ 2 h 288"/>
              <a:gd name="T56" fmla="*/ 2 w 242"/>
              <a:gd name="T57" fmla="*/ 2 h 288"/>
              <a:gd name="T58" fmla="*/ 11 w 242"/>
              <a:gd name="T59" fmla="*/ 2 h 288"/>
              <a:gd name="T60" fmla="*/ 242 w 242"/>
              <a:gd name="T61" fmla="*/ 148 h 288"/>
              <a:gd name="T62" fmla="*/ 242 w 242"/>
              <a:gd name="T63" fmla="*/ 283 h 288"/>
              <a:gd name="T64" fmla="*/ 242 w 242"/>
              <a:gd name="T65" fmla="*/ 282 h 288"/>
              <a:gd name="T66" fmla="*/ 232 w 242"/>
              <a:gd name="T67" fmla="*/ 129 h 288"/>
              <a:gd name="T68" fmla="*/ 7 w 242"/>
              <a:gd name="T6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42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4" y="1"/>
                  <a:pt x="6" y="1"/>
                </a:cubicBezTo>
                <a:cubicBezTo>
                  <a:pt x="7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2" y="285"/>
                  <a:pt x="242" y="282"/>
                </a:cubicBezTo>
                <a:cubicBezTo>
                  <a:pt x="242" y="147"/>
                  <a:pt x="242" y="147"/>
                  <a:pt x="242" y="147"/>
                </a:cubicBezTo>
                <a:cubicBezTo>
                  <a:pt x="242" y="140"/>
                  <a:pt x="238" y="132"/>
                  <a:pt x="232" y="129"/>
                </a:cubicBezTo>
                <a:cubicBezTo>
                  <a:pt x="11" y="1"/>
                  <a:pt x="11" y="1"/>
                  <a:pt x="11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Freeform 160">
            <a:extLst>
              <a:ext uri="{FF2B5EF4-FFF2-40B4-BE49-F238E27FC236}">
                <a16:creationId xmlns:a16="http://schemas.microsoft.com/office/drawing/2014/main" xmlns="" id="{F2F660B3-C66F-4069-8160-FA6D39A4AA9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436100" y="2738438"/>
            <a:ext cx="7938" cy="3175"/>
          </a:xfrm>
          <a:custGeom>
            <a:avLst/>
            <a:gdLst>
              <a:gd name="T0" fmla="*/ 0 w 2"/>
              <a:gd name="T1" fmla="*/ 1 h 1"/>
              <a:gd name="T2" fmla="*/ 0 w 2"/>
              <a:gd name="T3" fmla="*/ 1 h 1"/>
              <a:gd name="T4" fmla="*/ 0 w 2"/>
              <a:gd name="T5" fmla="*/ 1 h 1"/>
              <a:gd name="T6" fmla="*/ 0 w 2"/>
              <a:gd name="T7" fmla="*/ 1 h 1"/>
              <a:gd name="T8" fmla="*/ 0 w 2"/>
              <a:gd name="T9" fmla="*/ 1 h 1"/>
              <a:gd name="T10" fmla="*/ 0 w 2"/>
              <a:gd name="T11" fmla="*/ 1 h 1"/>
              <a:gd name="T12" fmla="*/ 0 w 2"/>
              <a:gd name="T13" fmla="*/ 1 h 1"/>
              <a:gd name="T14" fmla="*/ 0 w 2"/>
              <a:gd name="T15" fmla="*/ 1 h 1"/>
              <a:gd name="T16" fmla="*/ 0 w 2"/>
              <a:gd name="T17" fmla="*/ 1 h 1"/>
              <a:gd name="T18" fmla="*/ 0 w 2"/>
              <a:gd name="T19" fmla="*/ 1 h 1"/>
              <a:gd name="T20" fmla="*/ 0 w 2"/>
              <a:gd name="T21" fmla="*/ 1 h 1"/>
              <a:gd name="T22" fmla="*/ 0 w 2"/>
              <a:gd name="T23" fmla="*/ 1 h 1"/>
              <a:gd name="T24" fmla="*/ 0 w 2"/>
              <a:gd name="T25" fmla="*/ 1 h 1"/>
              <a:gd name="T26" fmla="*/ 0 w 2"/>
              <a:gd name="T27" fmla="*/ 1 h 1"/>
              <a:gd name="T28" fmla="*/ 0 w 2"/>
              <a:gd name="T29" fmla="*/ 1 h 1"/>
              <a:gd name="T30" fmla="*/ 0 w 2"/>
              <a:gd name="T31" fmla="*/ 1 h 1"/>
              <a:gd name="T32" fmla="*/ 0 w 2"/>
              <a:gd name="T33" fmla="*/ 1 h 1"/>
              <a:gd name="T34" fmla="*/ 1 w 2"/>
              <a:gd name="T35" fmla="*/ 1 h 1"/>
              <a:gd name="T36" fmla="*/ 1 w 2"/>
              <a:gd name="T37" fmla="*/ 1 h 1"/>
              <a:gd name="T38" fmla="*/ 1 w 2"/>
              <a:gd name="T39" fmla="*/ 1 h 1"/>
              <a:gd name="T40" fmla="*/ 1 w 2"/>
              <a:gd name="T41" fmla="*/ 1 h 1"/>
              <a:gd name="T42" fmla="*/ 1 w 2"/>
              <a:gd name="T43" fmla="*/ 1 h 1"/>
              <a:gd name="T44" fmla="*/ 1 w 2"/>
              <a:gd name="T45" fmla="*/ 1 h 1"/>
              <a:gd name="T46" fmla="*/ 1 w 2"/>
              <a:gd name="T47" fmla="*/ 1 h 1"/>
              <a:gd name="T48" fmla="*/ 1 w 2"/>
              <a:gd name="T49" fmla="*/ 1 h 1"/>
              <a:gd name="T50" fmla="*/ 1 w 2"/>
              <a:gd name="T51" fmla="*/ 1 h 1"/>
              <a:gd name="T52" fmla="*/ 1 w 2"/>
              <a:gd name="T53" fmla="*/ 1 h 1"/>
              <a:gd name="T54" fmla="*/ 1 w 2"/>
              <a:gd name="T55" fmla="*/ 1 h 1"/>
              <a:gd name="T56" fmla="*/ 1 w 2"/>
              <a:gd name="T57" fmla="*/ 0 h 1"/>
              <a:gd name="T58" fmla="*/ 1 w 2"/>
              <a:gd name="T59" fmla="*/ 0 h 1"/>
              <a:gd name="T60" fmla="*/ 1 w 2"/>
              <a:gd name="T61" fmla="*/ 0 h 1"/>
              <a:gd name="T62" fmla="*/ 1 w 2"/>
              <a:gd name="T63" fmla="*/ 0 h 1"/>
              <a:gd name="T64" fmla="*/ 1 w 2"/>
              <a:gd name="T65" fmla="*/ 0 h 1"/>
              <a:gd name="T66" fmla="*/ 1 w 2"/>
              <a:gd name="T67" fmla="*/ 0 h 1"/>
              <a:gd name="T68" fmla="*/ 1 w 2"/>
              <a:gd name="T69" fmla="*/ 0 h 1"/>
              <a:gd name="T70" fmla="*/ 2 w 2"/>
              <a:gd name="T71" fmla="*/ 0 h 1"/>
              <a:gd name="T72" fmla="*/ 2 w 2"/>
              <a:gd name="T73" fmla="*/ 0 h 1"/>
              <a:gd name="T74" fmla="*/ 2 w 2"/>
              <a:gd name="T75" fmla="*/ 0 h 1"/>
              <a:gd name="T76" fmla="*/ 2 w 2"/>
              <a:gd name="T77" fmla="*/ 0 h 1"/>
              <a:gd name="T78" fmla="*/ 2 w 2"/>
              <a:gd name="T79" fmla="*/ 0 h 1"/>
              <a:gd name="T80" fmla="*/ 2 w 2"/>
              <a:gd name="T81" fmla="*/ 0 h 1"/>
              <a:gd name="T82" fmla="*/ 2 w 2"/>
              <a:gd name="T83" fmla="*/ 0 h 1"/>
              <a:gd name="T84" fmla="*/ 2 w 2"/>
              <a:gd name="T85" fmla="*/ 0 h 1"/>
              <a:gd name="T86" fmla="*/ 2 w 2"/>
              <a:gd name="T87" fmla="*/ 0 h 1"/>
              <a:gd name="T88" fmla="*/ 2 w 2"/>
              <a:gd name="T8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" h="1"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Freeform 164">
            <a:extLst>
              <a:ext uri="{FF2B5EF4-FFF2-40B4-BE49-F238E27FC236}">
                <a16:creationId xmlns:a16="http://schemas.microsoft.com/office/drawing/2014/main" xmlns="" id="{5E578A77-50F6-40CA-9909-4C1F5999004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444038" y="2738438"/>
            <a:ext cx="968375" cy="1182687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0 w 236"/>
              <a:gd name="T47" fmla="*/ 0 h 289"/>
              <a:gd name="T48" fmla="*/ 0 w 236"/>
              <a:gd name="T49" fmla="*/ 0 h 289"/>
              <a:gd name="T50" fmla="*/ 0 w 236"/>
              <a:gd name="T51" fmla="*/ 0 h 289"/>
              <a:gd name="T52" fmla="*/ 0 w 236"/>
              <a:gd name="T53" fmla="*/ 0 h 289"/>
              <a:gd name="T54" fmla="*/ 0 w 236"/>
              <a:gd name="T55" fmla="*/ 0 h 289"/>
              <a:gd name="T56" fmla="*/ 0 w 236"/>
              <a:gd name="T57" fmla="*/ 0 h 289"/>
              <a:gd name="T58" fmla="*/ 0 w 236"/>
              <a:gd name="T59" fmla="*/ 0 h 289"/>
              <a:gd name="T60" fmla="*/ 0 w 236"/>
              <a:gd name="T61" fmla="*/ 0 h 289"/>
              <a:gd name="T62" fmla="*/ 5 w 236"/>
              <a:gd name="T63" fmla="*/ 2 h 289"/>
              <a:gd name="T64" fmla="*/ 0 w 236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5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5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2" y="0"/>
                  <a:pt x="3" y="1"/>
                  <a:pt x="5" y="2"/>
                </a:cubicBezTo>
                <a:cubicBezTo>
                  <a:pt x="3" y="1"/>
                  <a:pt x="2" y="0"/>
                  <a:pt x="0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Freeform 172">
            <a:extLst>
              <a:ext uri="{FF2B5EF4-FFF2-40B4-BE49-F238E27FC236}">
                <a16:creationId xmlns:a16="http://schemas.microsoft.com/office/drawing/2014/main" xmlns="" id="{EDCF4CBF-0E29-4753-912C-649CCE95C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7913" y="4452938"/>
            <a:ext cx="122237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Freeform 173">
            <a:extLst>
              <a:ext uri="{FF2B5EF4-FFF2-40B4-BE49-F238E27FC236}">
                <a16:creationId xmlns:a16="http://schemas.microsoft.com/office/drawing/2014/main" xmlns="" id="{0096B257-3E0B-4250-9C13-ACB89DE63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7913" y="4452938"/>
            <a:ext cx="122237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Freeform 174">
            <a:extLst>
              <a:ext uri="{FF2B5EF4-FFF2-40B4-BE49-F238E27FC236}">
                <a16:creationId xmlns:a16="http://schemas.microsoft.com/office/drawing/2014/main" xmlns="" id="{FDF4A16E-FF3D-4B48-9CAC-B7245AA4972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743950" y="4452938"/>
            <a:ext cx="433388" cy="157162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Freeform 195">
            <a:extLst>
              <a:ext uri="{FF2B5EF4-FFF2-40B4-BE49-F238E27FC236}">
                <a16:creationId xmlns:a16="http://schemas.microsoft.com/office/drawing/2014/main" xmlns="" id="{0FF9BE0F-759D-4F7B-8EB1-E83813E2A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50" y="3163888"/>
            <a:ext cx="119063" cy="204787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4795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Freeform 196">
            <a:extLst>
              <a:ext uri="{FF2B5EF4-FFF2-40B4-BE49-F238E27FC236}">
                <a16:creationId xmlns:a16="http://schemas.microsoft.com/office/drawing/2014/main" xmlns="" id="{77BFB1EA-368C-448C-BEA7-F400B5541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50" y="3163888"/>
            <a:ext cx="119063" cy="204787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Freeform 197">
            <a:extLst>
              <a:ext uri="{FF2B5EF4-FFF2-40B4-BE49-F238E27FC236}">
                <a16:creationId xmlns:a16="http://schemas.microsoft.com/office/drawing/2014/main" xmlns="" id="{37338B3D-4D3C-4BC3-90CC-D5ABCA8B829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304213" y="3148013"/>
            <a:ext cx="134937" cy="228600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close/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  <a:close/>
              </a:path>
            </a:pathLst>
          </a:custGeom>
          <a:solidFill>
            <a:srgbClr val="3B89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Freeform 198">
            <a:extLst>
              <a:ext uri="{FF2B5EF4-FFF2-40B4-BE49-F238E27FC236}">
                <a16:creationId xmlns:a16="http://schemas.microsoft.com/office/drawing/2014/main" xmlns="" id="{D3BEFF67-5D01-46EE-805B-4DDEDA44AC6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304213" y="3148013"/>
            <a:ext cx="134937" cy="228600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Freeform 168">
            <a:extLst>
              <a:ext uri="{FF2B5EF4-FFF2-40B4-BE49-F238E27FC236}">
                <a16:creationId xmlns:a16="http://schemas.microsoft.com/office/drawing/2014/main" xmlns="" id="{0B960C00-8AF9-4DB8-B225-2F0270499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17888"/>
            <a:ext cx="1038225" cy="1220787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Freeform 169">
            <a:extLst>
              <a:ext uri="{FF2B5EF4-FFF2-40B4-BE49-F238E27FC236}">
                <a16:creationId xmlns:a16="http://schemas.microsoft.com/office/drawing/2014/main" xmlns="" id="{2D024091-F83B-4ED2-81D3-22C831574F8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1025" y="3417888"/>
            <a:ext cx="1038225" cy="1220787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Freeform 170">
            <a:extLst>
              <a:ext uri="{FF2B5EF4-FFF2-40B4-BE49-F238E27FC236}">
                <a16:creationId xmlns:a16="http://schemas.microsoft.com/office/drawing/2014/main" xmlns="" id="{58AF1531-15EE-4560-B2CC-C0630DE3B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9913" y="3441700"/>
            <a:ext cx="987425" cy="1209675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Freeform 171">
            <a:extLst>
              <a:ext uri="{FF2B5EF4-FFF2-40B4-BE49-F238E27FC236}">
                <a16:creationId xmlns:a16="http://schemas.microsoft.com/office/drawing/2014/main" xmlns="" id="{F2056664-D23D-4A4C-8F1C-18A44ADE438E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8963" y="345122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Freeform 175">
            <a:extLst>
              <a:ext uri="{FF2B5EF4-FFF2-40B4-BE49-F238E27FC236}">
                <a16:creationId xmlns:a16="http://schemas.microsoft.com/office/drawing/2014/main" xmlns="" id="{F48EE775-7ED0-4436-BA2B-609D380BE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5625" y="3460750"/>
            <a:ext cx="976313" cy="1184275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Freeform 178">
            <a:extLst>
              <a:ext uri="{FF2B5EF4-FFF2-40B4-BE49-F238E27FC236}">
                <a16:creationId xmlns:a16="http://schemas.microsoft.com/office/drawing/2014/main" xmlns="" id="{58C5F8D6-C538-4720-9D50-DEB0732D6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51225"/>
            <a:ext cx="4763" cy="4763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Freeform 179">
            <a:extLst>
              <a:ext uri="{FF2B5EF4-FFF2-40B4-BE49-F238E27FC236}">
                <a16:creationId xmlns:a16="http://schemas.microsoft.com/office/drawing/2014/main" xmlns="" id="{6494ACA9-4F77-4F46-AEC6-70438F50D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46463"/>
            <a:ext cx="17463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Freeform 180">
            <a:extLst>
              <a:ext uri="{FF2B5EF4-FFF2-40B4-BE49-F238E27FC236}">
                <a16:creationId xmlns:a16="http://schemas.microsoft.com/office/drawing/2014/main" xmlns="" id="{92EB9724-3689-4D2F-958E-87C1632CB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41700"/>
            <a:ext cx="995363" cy="1181100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Freeform 181">
            <a:extLst>
              <a:ext uri="{FF2B5EF4-FFF2-40B4-BE49-F238E27FC236}">
                <a16:creationId xmlns:a16="http://schemas.microsoft.com/office/drawing/2014/main" xmlns="" id="{26E331AE-1E17-4526-865B-45995F2A04B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8963" y="345122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Rectangle 182">
            <a:extLst>
              <a:ext uri="{FF2B5EF4-FFF2-40B4-BE49-F238E27FC236}">
                <a16:creationId xmlns:a16="http://schemas.microsoft.com/office/drawing/2014/main" xmlns="" id="{79BA8D2E-D375-4FC4-A7EF-8367FC4F9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55988"/>
            <a:ext cx="1588" cy="1587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Freeform 183">
            <a:extLst>
              <a:ext uri="{FF2B5EF4-FFF2-40B4-BE49-F238E27FC236}">
                <a16:creationId xmlns:a16="http://schemas.microsoft.com/office/drawing/2014/main" xmlns="" id="{5E30F9DC-C719-47DA-A7D0-6E14FF66F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5598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Freeform 186">
            <a:extLst>
              <a:ext uri="{FF2B5EF4-FFF2-40B4-BE49-F238E27FC236}">
                <a16:creationId xmlns:a16="http://schemas.microsoft.com/office/drawing/2014/main" xmlns="" id="{6C437F70-D115-4E2C-AD55-6A1B2801B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8963" y="3446463"/>
            <a:ext cx="984250" cy="1189037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Freeform 187">
            <a:extLst>
              <a:ext uri="{FF2B5EF4-FFF2-40B4-BE49-F238E27FC236}">
                <a16:creationId xmlns:a16="http://schemas.microsoft.com/office/drawing/2014/main" xmlns="" id="{64B5063B-6199-4326-ACC8-95137C45B6A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8963" y="3451225"/>
            <a:ext cx="968375" cy="1184275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Freeform 209">
            <a:extLst>
              <a:ext uri="{FF2B5EF4-FFF2-40B4-BE49-F238E27FC236}">
                <a16:creationId xmlns:a16="http://schemas.microsoft.com/office/drawing/2014/main" xmlns="" id="{1ED1DD6C-3E4B-408C-BD16-030FDA879F2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23338" y="3463925"/>
            <a:ext cx="15875" cy="26988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Freeform 217">
            <a:extLst>
              <a:ext uri="{FF2B5EF4-FFF2-40B4-BE49-F238E27FC236}">
                <a16:creationId xmlns:a16="http://schemas.microsoft.com/office/drawing/2014/main" xmlns="" id="{C1687EDF-7A9B-4F2D-A05B-AD10A5C5B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1188" y="2722563"/>
            <a:ext cx="122237" cy="179387"/>
          </a:xfrm>
          <a:custGeom>
            <a:avLst/>
            <a:gdLst>
              <a:gd name="T0" fmla="*/ 30 w 30"/>
              <a:gd name="T1" fmla="*/ 31 h 44"/>
              <a:gd name="T2" fmla="*/ 15 w 30"/>
              <a:gd name="T3" fmla="*/ 40 h 44"/>
              <a:gd name="T4" fmla="*/ 0 w 30"/>
              <a:gd name="T5" fmla="*/ 14 h 44"/>
              <a:gd name="T6" fmla="*/ 15 w 30"/>
              <a:gd name="T7" fmla="*/ 5 h 44"/>
              <a:gd name="T8" fmla="*/ 30 w 30"/>
              <a:gd name="T9" fmla="*/ 3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4">
                <a:moveTo>
                  <a:pt x="30" y="31"/>
                </a:moveTo>
                <a:cubicBezTo>
                  <a:pt x="30" y="40"/>
                  <a:pt x="23" y="44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Freeform 218">
            <a:extLst>
              <a:ext uri="{FF2B5EF4-FFF2-40B4-BE49-F238E27FC236}">
                <a16:creationId xmlns:a16="http://schemas.microsoft.com/office/drawing/2014/main" xmlns="" id="{72D2F478-4CDD-4028-AD16-9A931BF1D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2806700"/>
            <a:ext cx="122238" cy="185738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6" y="35"/>
                  <a:pt x="0" y="23"/>
                  <a:pt x="0" y="14"/>
                </a:cubicBezTo>
                <a:cubicBezTo>
                  <a:pt x="0" y="4"/>
                  <a:pt x="6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Freeform 219">
            <a:extLst>
              <a:ext uri="{FF2B5EF4-FFF2-40B4-BE49-F238E27FC236}">
                <a16:creationId xmlns:a16="http://schemas.microsoft.com/office/drawing/2014/main" xmlns="" id="{18008606-BD32-46B2-BCD2-F0BBB4821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1225" y="2894013"/>
            <a:ext cx="122238" cy="185737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2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1" name="组合 207">
            <a:extLst>
              <a:ext uri="{FF2B5EF4-FFF2-40B4-BE49-F238E27FC236}">
                <a16:creationId xmlns:a16="http://schemas.microsoft.com/office/drawing/2014/main" xmlns="" id="{2112BA41-5450-4091-A7EC-1F09CA708324}"/>
              </a:ext>
            </a:extLst>
          </p:cNvPr>
          <p:cNvGrpSpPr>
            <a:grpSpLocks/>
          </p:cNvGrpSpPr>
          <p:nvPr/>
        </p:nvGrpSpPr>
        <p:grpSpPr bwMode="auto">
          <a:xfrm>
            <a:off x="9423400" y="2714625"/>
            <a:ext cx="1063625" cy="1231900"/>
            <a:chOff x="5332731" y="3343275"/>
            <a:chExt cx="855345" cy="992188"/>
          </a:xfrm>
        </p:grpSpPr>
        <p:sp>
          <p:nvSpPr>
            <p:cNvPr id="92" name="Freeform 168">
              <a:extLst>
                <a:ext uri="{FF2B5EF4-FFF2-40B4-BE49-F238E27FC236}">
                  <a16:creationId xmlns:a16="http://schemas.microsoft.com/office/drawing/2014/main" xmlns="" id="{D28C4D78-91DA-4AB5-9C87-639CA2758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42 w 253"/>
                <a:gd name="T1" fmla="*/ 129 h 298"/>
                <a:gd name="T2" fmla="*/ 22 w 253"/>
                <a:gd name="T3" fmla="*/ 1 h 298"/>
                <a:gd name="T4" fmla="*/ 14 w 253"/>
                <a:gd name="T5" fmla="*/ 1 h 298"/>
                <a:gd name="T6" fmla="*/ 14 w 253"/>
                <a:gd name="T7" fmla="*/ 1 h 298"/>
                <a:gd name="T8" fmla="*/ 14 w 253"/>
                <a:gd name="T9" fmla="*/ 1 h 298"/>
                <a:gd name="T10" fmla="*/ 14 w 253"/>
                <a:gd name="T11" fmla="*/ 1 h 298"/>
                <a:gd name="T12" fmla="*/ 0 w 253"/>
                <a:gd name="T13" fmla="*/ 9 h 298"/>
                <a:gd name="T14" fmla="*/ 11 w 253"/>
                <a:gd name="T15" fmla="*/ 14 h 298"/>
                <a:gd name="T16" fmla="*/ 11 w 253"/>
                <a:gd name="T17" fmla="*/ 143 h 298"/>
                <a:gd name="T18" fmla="*/ 22 w 253"/>
                <a:gd name="T19" fmla="*/ 162 h 298"/>
                <a:gd name="T20" fmla="*/ 98 w 253"/>
                <a:gd name="T21" fmla="*/ 206 h 298"/>
                <a:gd name="T22" fmla="*/ 132 w 253"/>
                <a:gd name="T23" fmla="*/ 264 h 298"/>
                <a:gd name="T24" fmla="*/ 165 w 253"/>
                <a:gd name="T25" fmla="*/ 245 h 298"/>
                <a:gd name="T26" fmla="*/ 236 w 253"/>
                <a:gd name="T27" fmla="*/ 285 h 298"/>
                <a:gd name="T28" fmla="*/ 235 w 253"/>
                <a:gd name="T29" fmla="*/ 298 h 298"/>
                <a:gd name="T30" fmla="*/ 250 w 253"/>
                <a:gd name="T31" fmla="*/ 290 h 298"/>
                <a:gd name="T32" fmla="*/ 250 w 253"/>
                <a:gd name="T33" fmla="*/ 290 h 298"/>
                <a:gd name="T34" fmla="*/ 250 w 253"/>
                <a:gd name="T35" fmla="*/ 290 h 298"/>
                <a:gd name="T36" fmla="*/ 250 w 253"/>
                <a:gd name="T37" fmla="*/ 290 h 298"/>
                <a:gd name="T38" fmla="*/ 253 w 253"/>
                <a:gd name="T39" fmla="*/ 283 h 298"/>
                <a:gd name="T40" fmla="*/ 253 w 253"/>
                <a:gd name="T41" fmla="*/ 147 h 298"/>
                <a:gd name="T42" fmla="*/ 242 w 253"/>
                <a:gd name="T43" fmla="*/ 12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53" h="298">
                  <a:moveTo>
                    <a:pt x="242" y="129"/>
                  </a:moveTo>
                  <a:cubicBezTo>
                    <a:pt x="22" y="1"/>
                    <a:pt x="22" y="1"/>
                    <a:pt x="22" y="1"/>
                  </a:cubicBezTo>
                  <a:cubicBezTo>
                    <a:pt x="19" y="0"/>
                    <a:pt x="16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1" y="143"/>
                    <a:pt x="11" y="143"/>
                    <a:pt x="11" y="143"/>
                  </a:cubicBezTo>
                  <a:cubicBezTo>
                    <a:pt x="11" y="150"/>
                    <a:pt x="16" y="158"/>
                    <a:pt x="22" y="162"/>
                  </a:cubicBezTo>
                  <a:cubicBezTo>
                    <a:pt x="98" y="206"/>
                    <a:pt x="98" y="206"/>
                    <a:pt x="98" y="206"/>
                  </a:cubicBezTo>
                  <a:cubicBezTo>
                    <a:pt x="132" y="264"/>
                    <a:pt x="132" y="264"/>
                    <a:pt x="132" y="264"/>
                  </a:cubicBezTo>
                  <a:cubicBezTo>
                    <a:pt x="165" y="245"/>
                    <a:pt x="165" y="245"/>
                    <a:pt x="165" y="245"/>
                  </a:cubicBezTo>
                  <a:cubicBezTo>
                    <a:pt x="236" y="285"/>
                    <a:pt x="236" y="285"/>
                    <a:pt x="236" y="285"/>
                  </a:cubicBezTo>
                  <a:cubicBezTo>
                    <a:pt x="235" y="298"/>
                    <a:pt x="235" y="298"/>
                    <a:pt x="235" y="298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Freeform 169">
              <a:extLst>
                <a:ext uri="{FF2B5EF4-FFF2-40B4-BE49-F238E27FC236}">
                  <a16:creationId xmlns:a16="http://schemas.microsoft.com/office/drawing/2014/main" xmlns="" id="{B5DD6C6C-1837-44F6-B91C-8302D2A5BA31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37 w 253"/>
                <a:gd name="T1" fmla="*/ 297 h 298"/>
                <a:gd name="T2" fmla="*/ 237 w 253"/>
                <a:gd name="T3" fmla="*/ 297 h 298"/>
                <a:gd name="T4" fmla="*/ 236 w 253"/>
                <a:gd name="T5" fmla="*/ 298 h 298"/>
                <a:gd name="T6" fmla="*/ 235 w 253"/>
                <a:gd name="T7" fmla="*/ 298 h 298"/>
                <a:gd name="T8" fmla="*/ 237 w 253"/>
                <a:gd name="T9" fmla="*/ 297 h 298"/>
                <a:gd name="T10" fmla="*/ 2 w 253"/>
                <a:gd name="T11" fmla="*/ 8 h 298"/>
                <a:gd name="T12" fmla="*/ 0 w 253"/>
                <a:gd name="T13" fmla="*/ 9 h 298"/>
                <a:gd name="T14" fmla="*/ 0 w 253"/>
                <a:gd name="T15" fmla="*/ 9 h 298"/>
                <a:gd name="T16" fmla="*/ 2 w 253"/>
                <a:gd name="T17" fmla="*/ 8 h 298"/>
                <a:gd name="T18" fmla="*/ 2 w 253"/>
                <a:gd name="T19" fmla="*/ 8 h 298"/>
                <a:gd name="T20" fmla="*/ 2 w 253"/>
                <a:gd name="T21" fmla="*/ 8 h 298"/>
                <a:gd name="T22" fmla="*/ 2 w 253"/>
                <a:gd name="T23" fmla="*/ 8 h 298"/>
                <a:gd name="T24" fmla="*/ 2 w 253"/>
                <a:gd name="T25" fmla="*/ 8 h 298"/>
                <a:gd name="T26" fmla="*/ 2 w 253"/>
                <a:gd name="T27" fmla="*/ 8 h 298"/>
                <a:gd name="T28" fmla="*/ 2 w 253"/>
                <a:gd name="T29" fmla="*/ 8 h 298"/>
                <a:gd name="T30" fmla="*/ 17 w 253"/>
                <a:gd name="T31" fmla="*/ 0 h 298"/>
                <a:gd name="T32" fmla="*/ 14 w 253"/>
                <a:gd name="T33" fmla="*/ 1 h 298"/>
                <a:gd name="T34" fmla="*/ 14 w 253"/>
                <a:gd name="T35" fmla="*/ 1 h 298"/>
                <a:gd name="T36" fmla="*/ 4 w 253"/>
                <a:gd name="T37" fmla="*/ 7 h 298"/>
                <a:gd name="T38" fmla="*/ 7 w 253"/>
                <a:gd name="T39" fmla="*/ 6 h 298"/>
                <a:gd name="T40" fmla="*/ 12 w 253"/>
                <a:gd name="T41" fmla="*/ 7 h 298"/>
                <a:gd name="T42" fmla="*/ 232 w 253"/>
                <a:gd name="T43" fmla="*/ 135 h 298"/>
                <a:gd name="T44" fmla="*/ 243 w 253"/>
                <a:gd name="T45" fmla="*/ 153 h 298"/>
                <a:gd name="T46" fmla="*/ 243 w 253"/>
                <a:gd name="T47" fmla="*/ 288 h 298"/>
                <a:gd name="T48" fmla="*/ 241 w 253"/>
                <a:gd name="T49" fmla="*/ 294 h 298"/>
                <a:gd name="T50" fmla="*/ 240 w 253"/>
                <a:gd name="T51" fmla="*/ 295 h 298"/>
                <a:gd name="T52" fmla="*/ 250 w 253"/>
                <a:gd name="T53" fmla="*/ 290 h 298"/>
                <a:gd name="T54" fmla="*/ 250 w 253"/>
                <a:gd name="T55" fmla="*/ 290 h 298"/>
                <a:gd name="T56" fmla="*/ 250 w 253"/>
                <a:gd name="T57" fmla="*/ 290 h 298"/>
                <a:gd name="T58" fmla="*/ 250 w 253"/>
                <a:gd name="T59" fmla="*/ 290 h 298"/>
                <a:gd name="T60" fmla="*/ 250 w 253"/>
                <a:gd name="T61" fmla="*/ 290 h 298"/>
                <a:gd name="T62" fmla="*/ 250 w 253"/>
                <a:gd name="T63" fmla="*/ 290 h 298"/>
                <a:gd name="T64" fmla="*/ 253 w 253"/>
                <a:gd name="T65" fmla="*/ 283 h 298"/>
                <a:gd name="T66" fmla="*/ 253 w 253"/>
                <a:gd name="T67" fmla="*/ 147 h 298"/>
                <a:gd name="T68" fmla="*/ 242 w 253"/>
                <a:gd name="T69" fmla="*/ 129 h 298"/>
                <a:gd name="T70" fmla="*/ 165 w 253"/>
                <a:gd name="T71" fmla="*/ 84 h 298"/>
                <a:gd name="T72" fmla="*/ 162 w 253"/>
                <a:gd name="T73" fmla="*/ 82 h 298"/>
                <a:gd name="T74" fmla="*/ 34 w 253"/>
                <a:gd name="T75" fmla="*/ 8 h 298"/>
                <a:gd name="T76" fmla="*/ 31 w 253"/>
                <a:gd name="T77" fmla="*/ 7 h 298"/>
                <a:gd name="T78" fmla="*/ 22 w 253"/>
                <a:gd name="T79" fmla="*/ 1 h 298"/>
                <a:gd name="T80" fmla="*/ 17 w 253"/>
                <a:gd name="T81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53" h="298">
                  <a:moveTo>
                    <a:pt x="237" y="297"/>
                  </a:moveTo>
                  <a:cubicBezTo>
                    <a:pt x="237" y="297"/>
                    <a:pt x="237" y="297"/>
                    <a:pt x="237" y="297"/>
                  </a:cubicBezTo>
                  <a:cubicBezTo>
                    <a:pt x="236" y="298"/>
                    <a:pt x="236" y="298"/>
                    <a:pt x="236" y="298"/>
                  </a:cubicBezTo>
                  <a:cubicBezTo>
                    <a:pt x="236" y="298"/>
                    <a:pt x="235" y="298"/>
                    <a:pt x="235" y="298"/>
                  </a:cubicBezTo>
                  <a:cubicBezTo>
                    <a:pt x="237" y="297"/>
                    <a:pt x="237" y="297"/>
                    <a:pt x="237" y="297"/>
                  </a:cubicBezTo>
                  <a:moveTo>
                    <a:pt x="2" y="8"/>
                  </a:moveTo>
                  <a:cubicBezTo>
                    <a:pt x="1" y="8"/>
                    <a:pt x="1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1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17" y="0"/>
                  </a:moveTo>
                  <a:cubicBezTo>
                    <a:pt x="16" y="0"/>
                    <a:pt x="15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6" y="6"/>
                    <a:pt x="7" y="6"/>
                  </a:cubicBezTo>
                  <a:cubicBezTo>
                    <a:pt x="8" y="6"/>
                    <a:pt x="10" y="6"/>
                    <a:pt x="12" y="7"/>
                  </a:cubicBezTo>
                  <a:cubicBezTo>
                    <a:pt x="232" y="135"/>
                    <a:pt x="232" y="135"/>
                    <a:pt x="232" y="135"/>
                  </a:cubicBezTo>
                  <a:cubicBezTo>
                    <a:pt x="238" y="138"/>
                    <a:pt x="243" y="146"/>
                    <a:pt x="243" y="153"/>
                  </a:cubicBezTo>
                  <a:cubicBezTo>
                    <a:pt x="243" y="288"/>
                    <a:pt x="243" y="288"/>
                    <a:pt x="243" y="288"/>
                  </a:cubicBezTo>
                  <a:cubicBezTo>
                    <a:pt x="243" y="291"/>
                    <a:pt x="242" y="293"/>
                    <a:pt x="241" y="294"/>
                  </a:cubicBezTo>
                  <a:cubicBezTo>
                    <a:pt x="241" y="294"/>
                    <a:pt x="241" y="295"/>
                    <a:pt x="240" y="295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  <a:cubicBezTo>
                    <a:pt x="165" y="84"/>
                    <a:pt x="165" y="84"/>
                    <a:pt x="165" y="84"/>
                  </a:cubicBezTo>
                  <a:cubicBezTo>
                    <a:pt x="162" y="82"/>
                    <a:pt x="162" y="82"/>
                    <a:pt x="162" y="82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0" y="0"/>
                    <a:pt x="19" y="0"/>
                    <a:pt x="17" y="0"/>
                  </a:cubicBezTo>
                </a:path>
              </a:pathLst>
            </a:custGeom>
            <a:gradFill rotWithShape="1">
              <a:gsLst>
                <a:gs pos="0">
                  <a:srgbClr val="42C8D1"/>
                </a:gs>
                <a:gs pos="100000">
                  <a:srgbClr val="2C6692"/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170">
              <a:extLst>
                <a:ext uri="{FF2B5EF4-FFF2-40B4-BE49-F238E27FC236}">
                  <a16:creationId xmlns:a16="http://schemas.microsoft.com/office/drawing/2014/main" xmlns="" id="{C2584B54-CC5F-4A5F-AE67-36D93EA5C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3526" y="3362325"/>
              <a:ext cx="795338" cy="973138"/>
            </a:xfrm>
            <a:custGeom>
              <a:avLst/>
              <a:gdLst>
                <a:gd name="T0" fmla="*/ 231 w 241"/>
                <a:gd name="T1" fmla="*/ 131 h 295"/>
                <a:gd name="T2" fmla="*/ 10 w 241"/>
                <a:gd name="T3" fmla="*/ 4 h 295"/>
                <a:gd name="T4" fmla="*/ 0 w 241"/>
                <a:gd name="T5" fmla="*/ 10 h 295"/>
                <a:gd name="T6" fmla="*/ 0 w 241"/>
                <a:gd name="T7" fmla="*/ 145 h 295"/>
                <a:gd name="T8" fmla="*/ 10 w 241"/>
                <a:gd name="T9" fmla="*/ 164 h 295"/>
                <a:gd name="T10" fmla="*/ 87 w 241"/>
                <a:gd name="T11" fmla="*/ 208 h 295"/>
                <a:gd name="T12" fmla="*/ 120 w 241"/>
                <a:gd name="T13" fmla="*/ 266 h 295"/>
                <a:gd name="T14" fmla="*/ 154 w 241"/>
                <a:gd name="T15" fmla="*/ 247 h 295"/>
                <a:gd name="T16" fmla="*/ 231 w 241"/>
                <a:gd name="T17" fmla="*/ 291 h 295"/>
                <a:gd name="T18" fmla="*/ 241 w 241"/>
                <a:gd name="T19" fmla="*/ 285 h 295"/>
                <a:gd name="T20" fmla="*/ 241 w 241"/>
                <a:gd name="T21" fmla="*/ 150 h 295"/>
                <a:gd name="T22" fmla="*/ 231 w 241"/>
                <a:gd name="T23" fmla="*/ 131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1" h="295">
                  <a:moveTo>
                    <a:pt x="231" y="131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4" y="0"/>
                    <a:pt x="0" y="3"/>
                    <a:pt x="0" y="10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0" y="152"/>
                    <a:pt x="4" y="161"/>
                    <a:pt x="10" y="164"/>
                  </a:cubicBezTo>
                  <a:cubicBezTo>
                    <a:pt x="87" y="208"/>
                    <a:pt x="87" y="208"/>
                    <a:pt x="87" y="208"/>
                  </a:cubicBezTo>
                  <a:cubicBezTo>
                    <a:pt x="120" y="266"/>
                    <a:pt x="120" y="266"/>
                    <a:pt x="120" y="266"/>
                  </a:cubicBezTo>
                  <a:cubicBezTo>
                    <a:pt x="154" y="247"/>
                    <a:pt x="154" y="247"/>
                    <a:pt x="154" y="247"/>
                  </a:cubicBezTo>
                  <a:cubicBezTo>
                    <a:pt x="231" y="291"/>
                    <a:pt x="231" y="291"/>
                    <a:pt x="231" y="291"/>
                  </a:cubicBezTo>
                  <a:cubicBezTo>
                    <a:pt x="237" y="295"/>
                    <a:pt x="241" y="292"/>
                    <a:pt x="241" y="285"/>
                  </a:cubicBezTo>
                  <a:cubicBezTo>
                    <a:pt x="241" y="150"/>
                    <a:pt x="241" y="150"/>
                    <a:pt x="241" y="150"/>
                  </a:cubicBezTo>
                  <a:cubicBezTo>
                    <a:pt x="241" y="143"/>
                    <a:pt x="237" y="134"/>
                    <a:pt x="231" y="131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171">
              <a:extLst>
                <a:ext uri="{FF2B5EF4-FFF2-40B4-BE49-F238E27FC236}">
                  <a16:creationId xmlns:a16="http://schemas.microsoft.com/office/drawing/2014/main" xmlns="" id="{F1AA8B4F-F6C0-440C-8404-C4E151FFC422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9EB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175">
              <a:extLst>
                <a:ext uri="{FF2B5EF4-FFF2-40B4-BE49-F238E27FC236}">
                  <a16:creationId xmlns:a16="http://schemas.microsoft.com/office/drawing/2014/main" xmlns="" id="{B7125E28-3A03-48AB-B669-5A45B780D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2731" y="3377883"/>
              <a:ext cx="785813" cy="952500"/>
            </a:xfrm>
            <a:custGeom>
              <a:avLst/>
              <a:gdLst>
                <a:gd name="T0" fmla="*/ 3 w 238"/>
                <a:gd name="T1" fmla="*/ 0 h 289"/>
                <a:gd name="T2" fmla="*/ 2 w 238"/>
                <a:gd name="T3" fmla="*/ 0 h 289"/>
                <a:gd name="T4" fmla="*/ 2 w 238"/>
                <a:gd name="T5" fmla="*/ 0 h 289"/>
                <a:gd name="T6" fmla="*/ 2 w 238"/>
                <a:gd name="T7" fmla="*/ 0 h 289"/>
                <a:gd name="T8" fmla="*/ 2 w 238"/>
                <a:gd name="T9" fmla="*/ 0 h 289"/>
                <a:gd name="T10" fmla="*/ 2 w 238"/>
                <a:gd name="T11" fmla="*/ 0 h 289"/>
                <a:gd name="T12" fmla="*/ 0 w 238"/>
                <a:gd name="T13" fmla="*/ 6 h 289"/>
                <a:gd name="T14" fmla="*/ 0 w 238"/>
                <a:gd name="T15" fmla="*/ 142 h 289"/>
                <a:gd name="T16" fmla="*/ 11 w 238"/>
                <a:gd name="T17" fmla="*/ 160 h 289"/>
                <a:gd name="T18" fmla="*/ 88 w 238"/>
                <a:gd name="T19" fmla="*/ 205 h 289"/>
                <a:gd name="T20" fmla="*/ 121 w 238"/>
                <a:gd name="T21" fmla="*/ 262 h 289"/>
                <a:gd name="T22" fmla="*/ 132 w 238"/>
                <a:gd name="T23" fmla="*/ 256 h 289"/>
                <a:gd name="T24" fmla="*/ 151 w 238"/>
                <a:gd name="T25" fmla="*/ 245 h 289"/>
                <a:gd name="T26" fmla="*/ 151 w 238"/>
                <a:gd name="T27" fmla="*/ 245 h 289"/>
                <a:gd name="T28" fmla="*/ 151 w 238"/>
                <a:gd name="T29" fmla="*/ 245 h 289"/>
                <a:gd name="T30" fmla="*/ 155 w 238"/>
                <a:gd name="T31" fmla="*/ 243 h 289"/>
                <a:gd name="T32" fmla="*/ 231 w 238"/>
                <a:gd name="T33" fmla="*/ 287 h 289"/>
                <a:gd name="T34" fmla="*/ 236 w 238"/>
                <a:gd name="T35" fmla="*/ 289 h 289"/>
                <a:gd name="T36" fmla="*/ 236 w 238"/>
                <a:gd name="T37" fmla="*/ 289 h 289"/>
                <a:gd name="T38" fmla="*/ 238 w 238"/>
                <a:gd name="T39" fmla="*/ 283 h 289"/>
                <a:gd name="T40" fmla="*/ 238 w 238"/>
                <a:gd name="T41" fmla="*/ 283 h 289"/>
                <a:gd name="T42" fmla="*/ 238 w 238"/>
                <a:gd name="T43" fmla="*/ 283 h 289"/>
                <a:gd name="T44" fmla="*/ 238 w 238"/>
                <a:gd name="T45" fmla="*/ 283 h 289"/>
                <a:gd name="T46" fmla="*/ 238 w 238"/>
                <a:gd name="T47" fmla="*/ 283 h 289"/>
                <a:gd name="T48" fmla="*/ 238 w 238"/>
                <a:gd name="T49" fmla="*/ 283 h 289"/>
                <a:gd name="T50" fmla="*/ 238 w 238"/>
                <a:gd name="T51" fmla="*/ 283 h 289"/>
                <a:gd name="T52" fmla="*/ 238 w 238"/>
                <a:gd name="T53" fmla="*/ 283 h 289"/>
                <a:gd name="T54" fmla="*/ 238 w 238"/>
                <a:gd name="T55" fmla="*/ 283 h 289"/>
                <a:gd name="T56" fmla="*/ 238 w 238"/>
                <a:gd name="T57" fmla="*/ 148 h 289"/>
                <a:gd name="T58" fmla="*/ 228 w 238"/>
                <a:gd name="T59" fmla="*/ 129 h 289"/>
                <a:gd name="T60" fmla="*/ 7 w 238"/>
                <a:gd name="T61" fmla="*/ 2 h 289"/>
                <a:gd name="T62" fmla="*/ 7 w 238"/>
                <a:gd name="T63" fmla="*/ 2 h 289"/>
                <a:gd name="T64" fmla="*/ 3 w 238"/>
                <a:gd name="T6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8" h="289">
                  <a:moveTo>
                    <a:pt x="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2"/>
                    <a:pt x="0" y="4"/>
                    <a:pt x="0" y="6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148"/>
                    <a:pt x="5" y="157"/>
                    <a:pt x="11" y="160"/>
                  </a:cubicBezTo>
                  <a:cubicBezTo>
                    <a:pt x="88" y="205"/>
                    <a:pt x="88" y="205"/>
                    <a:pt x="88" y="205"/>
                  </a:cubicBezTo>
                  <a:cubicBezTo>
                    <a:pt x="121" y="262"/>
                    <a:pt x="121" y="262"/>
                    <a:pt x="121" y="262"/>
                  </a:cubicBezTo>
                  <a:cubicBezTo>
                    <a:pt x="132" y="256"/>
                    <a:pt x="132" y="256"/>
                    <a:pt x="132" y="256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5" y="243"/>
                    <a:pt x="155" y="243"/>
                    <a:pt x="155" y="243"/>
                  </a:cubicBezTo>
                  <a:cubicBezTo>
                    <a:pt x="231" y="287"/>
                    <a:pt x="231" y="287"/>
                    <a:pt x="231" y="287"/>
                  </a:cubicBezTo>
                  <a:cubicBezTo>
                    <a:pt x="233" y="288"/>
                    <a:pt x="235" y="289"/>
                    <a:pt x="236" y="289"/>
                  </a:cubicBezTo>
                  <a:cubicBezTo>
                    <a:pt x="236" y="289"/>
                    <a:pt x="236" y="289"/>
                    <a:pt x="236" y="289"/>
                  </a:cubicBezTo>
                  <a:cubicBezTo>
                    <a:pt x="238" y="288"/>
                    <a:pt x="238" y="286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148"/>
                    <a:pt x="238" y="148"/>
                    <a:pt x="238" y="148"/>
                  </a:cubicBezTo>
                  <a:cubicBezTo>
                    <a:pt x="238" y="141"/>
                    <a:pt x="234" y="132"/>
                    <a:pt x="228" y="129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6" y="1"/>
                    <a:pt x="4" y="0"/>
                    <a:pt x="3" y="0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178">
              <a:extLst>
                <a:ext uri="{FF2B5EF4-FFF2-40B4-BE49-F238E27FC236}">
                  <a16:creationId xmlns:a16="http://schemas.microsoft.com/office/drawing/2014/main" xmlns="" id="{1A3E7CB4-3981-4480-9237-99C0C5988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0263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Freeform 179">
              <a:extLst>
                <a:ext uri="{FF2B5EF4-FFF2-40B4-BE49-F238E27FC236}">
                  <a16:creationId xmlns:a16="http://schemas.microsoft.com/office/drawing/2014/main" xmlns="" id="{E62C92E3-A523-4D2C-A019-6D03F903B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5500"/>
              <a:ext cx="14288" cy="7938"/>
            </a:xfrm>
            <a:custGeom>
              <a:avLst/>
              <a:gdLst>
                <a:gd name="T0" fmla="*/ 4 w 4"/>
                <a:gd name="T1" fmla="*/ 0 h 2"/>
                <a:gd name="T2" fmla="*/ 4 w 4"/>
                <a:gd name="T3" fmla="*/ 0 h 2"/>
                <a:gd name="T4" fmla="*/ 1 w 4"/>
                <a:gd name="T5" fmla="*/ 1 h 2"/>
                <a:gd name="T6" fmla="*/ 0 w 4"/>
                <a:gd name="T7" fmla="*/ 2 h 2"/>
                <a:gd name="T8" fmla="*/ 0 w 4"/>
                <a:gd name="T9" fmla="*/ 2 h 2"/>
                <a:gd name="T10" fmla="*/ 4 w 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180">
              <a:extLst>
                <a:ext uri="{FF2B5EF4-FFF2-40B4-BE49-F238E27FC236}">
                  <a16:creationId xmlns:a16="http://schemas.microsoft.com/office/drawing/2014/main" xmlns="" id="{032D310C-E207-4135-ADD4-AF998E379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2325"/>
              <a:ext cx="801688" cy="950913"/>
            </a:xfrm>
            <a:custGeom>
              <a:avLst/>
              <a:gdLst>
                <a:gd name="T0" fmla="*/ 7 w 243"/>
                <a:gd name="T1" fmla="*/ 0 h 288"/>
                <a:gd name="T2" fmla="*/ 4 w 243"/>
                <a:gd name="T3" fmla="*/ 1 h 288"/>
                <a:gd name="T4" fmla="*/ 0 w 243"/>
                <a:gd name="T5" fmla="*/ 3 h 288"/>
                <a:gd name="T6" fmla="*/ 2 w 243"/>
                <a:gd name="T7" fmla="*/ 2 h 288"/>
                <a:gd name="T8" fmla="*/ 2 w 243"/>
                <a:gd name="T9" fmla="*/ 2 h 288"/>
                <a:gd name="T10" fmla="*/ 2 w 243"/>
                <a:gd name="T11" fmla="*/ 2 h 288"/>
                <a:gd name="T12" fmla="*/ 2 w 243"/>
                <a:gd name="T13" fmla="*/ 2 h 288"/>
                <a:gd name="T14" fmla="*/ 2 w 243"/>
                <a:gd name="T15" fmla="*/ 2 h 288"/>
                <a:gd name="T16" fmla="*/ 2 w 243"/>
                <a:gd name="T17" fmla="*/ 2 h 288"/>
                <a:gd name="T18" fmla="*/ 6 w 243"/>
                <a:gd name="T19" fmla="*/ 1 h 288"/>
                <a:gd name="T20" fmla="*/ 11 w 243"/>
                <a:gd name="T21" fmla="*/ 2 h 288"/>
                <a:gd name="T22" fmla="*/ 231 w 243"/>
                <a:gd name="T23" fmla="*/ 129 h 288"/>
                <a:gd name="T24" fmla="*/ 242 w 243"/>
                <a:gd name="T25" fmla="*/ 148 h 288"/>
                <a:gd name="T26" fmla="*/ 242 w 243"/>
                <a:gd name="T27" fmla="*/ 283 h 288"/>
                <a:gd name="T28" fmla="*/ 242 w 243"/>
                <a:gd name="T29" fmla="*/ 283 h 288"/>
                <a:gd name="T30" fmla="*/ 241 w 243"/>
                <a:gd name="T31" fmla="*/ 288 h 288"/>
                <a:gd name="T32" fmla="*/ 243 w 243"/>
                <a:gd name="T33" fmla="*/ 282 h 288"/>
                <a:gd name="T34" fmla="*/ 243 w 243"/>
                <a:gd name="T35" fmla="*/ 147 h 288"/>
                <a:gd name="T36" fmla="*/ 232 w 243"/>
                <a:gd name="T37" fmla="*/ 129 h 288"/>
                <a:gd name="T38" fmla="*/ 12 w 243"/>
                <a:gd name="T39" fmla="*/ 1 h 288"/>
                <a:gd name="T40" fmla="*/ 7 w 243"/>
                <a:gd name="T41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3" h="288">
                  <a:moveTo>
                    <a:pt x="7" y="0"/>
                  </a:moveTo>
                  <a:cubicBezTo>
                    <a:pt x="6" y="0"/>
                    <a:pt x="5" y="0"/>
                    <a:pt x="4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1"/>
                    <a:pt x="5" y="1"/>
                    <a:pt x="6" y="1"/>
                  </a:cubicBezTo>
                  <a:cubicBezTo>
                    <a:pt x="8" y="1"/>
                    <a:pt x="9" y="1"/>
                    <a:pt x="11" y="2"/>
                  </a:cubicBezTo>
                  <a:cubicBezTo>
                    <a:pt x="231" y="129"/>
                    <a:pt x="231" y="129"/>
                    <a:pt x="231" y="129"/>
                  </a:cubicBezTo>
                  <a:cubicBezTo>
                    <a:pt x="237" y="133"/>
                    <a:pt x="242" y="141"/>
                    <a:pt x="242" y="148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5"/>
                    <a:pt x="242" y="287"/>
                    <a:pt x="241" y="288"/>
                  </a:cubicBezTo>
                  <a:cubicBezTo>
                    <a:pt x="242" y="287"/>
                    <a:pt x="243" y="285"/>
                    <a:pt x="243" y="282"/>
                  </a:cubicBezTo>
                  <a:cubicBezTo>
                    <a:pt x="243" y="147"/>
                    <a:pt x="243" y="147"/>
                    <a:pt x="243" y="147"/>
                  </a:cubicBezTo>
                  <a:cubicBezTo>
                    <a:pt x="243" y="140"/>
                    <a:pt x="238" y="132"/>
                    <a:pt x="232" y="129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0" y="0"/>
                    <a:pt x="8" y="0"/>
                    <a:pt x="7" y="0"/>
                  </a:cubicBezTo>
                </a:path>
              </a:pathLst>
            </a:custGeom>
            <a:solidFill>
              <a:srgbClr val="373D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181">
              <a:extLst>
                <a:ext uri="{FF2B5EF4-FFF2-40B4-BE49-F238E27FC236}">
                  <a16:creationId xmlns:a16="http://schemas.microsoft.com/office/drawing/2014/main" xmlns="" id="{5579F719-BED4-4738-ABCA-48A4311880F7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Rectangle 182">
              <a:extLst>
                <a:ext uri="{FF2B5EF4-FFF2-40B4-BE49-F238E27FC236}">
                  <a16:creationId xmlns:a16="http://schemas.microsoft.com/office/drawing/2014/main" xmlns="" id="{86EA70A5-FAAF-41F2-A551-65F490A76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1588" cy="1588"/>
            </a:xfrm>
            <a:prstGeom prst="rect">
              <a:avLst/>
            </a:pr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Freeform 183">
              <a:extLst>
                <a:ext uri="{FF2B5EF4-FFF2-40B4-BE49-F238E27FC236}">
                  <a16:creationId xmlns:a16="http://schemas.microsoft.com/office/drawing/2014/main" xmlns="" id="{1AD9D5C3-FC81-4BEA-8F62-36932FCF3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186">
              <a:extLst>
                <a:ext uri="{FF2B5EF4-FFF2-40B4-BE49-F238E27FC236}">
                  <a16:creationId xmlns:a16="http://schemas.microsoft.com/office/drawing/2014/main" xmlns="" id="{36294BE5-D9C4-4EAB-BE9B-E8FF7D3BF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9401" y="3365500"/>
              <a:ext cx="792163" cy="957263"/>
            </a:xfrm>
            <a:custGeom>
              <a:avLst/>
              <a:gdLst>
                <a:gd name="T0" fmla="*/ 4 w 240"/>
                <a:gd name="T1" fmla="*/ 0 h 290"/>
                <a:gd name="T2" fmla="*/ 0 w 240"/>
                <a:gd name="T3" fmla="*/ 1 h 290"/>
                <a:gd name="T4" fmla="*/ 0 w 240"/>
                <a:gd name="T5" fmla="*/ 1 h 290"/>
                <a:gd name="T6" fmla="*/ 0 w 240"/>
                <a:gd name="T7" fmla="*/ 1 h 290"/>
                <a:gd name="T8" fmla="*/ 0 w 240"/>
                <a:gd name="T9" fmla="*/ 1 h 290"/>
                <a:gd name="T10" fmla="*/ 0 w 240"/>
                <a:gd name="T11" fmla="*/ 1 h 290"/>
                <a:gd name="T12" fmla="*/ 1 w 240"/>
                <a:gd name="T13" fmla="*/ 1 h 290"/>
                <a:gd name="T14" fmla="*/ 5 w 240"/>
                <a:gd name="T15" fmla="*/ 3 h 290"/>
                <a:gd name="T16" fmla="*/ 5 w 240"/>
                <a:gd name="T17" fmla="*/ 3 h 290"/>
                <a:gd name="T18" fmla="*/ 226 w 240"/>
                <a:gd name="T19" fmla="*/ 130 h 290"/>
                <a:gd name="T20" fmla="*/ 236 w 240"/>
                <a:gd name="T21" fmla="*/ 149 h 290"/>
                <a:gd name="T22" fmla="*/ 236 w 240"/>
                <a:gd name="T23" fmla="*/ 284 h 290"/>
                <a:gd name="T24" fmla="*/ 236 w 240"/>
                <a:gd name="T25" fmla="*/ 284 h 290"/>
                <a:gd name="T26" fmla="*/ 236 w 240"/>
                <a:gd name="T27" fmla="*/ 284 h 290"/>
                <a:gd name="T28" fmla="*/ 236 w 240"/>
                <a:gd name="T29" fmla="*/ 284 h 290"/>
                <a:gd name="T30" fmla="*/ 236 w 240"/>
                <a:gd name="T31" fmla="*/ 284 h 290"/>
                <a:gd name="T32" fmla="*/ 236 w 240"/>
                <a:gd name="T33" fmla="*/ 284 h 290"/>
                <a:gd name="T34" fmla="*/ 236 w 240"/>
                <a:gd name="T35" fmla="*/ 284 h 290"/>
                <a:gd name="T36" fmla="*/ 236 w 240"/>
                <a:gd name="T37" fmla="*/ 284 h 290"/>
                <a:gd name="T38" fmla="*/ 236 w 240"/>
                <a:gd name="T39" fmla="*/ 284 h 290"/>
                <a:gd name="T40" fmla="*/ 236 w 240"/>
                <a:gd name="T41" fmla="*/ 284 h 290"/>
                <a:gd name="T42" fmla="*/ 234 w 240"/>
                <a:gd name="T43" fmla="*/ 290 h 290"/>
                <a:gd name="T44" fmla="*/ 235 w 240"/>
                <a:gd name="T45" fmla="*/ 290 h 290"/>
                <a:gd name="T46" fmla="*/ 237 w 240"/>
                <a:gd name="T47" fmla="*/ 288 h 290"/>
                <a:gd name="T48" fmla="*/ 237 w 240"/>
                <a:gd name="T49" fmla="*/ 288 h 290"/>
                <a:gd name="T50" fmla="*/ 237 w 240"/>
                <a:gd name="T51" fmla="*/ 288 h 290"/>
                <a:gd name="T52" fmla="*/ 237 w 240"/>
                <a:gd name="T53" fmla="*/ 288 h 290"/>
                <a:gd name="T54" fmla="*/ 239 w 240"/>
                <a:gd name="T55" fmla="*/ 287 h 290"/>
                <a:gd name="T56" fmla="*/ 240 w 240"/>
                <a:gd name="T57" fmla="*/ 282 h 290"/>
                <a:gd name="T58" fmla="*/ 240 w 240"/>
                <a:gd name="T59" fmla="*/ 147 h 290"/>
                <a:gd name="T60" fmla="*/ 229 w 240"/>
                <a:gd name="T61" fmla="*/ 128 h 290"/>
                <a:gd name="T62" fmla="*/ 9 w 240"/>
                <a:gd name="T63" fmla="*/ 1 h 290"/>
                <a:gd name="T64" fmla="*/ 4 w 240"/>
                <a:gd name="T65" fmla="*/ 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" h="290">
                  <a:moveTo>
                    <a:pt x="4" y="0"/>
                  </a:moveTo>
                  <a:cubicBezTo>
                    <a:pt x="3" y="0"/>
                    <a:pt x="1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2" y="1"/>
                    <a:pt x="4" y="2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226" y="130"/>
                    <a:pt x="226" y="130"/>
                    <a:pt x="226" y="130"/>
                  </a:cubicBezTo>
                  <a:cubicBezTo>
                    <a:pt x="232" y="133"/>
                    <a:pt x="236" y="142"/>
                    <a:pt x="236" y="149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7"/>
                    <a:pt x="236" y="289"/>
                    <a:pt x="234" y="290"/>
                  </a:cubicBezTo>
                  <a:cubicBezTo>
                    <a:pt x="235" y="290"/>
                    <a:pt x="235" y="290"/>
                    <a:pt x="235" y="290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8" y="288"/>
                    <a:pt x="239" y="288"/>
                    <a:pt x="239" y="287"/>
                  </a:cubicBezTo>
                  <a:cubicBezTo>
                    <a:pt x="240" y="286"/>
                    <a:pt x="240" y="284"/>
                    <a:pt x="240" y="282"/>
                  </a:cubicBezTo>
                  <a:cubicBezTo>
                    <a:pt x="240" y="147"/>
                    <a:pt x="240" y="147"/>
                    <a:pt x="240" y="147"/>
                  </a:cubicBezTo>
                  <a:cubicBezTo>
                    <a:pt x="240" y="140"/>
                    <a:pt x="235" y="132"/>
                    <a:pt x="229" y="12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0"/>
                    <a:pt x="6" y="0"/>
                    <a:pt x="4" y="0"/>
                  </a:cubicBezTo>
                </a:path>
              </a:pathLst>
            </a:custGeom>
            <a:solidFill>
              <a:srgbClr val="333D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Freeform 187">
              <a:extLst>
                <a:ext uri="{FF2B5EF4-FFF2-40B4-BE49-F238E27FC236}">
                  <a16:creationId xmlns:a16="http://schemas.microsoft.com/office/drawing/2014/main" xmlns="" id="{CA21D5A8-FBA6-418E-8DC7-8B926B9B0B04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779463" cy="952500"/>
            </a:xfrm>
            <a:custGeom>
              <a:avLst/>
              <a:gdLst>
                <a:gd name="T0" fmla="*/ 236 w 236"/>
                <a:gd name="T1" fmla="*/ 283 h 289"/>
                <a:gd name="T2" fmla="*/ 234 w 236"/>
                <a:gd name="T3" fmla="*/ 289 h 289"/>
                <a:gd name="T4" fmla="*/ 234 w 236"/>
                <a:gd name="T5" fmla="*/ 289 h 289"/>
                <a:gd name="T6" fmla="*/ 236 w 236"/>
                <a:gd name="T7" fmla="*/ 283 h 289"/>
                <a:gd name="T8" fmla="*/ 236 w 236"/>
                <a:gd name="T9" fmla="*/ 283 h 289"/>
                <a:gd name="T10" fmla="*/ 236 w 236"/>
                <a:gd name="T11" fmla="*/ 283 h 289"/>
                <a:gd name="T12" fmla="*/ 236 w 236"/>
                <a:gd name="T13" fmla="*/ 283 h 289"/>
                <a:gd name="T14" fmla="*/ 236 w 236"/>
                <a:gd name="T15" fmla="*/ 283 h 289"/>
                <a:gd name="T16" fmla="*/ 236 w 236"/>
                <a:gd name="T17" fmla="*/ 283 h 289"/>
                <a:gd name="T18" fmla="*/ 236 w 236"/>
                <a:gd name="T19" fmla="*/ 283 h 289"/>
                <a:gd name="T20" fmla="*/ 236 w 236"/>
                <a:gd name="T21" fmla="*/ 283 h 289"/>
                <a:gd name="T22" fmla="*/ 236 w 236"/>
                <a:gd name="T23" fmla="*/ 283 h 289"/>
                <a:gd name="T24" fmla="*/ 236 w 236"/>
                <a:gd name="T25" fmla="*/ 283 h 289"/>
                <a:gd name="T26" fmla="*/ 236 w 236"/>
                <a:gd name="T27" fmla="*/ 283 h 289"/>
                <a:gd name="T28" fmla="*/ 236 w 236"/>
                <a:gd name="T29" fmla="*/ 283 h 289"/>
                <a:gd name="T30" fmla="*/ 236 w 236"/>
                <a:gd name="T31" fmla="*/ 283 h 289"/>
                <a:gd name="T32" fmla="*/ 0 w 236"/>
                <a:gd name="T33" fmla="*/ 0 h 289"/>
                <a:gd name="T34" fmla="*/ 0 w 236"/>
                <a:gd name="T35" fmla="*/ 0 h 289"/>
                <a:gd name="T36" fmla="*/ 0 w 236"/>
                <a:gd name="T37" fmla="*/ 0 h 289"/>
                <a:gd name="T38" fmla="*/ 0 w 236"/>
                <a:gd name="T39" fmla="*/ 0 h 289"/>
                <a:gd name="T40" fmla="*/ 0 w 236"/>
                <a:gd name="T41" fmla="*/ 0 h 289"/>
                <a:gd name="T42" fmla="*/ 0 w 236"/>
                <a:gd name="T43" fmla="*/ 0 h 289"/>
                <a:gd name="T44" fmla="*/ 0 w 236"/>
                <a:gd name="T45" fmla="*/ 0 h 289"/>
                <a:gd name="T46" fmla="*/ 1 w 236"/>
                <a:gd name="T47" fmla="*/ 0 h 289"/>
                <a:gd name="T48" fmla="*/ 0 w 236"/>
                <a:gd name="T49" fmla="*/ 0 h 289"/>
                <a:gd name="T50" fmla="*/ 1 w 236"/>
                <a:gd name="T51" fmla="*/ 0 h 289"/>
                <a:gd name="T52" fmla="*/ 5 w 236"/>
                <a:gd name="T53" fmla="*/ 2 h 289"/>
                <a:gd name="T54" fmla="*/ 1 w 236"/>
                <a:gd name="T5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36" h="289">
                  <a:moveTo>
                    <a:pt x="236" y="283"/>
                  </a:moveTo>
                  <a:cubicBezTo>
                    <a:pt x="236" y="286"/>
                    <a:pt x="236" y="288"/>
                    <a:pt x="234" y="289"/>
                  </a:cubicBezTo>
                  <a:cubicBezTo>
                    <a:pt x="234" y="289"/>
                    <a:pt x="234" y="289"/>
                    <a:pt x="234" y="289"/>
                  </a:cubicBezTo>
                  <a:cubicBezTo>
                    <a:pt x="236" y="288"/>
                    <a:pt x="236" y="286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4" y="1"/>
                    <a:pt x="5" y="2"/>
                  </a:cubicBezTo>
                  <a:cubicBezTo>
                    <a:pt x="4" y="1"/>
                    <a:pt x="2" y="0"/>
                    <a:pt x="1" y="0"/>
                  </a:cubicBezTo>
                </a:path>
              </a:pathLst>
            </a:custGeom>
            <a:solidFill>
              <a:srgbClr val="333B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209">
              <a:extLst>
                <a:ext uri="{FF2B5EF4-FFF2-40B4-BE49-F238E27FC236}">
                  <a16:creationId xmlns:a16="http://schemas.microsoft.com/office/drawing/2014/main" xmlns="" id="{BE8E7A51-1B94-46EA-ACEA-4B178E9EE24B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934076" y="3379788"/>
              <a:ext cx="12700" cy="22225"/>
            </a:xfrm>
            <a:custGeom>
              <a:avLst/>
              <a:gdLst>
                <a:gd name="T0" fmla="*/ 3 w 4"/>
                <a:gd name="T1" fmla="*/ 0 h 7"/>
                <a:gd name="T2" fmla="*/ 0 w 4"/>
                <a:gd name="T3" fmla="*/ 7 h 7"/>
                <a:gd name="T4" fmla="*/ 1 w 4"/>
                <a:gd name="T5" fmla="*/ 6 h 7"/>
                <a:gd name="T6" fmla="*/ 3 w 4"/>
                <a:gd name="T7" fmla="*/ 0 h 7"/>
                <a:gd name="T8" fmla="*/ 4 w 4"/>
                <a:gd name="T9" fmla="*/ 0 h 7"/>
                <a:gd name="T10" fmla="*/ 3 w 4"/>
                <a:gd name="T11" fmla="*/ 0 h 7"/>
                <a:gd name="T12" fmla="*/ 4 w 4"/>
                <a:gd name="T13" fmla="*/ 0 h 7"/>
                <a:gd name="T14" fmla="*/ 4 w 4"/>
                <a:gd name="T15" fmla="*/ 0 h 7"/>
                <a:gd name="T16" fmla="*/ 4 w 4"/>
                <a:gd name="T17" fmla="*/ 0 h 7"/>
                <a:gd name="T18" fmla="*/ 4 w 4"/>
                <a:gd name="T19" fmla="*/ 0 h 7"/>
                <a:gd name="T20" fmla="*/ 4 w 4"/>
                <a:gd name="T21" fmla="*/ 0 h 7"/>
                <a:gd name="T22" fmla="*/ 4 w 4"/>
                <a:gd name="T23" fmla="*/ 0 h 7"/>
                <a:gd name="T24" fmla="*/ 4 w 4"/>
                <a:gd name="T25" fmla="*/ 0 h 7"/>
                <a:gd name="T26" fmla="*/ 4 w 4"/>
                <a:gd name="T27" fmla="*/ 0 h 7"/>
                <a:gd name="T28" fmla="*/ 4 w 4"/>
                <a:gd name="T29" fmla="*/ 0 h 7"/>
                <a:gd name="T30" fmla="*/ 4 w 4"/>
                <a:gd name="T3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" h="7">
                  <a:moveTo>
                    <a:pt x="3" y="0"/>
                  </a:moveTo>
                  <a:cubicBezTo>
                    <a:pt x="3" y="3"/>
                    <a:pt x="2" y="6"/>
                    <a:pt x="0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3"/>
                    <a:pt x="3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3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6" name="Freeform 168">
            <a:extLst>
              <a:ext uri="{FF2B5EF4-FFF2-40B4-BE49-F238E27FC236}">
                <a16:creationId xmlns:a16="http://schemas.microsoft.com/office/drawing/2014/main" xmlns="" id="{8BD3E2AD-B03D-4FDE-83C2-16AA9BF21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276475"/>
            <a:ext cx="1036637" cy="1220788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" name="Freeform 169">
            <a:extLst>
              <a:ext uri="{FF2B5EF4-FFF2-40B4-BE49-F238E27FC236}">
                <a16:creationId xmlns:a16="http://schemas.microsoft.com/office/drawing/2014/main" xmlns="" id="{67ED112B-E648-428C-8FF4-12B3CC9B554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0838" y="2276475"/>
            <a:ext cx="1036637" cy="1220788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" name="Freeform 170">
            <a:extLst>
              <a:ext uri="{FF2B5EF4-FFF2-40B4-BE49-F238E27FC236}">
                <a16:creationId xmlns:a16="http://schemas.microsoft.com/office/drawing/2014/main" xmlns="" id="{FEA53336-BAF1-480B-A7FB-594F99D60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8138" y="2300288"/>
            <a:ext cx="989012" cy="1209675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Freeform 171">
            <a:extLst>
              <a:ext uri="{FF2B5EF4-FFF2-40B4-BE49-F238E27FC236}">
                <a16:creationId xmlns:a16="http://schemas.microsoft.com/office/drawing/2014/main" xmlns="" id="{3ECB9440-F5F1-4174-ACC8-4212F5F4FF0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8775" y="23098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Freeform 175">
            <a:extLst>
              <a:ext uri="{FF2B5EF4-FFF2-40B4-BE49-F238E27FC236}">
                <a16:creationId xmlns:a16="http://schemas.microsoft.com/office/drawing/2014/main" xmlns="" id="{F133A2C5-3374-497A-8DAE-8E9B4405E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5438" y="2319338"/>
            <a:ext cx="976312" cy="1184275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Freeform 178">
            <a:extLst>
              <a:ext uri="{FF2B5EF4-FFF2-40B4-BE49-F238E27FC236}">
                <a16:creationId xmlns:a16="http://schemas.microsoft.com/office/drawing/2014/main" xmlns="" id="{5CB13AD1-93F1-48BF-8F17-5EB3AE38F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09813"/>
            <a:ext cx="3175" cy="4762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" name="Freeform 179">
            <a:extLst>
              <a:ext uri="{FF2B5EF4-FFF2-40B4-BE49-F238E27FC236}">
                <a16:creationId xmlns:a16="http://schemas.microsoft.com/office/drawing/2014/main" xmlns="" id="{B542772D-790A-4084-8152-4D470C6CF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05050"/>
            <a:ext cx="17462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" name="Freeform 180">
            <a:extLst>
              <a:ext uri="{FF2B5EF4-FFF2-40B4-BE49-F238E27FC236}">
                <a16:creationId xmlns:a16="http://schemas.microsoft.com/office/drawing/2014/main" xmlns="" id="{07638C50-1674-4D53-9F8A-2068BD384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00288"/>
            <a:ext cx="995362" cy="1181100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" name="Freeform 181">
            <a:extLst>
              <a:ext uri="{FF2B5EF4-FFF2-40B4-BE49-F238E27FC236}">
                <a16:creationId xmlns:a16="http://schemas.microsoft.com/office/drawing/2014/main" xmlns="" id="{AD7E9935-1058-4CBB-9CC0-9FC49B000E0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8775" y="23098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" name="Rectangle 182">
            <a:extLst>
              <a:ext uri="{FF2B5EF4-FFF2-40B4-BE49-F238E27FC236}">
                <a16:creationId xmlns:a16="http://schemas.microsoft.com/office/drawing/2014/main" xmlns="" id="{35CF0C0D-BD1C-4F0C-8A49-508DC077A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14575"/>
            <a:ext cx="1587" cy="1588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" name="Freeform 183">
            <a:extLst>
              <a:ext uri="{FF2B5EF4-FFF2-40B4-BE49-F238E27FC236}">
                <a16:creationId xmlns:a16="http://schemas.microsoft.com/office/drawing/2014/main" xmlns="" id="{5092FAE1-A83A-48AD-B078-4A5847376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145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" name="Freeform 186">
            <a:extLst>
              <a:ext uri="{FF2B5EF4-FFF2-40B4-BE49-F238E27FC236}">
                <a16:creationId xmlns:a16="http://schemas.microsoft.com/office/drawing/2014/main" xmlns="" id="{2FE2FBF3-8C57-434A-8D44-A919843F2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8775" y="2305050"/>
            <a:ext cx="984250" cy="1189038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" name="Freeform 187">
            <a:extLst>
              <a:ext uri="{FF2B5EF4-FFF2-40B4-BE49-F238E27FC236}">
                <a16:creationId xmlns:a16="http://schemas.microsoft.com/office/drawing/2014/main" xmlns="" id="{2C6B7A3C-415D-4C97-BC34-CF95A4F8A1B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8775" y="2309813"/>
            <a:ext cx="968375" cy="1184275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" name="Freeform 209">
            <a:extLst>
              <a:ext uri="{FF2B5EF4-FFF2-40B4-BE49-F238E27FC236}">
                <a16:creationId xmlns:a16="http://schemas.microsoft.com/office/drawing/2014/main" xmlns="" id="{D44F4783-C5E3-43E6-8287-BBFE6E41C05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691563" y="2322513"/>
            <a:ext cx="15875" cy="26987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" name="increasing-stocks-graphic_38888">
            <a:extLst>
              <a:ext uri="{FF2B5EF4-FFF2-40B4-BE49-F238E27FC236}">
                <a16:creationId xmlns:a16="http://schemas.microsoft.com/office/drawing/2014/main" xmlns="" id="{D8C230C7-6C52-4527-98C1-B1C8AA3BB9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9758363" y="3179763"/>
            <a:ext cx="315912" cy="311150"/>
          </a:xfrm>
          <a:custGeom>
            <a:avLst/>
            <a:gdLst>
              <a:gd name="T0" fmla="*/ 269730 w 593397"/>
              <a:gd name="T1" fmla="*/ 48345 h 586586"/>
              <a:gd name="T2" fmla="*/ 269730 w 593397"/>
              <a:gd name="T3" fmla="*/ 329207 h 586586"/>
              <a:gd name="T4" fmla="*/ 518251 w 593397"/>
              <a:gd name="T5" fmla="*/ 421753 h 586586"/>
              <a:gd name="T6" fmla="*/ 269730 w 593397"/>
              <a:gd name="T7" fmla="*/ 586586 h 586586"/>
              <a:gd name="T8" fmla="*/ 0 w 593397"/>
              <a:gd name="T9" fmla="*/ 317696 h 586586"/>
              <a:gd name="T10" fmla="*/ 269730 w 593397"/>
              <a:gd name="T11" fmla="*/ 48345 h 586586"/>
              <a:gd name="T12" fmla="*/ 323685 w 593397"/>
              <a:gd name="T13" fmla="*/ 0 h 586586"/>
              <a:gd name="T14" fmla="*/ 593397 w 593397"/>
              <a:gd name="T15" fmla="*/ 269372 h 586586"/>
              <a:gd name="T16" fmla="*/ 572189 w 593397"/>
              <a:gd name="T17" fmla="*/ 373437 h 586586"/>
              <a:gd name="T18" fmla="*/ 323685 w 593397"/>
              <a:gd name="T19" fmla="*/ 280884 h 586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93397" h="586586">
                <a:moveTo>
                  <a:pt x="269730" y="48345"/>
                </a:moveTo>
                <a:lnTo>
                  <a:pt x="269730" y="329207"/>
                </a:lnTo>
                <a:lnTo>
                  <a:pt x="518251" y="421753"/>
                </a:lnTo>
                <a:cubicBezTo>
                  <a:pt x="477215" y="518903"/>
                  <a:pt x="381311" y="586586"/>
                  <a:pt x="269730" y="586586"/>
                </a:cubicBezTo>
                <a:cubicBezTo>
                  <a:pt x="120802" y="586586"/>
                  <a:pt x="0" y="466414"/>
                  <a:pt x="0" y="317696"/>
                </a:cubicBezTo>
                <a:cubicBezTo>
                  <a:pt x="0" y="168977"/>
                  <a:pt x="120802" y="48345"/>
                  <a:pt x="269730" y="48345"/>
                </a:cubicBezTo>
                <a:close/>
                <a:moveTo>
                  <a:pt x="323685" y="0"/>
                </a:moveTo>
                <a:cubicBezTo>
                  <a:pt x="472603" y="0"/>
                  <a:pt x="593397" y="120642"/>
                  <a:pt x="593397" y="269372"/>
                </a:cubicBezTo>
                <a:cubicBezTo>
                  <a:pt x="593397" y="306209"/>
                  <a:pt x="585559" y="341665"/>
                  <a:pt x="572189" y="373437"/>
                </a:cubicBezTo>
                <a:lnTo>
                  <a:pt x="323685" y="280884"/>
                </a:lnTo>
                <a:close/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" name="Freeform 175">
            <a:extLst>
              <a:ext uri="{FF2B5EF4-FFF2-40B4-BE49-F238E27FC236}">
                <a16:creationId xmlns:a16="http://schemas.microsoft.com/office/drawing/2014/main" xmlns="" id="{F4725360-A1ED-44FC-8D4E-5B008C3C55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69300" y="3846513"/>
            <a:ext cx="544513" cy="377825"/>
          </a:xfrm>
          <a:custGeom>
            <a:avLst/>
            <a:gdLst>
              <a:gd name="T0" fmla="*/ 10425 w 11337"/>
              <a:gd name="T1" fmla="*/ 5220 h 8840"/>
              <a:gd name="T2" fmla="*/ 10284 w 11337"/>
              <a:gd name="T3" fmla="*/ 5233 h 8840"/>
              <a:gd name="T4" fmla="*/ 8287 w 11337"/>
              <a:gd name="T5" fmla="*/ 2042 h 8840"/>
              <a:gd name="T6" fmla="*/ 8594 w 11337"/>
              <a:gd name="T7" fmla="*/ 1228 h 8840"/>
              <a:gd name="T8" fmla="*/ 7374 w 11337"/>
              <a:gd name="T9" fmla="*/ 0 h 8840"/>
              <a:gd name="T10" fmla="*/ 6154 w 11337"/>
              <a:gd name="T11" fmla="*/ 1228 h 8840"/>
              <a:gd name="T12" fmla="*/ 6628 w 11337"/>
              <a:gd name="T13" fmla="*/ 2201 h 8840"/>
              <a:gd name="T14" fmla="*/ 4398 w 11337"/>
              <a:gd name="T15" fmla="*/ 6431 h 8840"/>
              <a:gd name="T16" fmla="*/ 4082 w 11337"/>
              <a:gd name="T17" fmla="*/ 6387 h 8840"/>
              <a:gd name="T18" fmla="*/ 3520 w 11337"/>
              <a:gd name="T19" fmla="*/ 6524 h 8840"/>
              <a:gd name="T20" fmla="*/ 1672 w 11337"/>
              <a:gd name="T21" fmla="*/ 4318 h 8840"/>
              <a:gd name="T22" fmla="*/ 1826 w 11337"/>
              <a:gd name="T23" fmla="*/ 3805 h 8840"/>
              <a:gd name="T24" fmla="*/ 913 w 11337"/>
              <a:gd name="T25" fmla="*/ 2886 h 8840"/>
              <a:gd name="T26" fmla="*/ 0 w 11337"/>
              <a:gd name="T27" fmla="*/ 3805 h 8840"/>
              <a:gd name="T28" fmla="*/ 913 w 11337"/>
              <a:gd name="T29" fmla="*/ 4725 h 8840"/>
              <a:gd name="T30" fmla="*/ 1181 w 11337"/>
              <a:gd name="T31" fmla="*/ 4685 h 8840"/>
              <a:gd name="T32" fmla="*/ 3064 w 11337"/>
              <a:gd name="T33" fmla="*/ 6930 h 8840"/>
              <a:gd name="T34" fmla="*/ 2862 w 11337"/>
              <a:gd name="T35" fmla="*/ 7611 h 8840"/>
              <a:gd name="T36" fmla="*/ 4082 w 11337"/>
              <a:gd name="T37" fmla="*/ 8840 h 8840"/>
              <a:gd name="T38" fmla="*/ 5302 w 11337"/>
              <a:gd name="T39" fmla="*/ 7611 h 8840"/>
              <a:gd name="T40" fmla="*/ 4929 w 11337"/>
              <a:gd name="T41" fmla="*/ 6731 h 8840"/>
              <a:gd name="T42" fmla="*/ 7194 w 11337"/>
              <a:gd name="T43" fmla="*/ 2439 h 8840"/>
              <a:gd name="T44" fmla="*/ 7374 w 11337"/>
              <a:gd name="T45" fmla="*/ 2453 h 8840"/>
              <a:gd name="T46" fmla="*/ 7782 w 11337"/>
              <a:gd name="T47" fmla="*/ 2382 h 8840"/>
              <a:gd name="T48" fmla="*/ 9744 w 11337"/>
              <a:gd name="T49" fmla="*/ 5520 h 8840"/>
              <a:gd name="T50" fmla="*/ 9507 w 11337"/>
              <a:gd name="T51" fmla="*/ 6135 h 8840"/>
              <a:gd name="T52" fmla="*/ 10420 w 11337"/>
              <a:gd name="T53" fmla="*/ 7054 h 8840"/>
              <a:gd name="T54" fmla="*/ 11333 w 11337"/>
              <a:gd name="T55" fmla="*/ 6135 h 8840"/>
              <a:gd name="T56" fmla="*/ 10425 w 11337"/>
              <a:gd name="T57" fmla="*/ 5220 h 8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337" h="8840">
                <a:moveTo>
                  <a:pt x="10425" y="5220"/>
                </a:moveTo>
                <a:cubicBezTo>
                  <a:pt x="10377" y="5220"/>
                  <a:pt x="10328" y="5224"/>
                  <a:pt x="10284" y="5233"/>
                </a:cubicBezTo>
                <a:lnTo>
                  <a:pt x="8287" y="2042"/>
                </a:lnTo>
                <a:cubicBezTo>
                  <a:pt x="8485" y="1817"/>
                  <a:pt x="8594" y="1528"/>
                  <a:pt x="8594" y="1228"/>
                </a:cubicBezTo>
                <a:cubicBezTo>
                  <a:pt x="8594" y="552"/>
                  <a:pt x="8050" y="0"/>
                  <a:pt x="7374" y="0"/>
                </a:cubicBezTo>
                <a:cubicBezTo>
                  <a:pt x="6698" y="0"/>
                  <a:pt x="6154" y="548"/>
                  <a:pt x="6154" y="1228"/>
                </a:cubicBezTo>
                <a:cubicBezTo>
                  <a:pt x="6154" y="1626"/>
                  <a:pt x="6343" y="1975"/>
                  <a:pt x="6628" y="2201"/>
                </a:cubicBezTo>
                <a:lnTo>
                  <a:pt x="4398" y="6431"/>
                </a:lnTo>
                <a:cubicBezTo>
                  <a:pt x="4295" y="6403"/>
                  <a:pt x="4189" y="6388"/>
                  <a:pt x="4082" y="6387"/>
                </a:cubicBezTo>
                <a:cubicBezTo>
                  <a:pt x="3880" y="6387"/>
                  <a:pt x="3687" y="6435"/>
                  <a:pt x="3520" y="6524"/>
                </a:cubicBezTo>
                <a:lnTo>
                  <a:pt x="1672" y="4318"/>
                </a:lnTo>
                <a:cubicBezTo>
                  <a:pt x="1769" y="4172"/>
                  <a:pt x="1826" y="3995"/>
                  <a:pt x="1826" y="3805"/>
                </a:cubicBezTo>
                <a:cubicBezTo>
                  <a:pt x="1826" y="3297"/>
                  <a:pt x="1418" y="2886"/>
                  <a:pt x="913" y="2886"/>
                </a:cubicBezTo>
                <a:cubicBezTo>
                  <a:pt x="408" y="2886"/>
                  <a:pt x="0" y="3297"/>
                  <a:pt x="0" y="3805"/>
                </a:cubicBezTo>
                <a:cubicBezTo>
                  <a:pt x="0" y="4314"/>
                  <a:pt x="408" y="4725"/>
                  <a:pt x="913" y="4725"/>
                </a:cubicBezTo>
                <a:cubicBezTo>
                  <a:pt x="1005" y="4725"/>
                  <a:pt x="1097" y="4711"/>
                  <a:pt x="1181" y="4685"/>
                </a:cubicBezTo>
                <a:lnTo>
                  <a:pt x="3064" y="6930"/>
                </a:lnTo>
                <a:cubicBezTo>
                  <a:pt x="2932" y="7132"/>
                  <a:pt x="2861" y="7369"/>
                  <a:pt x="2862" y="7611"/>
                </a:cubicBezTo>
                <a:cubicBezTo>
                  <a:pt x="2862" y="8287"/>
                  <a:pt x="3406" y="8840"/>
                  <a:pt x="4082" y="8840"/>
                </a:cubicBezTo>
                <a:cubicBezTo>
                  <a:pt x="4758" y="8840"/>
                  <a:pt x="5302" y="8292"/>
                  <a:pt x="5302" y="7611"/>
                </a:cubicBezTo>
                <a:cubicBezTo>
                  <a:pt x="5302" y="7266"/>
                  <a:pt x="5157" y="6952"/>
                  <a:pt x="4929" y="6731"/>
                </a:cubicBezTo>
                <a:lnTo>
                  <a:pt x="7194" y="2439"/>
                </a:lnTo>
                <a:cubicBezTo>
                  <a:pt x="7255" y="2448"/>
                  <a:pt x="7313" y="2453"/>
                  <a:pt x="7374" y="2453"/>
                </a:cubicBezTo>
                <a:cubicBezTo>
                  <a:pt x="7514" y="2453"/>
                  <a:pt x="7655" y="2426"/>
                  <a:pt x="7782" y="2382"/>
                </a:cubicBezTo>
                <a:lnTo>
                  <a:pt x="9744" y="5520"/>
                </a:lnTo>
                <a:cubicBezTo>
                  <a:pt x="9593" y="5689"/>
                  <a:pt x="9509" y="5908"/>
                  <a:pt x="9507" y="6135"/>
                </a:cubicBezTo>
                <a:cubicBezTo>
                  <a:pt x="9507" y="6643"/>
                  <a:pt x="9915" y="7054"/>
                  <a:pt x="10420" y="7054"/>
                </a:cubicBezTo>
                <a:cubicBezTo>
                  <a:pt x="10925" y="7054"/>
                  <a:pt x="11333" y="6643"/>
                  <a:pt x="11333" y="6135"/>
                </a:cubicBezTo>
                <a:cubicBezTo>
                  <a:pt x="11337" y="5630"/>
                  <a:pt x="10929" y="5220"/>
                  <a:pt x="10425" y="5220"/>
                </a:cubicBezTo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" name="Freeform 242">
            <a:extLst>
              <a:ext uri="{FF2B5EF4-FFF2-40B4-BE49-F238E27FC236}">
                <a16:creationId xmlns:a16="http://schemas.microsoft.com/office/drawing/2014/main" xmlns="" id="{1353EC8B-61D1-4F8C-BEDB-A596757A5A88}"/>
              </a:ext>
            </a:extLst>
          </p:cNvPr>
          <p:cNvSpPr/>
          <p:nvPr userDrawn="1"/>
        </p:nvSpPr>
        <p:spPr bwMode="auto">
          <a:xfrm>
            <a:off x="8234363" y="2692400"/>
            <a:ext cx="347662" cy="401638"/>
          </a:xfrm>
          <a:custGeom>
            <a:avLst/>
            <a:gdLst>
              <a:gd name="connsiteX0" fmla="*/ 203312 w 490994"/>
              <a:gd name="connsiteY0" fmla="*/ 568333 h 607497"/>
              <a:gd name="connsiteX1" fmla="*/ 287691 w 490994"/>
              <a:gd name="connsiteY1" fmla="*/ 568333 h 607497"/>
              <a:gd name="connsiteX2" fmla="*/ 307242 w 490994"/>
              <a:gd name="connsiteY2" fmla="*/ 587955 h 607497"/>
              <a:gd name="connsiteX3" fmla="*/ 287691 w 490994"/>
              <a:gd name="connsiteY3" fmla="*/ 607497 h 607497"/>
              <a:gd name="connsiteX4" fmla="*/ 203312 w 490994"/>
              <a:gd name="connsiteY4" fmla="*/ 607497 h 607497"/>
              <a:gd name="connsiteX5" fmla="*/ 183682 w 490994"/>
              <a:gd name="connsiteY5" fmla="*/ 587955 h 607497"/>
              <a:gd name="connsiteX6" fmla="*/ 203312 w 490994"/>
              <a:gd name="connsiteY6" fmla="*/ 568333 h 607497"/>
              <a:gd name="connsiteX7" fmla="*/ 186520 w 490994"/>
              <a:gd name="connsiteY7" fmla="*/ 510187 h 607497"/>
              <a:gd name="connsiteX8" fmla="*/ 304395 w 490994"/>
              <a:gd name="connsiteY8" fmla="*/ 510187 h 607497"/>
              <a:gd name="connsiteX9" fmla="*/ 324107 w 490994"/>
              <a:gd name="connsiteY9" fmla="*/ 529804 h 607497"/>
              <a:gd name="connsiteX10" fmla="*/ 304395 w 490994"/>
              <a:gd name="connsiteY10" fmla="*/ 549421 h 607497"/>
              <a:gd name="connsiteX11" fmla="*/ 186520 w 490994"/>
              <a:gd name="connsiteY11" fmla="*/ 549421 h 607497"/>
              <a:gd name="connsiteX12" fmla="*/ 166887 w 490994"/>
              <a:gd name="connsiteY12" fmla="*/ 529804 h 607497"/>
              <a:gd name="connsiteX13" fmla="*/ 186520 w 490994"/>
              <a:gd name="connsiteY13" fmla="*/ 510187 h 607497"/>
              <a:gd name="connsiteX14" fmla="*/ 62837 w 490994"/>
              <a:gd name="connsiteY14" fmla="*/ 319449 h 607497"/>
              <a:gd name="connsiteX15" fmla="*/ 79611 w 490994"/>
              <a:gd name="connsiteY15" fmla="*/ 330831 h 607497"/>
              <a:gd name="connsiteX16" fmla="*/ 87445 w 490994"/>
              <a:gd name="connsiteY16" fmla="*/ 348457 h 607497"/>
              <a:gd name="connsiteX17" fmla="*/ 79137 w 490994"/>
              <a:gd name="connsiteY17" fmla="*/ 374856 h 607497"/>
              <a:gd name="connsiteX18" fmla="*/ 64498 w 490994"/>
              <a:gd name="connsiteY18" fmla="*/ 383314 h 607497"/>
              <a:gd name="connsiteX19" fmla="*/ 54687 w 490994"/>
              <a:gd name="connsiteY19" fmla="*/ 385922 h 607497"/>
              <a:gd name="connsiteX20" fmla="*/ 37675 w 490994"/>
              <a:gd name="connsiteY20" fmla="*/ 376121 h 607497"/>
              <a:gd name="connsiteX21" fmla="*/ 28021 w 490994"/>
              <a:gd name="connsiteY21" fmla="*/ 359285 h 607497"/>
              <a:gd name="connsiteX22" fmla="*/ 26043 w 490994"/>
              <a:gd name="connsiteY22" fmla="*/ 344426 h 607497"/>
              <a:gd name="connsiteX23" fmla="*/ 35222 w 490994"/>
              <a:gd name="connsiteY23" fmla="*/ 332491 h 607497"/>
              <a:gd name="connsiteX24" fmla="*/ 53500 w 490994"/>
              <a:gd name="connsiteY24" fmla="*/ 321978 h 607497"/>
              <a:gd name="connsiteX25" fmla="*/ 62837 w 490994"/>
              <a:gd name="connsiteY25" fmla="*/ 319449 h 607497"/>
              <a:gd name="connsiteX26" fmla="*/ 427899 w 490994"/>
              <a:gd name="connsiteY26" fmla="*/ 319379 h 607497"/>
              <a:gd name="connsiteX27" fmla="*/ 437320 w 490994"/>
              <a:gd name="connsiteY27" fmla="*/ 321908 h 607497"/>
              <a:gd name="connsiteX28" fmla="*/ 455767 w 490994"/>
              <a:gd name="connsiteY28" fmla="*/ 332498 h 607497"/>
              <a:gd name="connsiteX29" fmla="*/ 464871 w 490994"/>
              <a:gd name="connsiteY29" fmla="*/ 344431 h 607497"/>
              <a:gd name="connsiteX30" fmla="*/ 462971 w 490994"/>
              <a:gd name="connsiteY30" fmla="*/ 359289 h 607497"/>
              <a:gd name="connsiteX31" fmla="*/ 453233 w 490994"/>
              <a:gd name="connsiteY31" fmla="*/ 376122 h 607497"/>
              <a:gd name="connsiteX32" fmla="*/ 436212 w 490994"/>
              <a:gd name="connsiteY32" fmla="*/ 385922 h 607497"/>
              <a:gd name="connsiteX33" fmla="*/ 426395 w 490994"/>
              <a:gd name="connsiteY33" fmla="*/ 383235 h 607497"/>
              <a:gd name="connsiteX34" fmla="*/ 411511 w 490994"/>
              <a:gd name="connsiteY34" fmla="*/ 374700 h 607497"/>
              <a:gd name="connsiteX35" fmla="*/ 403198 w 490994"/>
              <a:gd name="connsiteY35" fmla="*/ 348225 h 607497"/>
              <a:gd name="connsiteX36" fmla="*/ 411115 w 490994"/>
              <a:gd name="connsiteY36" fmla="*/ 330759 h 607497"/>
              <a:gd name="connsiteX37" fmla="*/ 427899 w 490994"/>
              <a:gd name="connsiteY37" fmla="*/ 319379 h 607497"/>
              <a:gd name="connsiteX38" fmla="*/ 19624 w 490994"/>
              <a:gd name="connsiteY38" fmla="*/ 215859 h 607497"/>
              <a:gd name="connsiteX39" fmla="*/ 40990 w 490994"/>
              <a:gd name="connsiteY39" fmla="*/ 215859 h 607497"/>
              <a:gd name="connsiteX40" fmla="*/ 54917 w 490994"/>
              <a:gd name="connsiteY40" fmla="*/ 222024 h 607497"/>
              <a:gd name="connsiteX41" fmla="*/ 59269 w 490994"/>
              <a:gd name="connsiteY41" fmla="*/ 236489 h 607497"/>
              <a:gd name="connsiteX42" fmla="*/ 58636 w 490994"/>
              <a:gd name="connsiteY42" fmla="*/ 245104 h 607497"/>
              <a:gd name="connsiteX43" fmla="*/ 59269 w 490994"/>
              <a:gd name="connsiteY43" fmla="*/ 253719 h 607497"/>
              <a:gd name="connsiteX44" fmla="*/ 54996 w 490994"/>
              <a:gd name="connsiteY44" fmla="*/ 268263 h 607497"/>
              <a:gd name="connsiteX45" fmla="*/ 41069 w 490994"/>
              <a:gd name="connsiteY45" fmla="*/ 274428 h 607497"/>
              <a:gd name="connsiteX46" fmla="*/ 19624 w 490994"/>
              <a:gd name="connsiteY46" fmla="*/ 274428 h 607497"/>
              <a:gd name="connsiteX47" fmla="*/ 0 w 490994"/>
              <a:gd name="connsiteY47" fmla="*/ 254826 h 607497"/>
              <a:gd name="connsiteX48" fmla="*/ 0 w 490994"/>
              <a:gd name="connsiteY48" fmla="*/ 235461 h 607497"/>
              <a:gd name="connsiteX49" fmla="*/ 19624 w 490994"/>
              <a:gd name="connsiteY49" fmla="*/ 215859 h 607497"/>
              <a:gd name="connsiteX50" fmla="*/ 450011 w 490994"/>
              <a:gd name="connsiteY50" fmla="*/ 215789 h 607497"/>
              <a:gd name="connsiteX51" fmla="*/ 471373 w 490994"/>
              <a:gd name="connsiteY51" fmla="*/ 215789 h 607497"/>
              <a:gd name="connsiteX52" fmla="*/ 490994 w 490994"/>
              <a:gd name="connsiteY52" fmla="*/ 235467 h 607497"/>
              <a:gd name="connsiteX53" fmla="*/ 490994 w 490994"/>
              <a:gd name="connsiteY53" fmla="*/ 254830 h 607497"/>
              <a:gd name="connsiteX54" fmla="*/ 471373 w 490994"/>
              <a:gd name="connsiteY54" fmla="*/ 274429 h 607497"/>
              <a:gd name="connsiteX55" fmla="*/ 449931 w 490994"/>
              <a:gd name="connsiteY55" fmla="*/ 274429 h 607497"/>
              <a:gd name="connsiteX56" fmla="*/ 436007 w 490994"/>
              <a:gd name="connsiteY56" fmla="*/ 268265 h 607497"/>
              <a:gd name="connsiteX57" fmla="*/ 431655 w 490994"/>
              <a:gd name="connsiteY57" fmla="*/ 253723 h 607497"/>
              <a:gd name="connsiteX58" fmla="*/ 432367 w 490994"/>
              <a:gd name="connsiteY58" fmla="*/ 245109 h 607497"/>
              <a:gd name="connsiteX59" fmla="*/ 431655 w 490994"/>
              <a:gd name="connsiteY59" fmla="*/ 236495 h 607497"/>
              <a:gd name="connsiteX60" fmla="*/ 436007 w 490994"/>
              <a:gd name="connsiteY60" fmla="*/ 221953 h 607497"/>
              <a:gd name="connsiteX61" fmla="*/ 450011 w 490994"/>
              <a:gd name="connsiteY61" fmla="*/ 215789 h 607497"/>
              <a:gd name="connsiteX62" fmla="*/ 245501 w 490994"/>
              <a:gd name="connsiteY62" fmla="*/ 133735 h 607497"/>
              <a:gd name="connsiteX63" fmla="*/ 137281 w 490994"/>
              <a:gd name="connsiteY63" fmla="*/ 241809 h 607497"/>
              <a:gd name="connsiteX64" fmla="*/ 171639 w 490994"/>
              <a:gd name="connsiteY64" fmla="*/ 338656 h 607497"/>
              <a:gd name="connsiteX65" fmla="*/ 208372 w 490994"/>
              <a:gd name="connsiteY65" fmla="*/ 425858 h 607497"/>
              <a:gd name="connsiteX66" fmla="*/ 211459 w 490994"/>
              <a:gd name="connsiteY66" fmla="*/ 428388 h 607497"/>
              <a:gd name="connsiteX67" fmla="*/ 279305 w 490994"/>
              <a:gd name="connsiteY67" fmla="*/ 428388 h 607497"/>
              <a:gd name="connsiteX68" fmla="*/ 282313 w 490994"/>
              <a:gd name="connsiteY68" fmla="*/ 425858 h 607497"/>
              <a:gd name="connsiteX69" fmla="*/ 319838 w 490994"/>
              <a:gd name="connsiteY69" fmla="*/ 336759 h 607497"/>
              <a:gd name="connsiteX70" fmla="*/ 319918 w 490994"/>
              <a:gd name="connsiteY70" fmla="*/ 336601 h 607497"/>
              <a:gd name="connsiteX71" fmla="*/ 353722 w 490994"/>
              <a:gd name="connsiteY71" fmla="*/ 241809 h 607497"/>
              <a:gd name="connsiteX72" fmla="*/ 245501 w 490994"/>
              <a:gd name="connsiteY72" fmla="*/ 133735 h 607497"/>
              <a:gd name="connsiteX73" fmla="*/ 436205 w 490994"/>
              <a:gd name="connsiteY73" fmla="*/ 104366 h 607497"/>
              <a:gd name="connsiteX74" fmla="*/ 453224 w 490994"/>
              <a:gd name="connsiteY74" fmla="*/ 114168 h 607497"/>
              <a:gd name="connsiteX75" fmla="*/ 462960 w 490994"/>
              <a:gd name="connsiteY75" fmla="*/ 131006 h 607497"/>
              <a:gd name="connsiteX76" fmla="*/ 455757 w 490994"/>
              <a:gd name="connsiteY76" fmla="*/ 157804 h 607497"/>
              <a:gd name="connsiteX77" fmla="*/ 437788 w 490994"/>
              <a:gd name="connsiteY77" fmla="*/ 168159 h 607497"/>
              <a:gd name="connsiteX78" fmla="*/ 428289 w 490994"/>
              <a:gd name="connsiteY78" fmla="*/ 170768 h 607497"/>
              <a:gd name="connsiteX79" fmla="*/ 411349 w 490994"/>
              <a:gd name="connsiteY79" fmla="*/ 160254 h 607497"/>
              <a:gd name="connsiteX80" fmla="*/ 402009 w 490994"/>
              <a:gd name="connsiteY80" fmla="*/ 144365 h 607497"/>
              <a:gd name="connsiteX81" fmla="*/ 399317 w 490994"/>
              <a:gd name="connsiteY81" fmla="*/ 129346 h 607497"/>
              <a:gd name="connsiteX82" fmla="*/ 408262 w 490994"/>
              <a:gd name="connsiteY82" fmla="*/ 117488 h 607497"/>
              <a:gd name="connsiteX83" fmla="*/ 426389 w 490994"/>
              <a:gd name="connsiteY83" fmla="*/ 107054 h 607497"/>
              <a:gd name="connsiteX84" fmla="*/ 436205 w 490994"/>
              <a:gd name="connsiteY84" fmla="*/ 104366 h 607497"/>
              <a:gd name="connsiteX85" fmla="*/ 54676 w 490994"/>
              <a:gd name="connsiteY85" fmla="*/ 104366 h 607497"/>
              <a:gd name="connsiteX86" fmla="*/ 64501 w 490994"/>
              <a:gd name="connsiteY86" fmla="*/ 107054 h 607497"/>
              <a:gd name="connsiteX87" fmla="*/ 82644 w 490994"/>
              <a:gd name="connsiteY87" fmla="*/ 117488 h 607497"/>
              <a:gd name="connsiteX88" fmla="*/ 91596 w 490994"/>
              <a:gd name="connsiteY88" fmla="*/ 129346 h 607497"/>
              <a:gd name="connsiteX89" fmla="*/ 88903 w 490994"/>
              <a:gd name="connsiteY89" fmla="*/ 144365 h 607497"/>
              <a:gd name="connsiteX90" fmla="*/ 79633 w 490994"/>
              <a:gd name="connsiteY90" fmla="*/ 160254 h 607497"/>
              <a:gd name="connsiteX91" fmla="*/ 62678 w 490994"/>
              <a:gd name="connsiteY91" fmla="*/ 170768 h 607497"/>
              <a:gd name="connsiteX92" fmla="*/ 53171 w 490994"/>
              <a:gd name="connsiteY92" fmla="*/ 168159 h 607497"/>
              <a:gd name="connsiteX93" fmla="*/ 35186 w 490994"/>
              <a:gd name="connsiteY93" fmla="*/ 157804 h 607497"/>
              <a:gd name="connsiteX94" fmla="*/ 27977 w 490994"/>
              <a:gd name="connsiteY94" fmla="*/ 131006 h 607497"/>
              <a:gd name="connsiteX95" fmla="*/ 37642 w 490994"/>
              <a:gd name="connsiteY95" fmla="*/ 114168 h 607497"/>
              <a:gd name="connsiteX96" fmla="*/ 54676 w 490994"/>
              <a:gd name="connsiteY96" fmla="*/ 104366 h 607497"/>
              <a:gd name="connsiteX97" fmla="*/ 245501 w 490994"/>
              <a:gd name="connsiteY97" fmla="*/ 75152 h 607497"/>
              <a:gd name="connsiteX98" fmla="*/ 412384 w 490994"/>
              <a:gd name="connsiteY98" fmla="*/ 241809 h 607497"/>
              <a:gd name="connsiteX99" fmla="*/ 372247 w 490994"/>
              <a:gd name="connsiteY99" fmla="*/ 363006 h 607497"/>
              <a:gd name="connsiteX100" fmla="*/ 334168 w 490994"/>
              <a:gd name="connsiteY100" fmla="*/ 468155 h 607497"/>
              <a:gd name="connsiteX101" fmla="*/ 314138 w 490994"/>
              <a:gd name="connsiteY101" fmla="*/ 486971 h 607497"/>
              <a:gd name="connsiteX102" fmla="*/ 176864 w 490994"/>
              <a:gd name="connsiteY102" fmla="*/ 486971 h 607497"/>
              <a:gd name="connsiteX103" fmla="*/ 156755 w 490994"/>
              <a:gd name="connsiteY103" fmla="*/ 468155 h 607497"/>
              <a:gd name="connsiteX104" fmla="*/ 119151 w 490994"/>
              <a:gd name="connsiteY104" fmla="*/ 364825 h 607497"/>
              <a:gd name="connsiteX105" fmla="*/ 78618 w 490994"/>
              <a:gd name="connsiteY105" fmla="*/ 241809 h 607497"/>
              <a:gd name="connsiteX106" fmla="*/ 245501 w 490994"/>
              <a:gd name="connsiteY106" fmla="*/ 75152 h 607497"/>
              <a:gd name="connsiteX107" fmla="*/ 350001 w 490994"/>
              <a:gd name="connsiteY107" fmla="*/ 25404 h 607497"/>
              <a:gd name="connsiteX108" fmla="*/ 359812 w 490994"/>
              <a:gd name="connsiteY108" fmla="*/ 28012 h 607497"/>
              <a:gd name="connsiteX109" fmla="*/ 376587 w 490994"/>
              <a:gd name="connsiteY109" fmla="*/ 37731 h 607497"/>
              <a:gd name="connsiteX110" fmla="*/ 383787 w 490994"/>
              <a:gd name="connsiteY110" fmla="*/ 64519 h 607497"/>
              <a:gd name="connsiteX111" fmla="*/ 373343 w 490994"/>
              <a:gd name="connsiteY111" fmla="*/ 82536 h 607497"/>
              <a:gd name="connsiteX112" fmla="*/ 357043 w 490994"/>
              <a:gd name="connsiteY112" fmla="*/ 92018 h 607497"/>
              <a:gd name="connsiteX113" fmla="*/ 346440 w 490994"/>
              <a:gd name="connsiteY113" fmla="*/ 88857 h 607497"/>
              <a:gd name="connsiteX114" fmla="*/ 330536 w 490994"/>
              <a:gd name="connsiteY114" fmla="*/ 79533 h 607497"/>
              <a:gd name="connsiteX115" fmla="*/ 320803 w 490994"/>
              <a:gd name="connsiteY115" fmla="*/ 67917 h 607497"/>
              <a:gd name="connsiteX116" fmla="*/ 322623 w 490994"/>
              <a:gd name="connsiteY116" fmla="*/ 53219 h 607497"/>
              <a:gd name="connsiteX117" fmla="*/ 332989 w 490994"/>
              <a:gd name="connsiteY117" fmla="*/ 35202 h 607497"/>
              <a:gd name="connsiteX118" fmla="*/ 350001 w 490994"/>
              <a:gd name="connsiteY118" fmla="*/ 25404 h 607497"/>
              <a:gd name="connsiteX119" fmla="*/ 140881 w 490994"/>
              <a:gd name="connsiteY119" fmla="*/ 25404 h 607497"/>
              <a:gd name="connsiteX120" fmla="*/ 157911 w 490994"/>
              <a:gd name="connsiteY120" fmla="*/ 35202 h 607497"/>
              <a:gd name="connsiteX121" fmla="*/ 168367 w 490994"/>
              <a:gd name="connsiteY121" fmla="*/ 53219 h 607497"/>
              <a:gd name="connsiteX122" fmla="*/ 170189 w 490994"/>
              <a:gd name="connsiteY122" fmla="*/ 67917 h 607497"/>
              <a:gd name="connsiteX123" fmla="*/ 160367 w 490994"/>
              <a:gd name="connsiteY123" fmla="*/ 79533 h 607497"/>
              <a:gd name="connsiteX124" fmla="*/ 144446 w 490994"/>
              <a:gd name="connsiteY124" fmla="*/ 88857 h 607497"/>
              <a:gd name="connsiteX125" fmla="*/ 133831 w 490994"/>
              <a:gd name="connsiteY125" fmla="*/ 92018 h 607497"/>
              <a:gd name="connsiteX126" fmla="*/ 117514 w 490994"/>
              <a:gd name="connsiteY126" fmla="*/ 82615 h 607497"/>
              <a:gd name="connsiteX127" fmla="*/ 107058 w 490994"/>
              <a:gd name="connsiteY127" fmla="*/ 64519 h 607497"/>
              <a:gd name="connsiteX128" fmla="*/ 105078 w 490994"/>
              <a:gd name="connsiteY128" fmla="*/ 49584 h 607497"/>
              <a:gd name="connsiteX129" fmla="*/ 114266 w 490994"/>
              <a:gd name="connsiteY129" fmla="*/ 37731 h 607497"/>
              <a:gd name="connsiteX130" fmla="*/ 131059 w 490994"/>
              <a:gd name="connsiteY130" fmla="*/ 28012 h 607497"/>
              <a:gd name="connsiteX131" fmla="*/ 140881 w 490994"/>
              <a:gd name="connsiteY131" fmla="*/ 25404 h 607497"/>
              <a:gd name="connsiteX132" fmla="*/ 235768 w 490994"/>
              <a:gd name="connsiteY132" fmla="*/ 0 h 607497"/>
              <a:gd name="connsiteX133" fmla="*/ 255156 w 490994"/>
              <a:gd name="connsiteY133" fmla="*/ 0 h 607497"/>
              <a:gd name="connsiteX134" fmla="*/ 274782 w 490994"/>
              <a:gd name="connsiteY134" fmla="*/ 19595 h 607497"/>
              <a:gd name="connsiteX135" fmla="*/ 274782 w 490994"/>
              <a:gd name="connsiteY135" fmla="*/ 40927 h 607497"/>
              <a:gd name="connsiteX136" fmla="*/ 256581 w 490994"/>
              <a:gd name="connsiteY136" fmla="*/ 59416 h 607497"/>
              <a:gd name="connsiteX137" fmla="*/ 254127 w 490994"/>
              <a:gd name="connsiteY137" fmla="*/ 59258 h 607497"/>
              <a:gd name="connsiteX138" fmla="*/ 245502 w 490994"/>
              <a:gd name="connsiteY138" fmla="*/ 58547 h 607497"/>
              <a:gd name="connsiteX139" fmla="*/ 236876 w 490994"/>
              <a:gd name="connsiteY139" fmla="*/ 59258 h 607497"/>
              <a:gd name="connsiteX140" fmla="*/ 234422 w 490994"/>
              <a:gd name="connsiteY140" fmla="*/ 59416 h 607497"/>
              <a:gd name="connsiteX141" fmla="*/ 216142 w 490994"/>
              <a:gd name="connsiteY141" fmla="*/ 40927 h 607497"/>
              <a:gd name="connsiteX142" fmla="*/ 216142 w 490994"/>
              <a:gd name="connsiteY142" fmla="*/ 19595 h 607497"/>
              <a:gd name="connsiteX143" fmla="*/ 235768 w 490994"/>
              <a:gd name="connsiteY143" fmla="*/ 0 h 607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490994" h="607497">
                <a:moveTo>
                  <a:pt x="203312" y="568333"/>
                </a:moveTo>
                <a:lnTo>
                  <a:pt x="287691" y="568333"/>
                </a:lnTo>
                <a:cubicBezTo>
                  <a:pt x="298456" y="568333"/>
                  <a:pt x="307242" y="577115"/>
                  <a:pt x="307242" y="587955"/>
                </a:cubicBezTo>
                <a:cubicBezTo>
                  <a:pt x="307242" y="598794"/>
                  <a:pt x="298456" y="607497"/>
                  <a:pt x="287691" y="607497"/>
                </a:cubicBezTo>
                <a:lnTo>
                  <a:pt x="203312" y="607497"/>
                </a:lnTo>
                <a:cubicBezTo>
                  <a:pt x="192468" y="607497"/>
                  <a:pt x="183682" y="598794"/>
                  <a:pt x="183682" y="587955"/>
                </a:cubicBezTo>
                <a:cubicBezTo>
                  <a:pt x="183682" y="577115"/>
                  <a:pt x="192468" y="568333"/>
                  <a:pt x="203312" y="568333"/>
                </a:cubicBezTo>
                <a:close/>
                <a:moveTo>
                  <a:pt x="186520" y="510187"/>
                </a:moveTo>
                <a:lnTo>
                  <a:pt x="304395" y="510187"/>
                </a:lnTo>
                <a:cubicBezTo>
                  <a:pt x="315320" y="510187"/>
                  <a:pt x="324107" y="518967"/>
                  <a:pt x="324107" y="529804"/>
                </a:cubicBezTo>
                <a:cubicBezTo>
                  <a:pt x="324107" y="540641"/>
                  <a:pt x="315320" y="549421"/>
                  <a:pt x="304395" y="549421"/>
                </a:cubicBezTo>
                <a:lnTo>
                  <a:pt x="186520" y="549421"/>
                </a:lnTo>
                <a:cubicBezTo>
                  <a:pt x="175674" y="549421"/>
                  <a:pt x="166887" y="540641"/>
                  <a:pt x="166887" y="529804"/>
                </a:cubicBezTo>
                <a:cubicBezTo>
                  <a:pt x="166887" y="518967"/>
                  <a:pt x="175674" y="510187"/>
                  <a:pt x="186520" y="510187"/>
                </a:cubicBezTo>
                <a:close/>
                <a:moveTo>
                  <a:pt x="62837" y="319449"/>
                </a:moveTo>
                <a:cubicBezTo>
                  <a:pt x="70116" y="319449"/>
                  <a:pt x="76684" y="323954"/>
                  <a:pt x="79611" y="330831"/>
                </a:cubicBezTo>
                <a:cubicBezTo>
                  <a:pt x="82064" y="336601"/>
                  <a:pt x="84676" y="342529"/>
                  <a:pt x="87445" y="348457"/>
                </a:cubicBezTo>
                <a:cubicBezTo>
                  <a:pt x="91876" y="358021"/>
                  <a:pt x="88236" y="369640"/>
                  <a:pt x="79137" y="374856"/>
                </a:cubicBezTo>
                <a:lnTo>
                  <a:pt x="64498" y="383314"/>
                </a:lnTo>
                <a:cubicBezTo>
                  <a:pt x="61571" y="384974"/>
                  <a:pt x="58168" y="385922"/>
                  <a:pt x="54687" y="385922"/>
                </a:cubicBezTo>
                <a:cubicBezTo>
                  <a:pt x="47724" y="385922"/>
                  <a:pt x="41156" y="382128"/>
                  <a:pt x="37675" y="376121"/>
                </a:cubicBezTo>
                <a:lnTo>
                  <a:pt x="28021" y="359285"/>
                </a:lnTo>
                <a:cubicBezTo>
                  <a:pt x="25410" y="354780"/>
                  <a:pt x="24698" y="349484"/>
                  <a:pt x="26043" y="344426"/>
                </a:cubicBezTo>
                <a:cubicBezTo>
                  <a:pt x="27388" y="339367"/>
                  <a:pt x="30632" y="335099"/>
                  <a:pt x="35222" y="332491"/>
                </a:cubicBezTo>
                <a:lnTo>
                  <a:pt x="53500" y="321978"/>
                </a:lnTo>
                <a:cubicBezTo>
                  <a:pt x="56348" y="320319"/>
                  <a:pt x="59593" y="319449"/>
                  <a:pt x="62837" y="319449"/>
                </a:cubicBezTo>
                <a:close/>
                <a:moveTo>
                  <a:pt x="427899" y="319379"/>
                </a:moveTo>
                <a:cubicBezTo>
                  <a:pt x="431145" y="319379"/>
                  <a:pt x="434391" y="320248"/>
                  <a:pt x="437320" y="321908"/>
                </a:cubicBezTo>
                <a:lnTo>
                  <a:pt x="455767" y="332498"/>
                </a:lnTo>
                <a:cubicBezTo>
                  <a:pt x="460279" y="335106"/>
                  <a:pt x="463525" y="339374"/>
                  <a:pt x="464871" y="344431"/>
                </a:cubicBezTo>
                <a:cubicBezTo>
                  <a:pt x="466296" y="349489"/>
                  <a:pt x="465583" y="354784"/>
                  <a:pt x="462971" y="359289"/>
                </a:cubicBezTo>
                <a:lnTo>
                  <a:pt x="453233" y="376122"/>
                </a:lnTo>
                <a:cubicBezTo>
                  <a:pt x="449750" y="382129"/>
                  <a:pt x="443258" y="385922"/>
                  <a:pt x="436212" y="385922"/>
                </a:cubicBezTo>
                <a:cubicBezTo>
                  <a:pt x="432808" y="385922"/>
                  <a:pt x="429403" y="384974"/>
                  <a:pt x="426395" y="383235"/>
                </a:cubicBezTo>
                <a:lnTo>
                  <a:pt x="411511" y="374700"/>
                </a:lnTo>
                <a:cubicBezTo>
                  <a:pt x="402407" y="369405"/>
                  <a:pt x="398765" y="357787"/>
                  <a:pt x="403198" y="348225"/>
                </a:cubicBezTo>
                <a:cubicBezTo>
                  <a:pt x="405969" y="342456"/>
                  <a:pt x="408582" y="336529"/>
                  <a:pt x="411115" y="330759"/>
                </a:cubicBezTo>
                <a:cubicBezTo>
                  <a:pt x="414045" y="323805"/>
                  <a:pt x="420616" y="319379"/>
                  <a:pt x="427899" y="319379"/>
                </a:cubicBezTo>
                <a:close/>
                <a:moveTo>
                  <a:pt x="19624" y="215859"/>
                </a:moveTo>
                <a:lnTo>
                  <a:pt x="40990" y="215859"/>
                </a:lnTo>
                <a:cubicBezTo>
                  <a:pt x="46371" y="215859"/>
                  <a:pt x="51435" y="218072"/>
                  <a:pt x="54917" y="222024"/>
                </a:cubicBezTo>
                <a:cubicBezTo>
                  <a:pt x="58398" y="225897"/>
                  <a:pt x="59981" y="231193"/>
                  <a:pt x="59269" y="236489"/>
                </a:cubicBezTo>
                <a:cubicBezTo>
                  <a:pt x="58952" y="239097"/>
                  <a:pt x="58636" y="242101"/>
                  <a:pt x="58636" y="245104"/>
                </a:cubicBezTo>
                <a:cubicBezTo>
                  <a:pt x="58636" y="248187"/>
                  <a:pt x="58952" y="251348"/>
                  <a:pt x="59269" y="253719"/>
                </a:cubicBezTo>
                <a:cubicBezTo>
                  <a:pt x="59981" y="259094"/>
                  <a:pt x="58398" y="264390"/>
                  <a:pt x="54996" y="268263"/>
                </a:cubicBezTo>
                <a:cubicBezTo>
                  <a:pt x="51514" y="272136"/>
                  <a:pt x="46450" y="274428"/>
                  <a:pt x="41069" y="274428"/>
                </a:cubicBezTo>
                <a:lnTo>
                  <a:pt x="19624" y="274428"/>
                </a:lnTo>
                <a:cubicBezTo>
                  <a:pt x="8783" y="274428"/>
                  <a:pt x="0" y="265576"/>
                  <a:pt x="0" y="254826"/>
                </a:cubicBezTo>
                <a:lnTo>
                  <a:pt x="0" y="235461"/>
                </a:lnTo>
                <a:cubicBezTo>
                  <a:pt x="0" y="224633"/>
                  <a:pt x="8783" y="215859"/>
                  <a:pt x="19624" y="215859"/>
                </a:cubicBezTo>
                <a:close/>
                <a:moveTo>
                  <a:pt x="450011" y="215789"/>
                </a:moveTo>
                <a:lnTo>
                  <a:pt x="471373" y="215789"/>
                </a:lnTo>
                <a:cubicBezTo>
                  <a:pt x="482133" y="215789"/>
                  <a:pt x="490994" y="224640"/>
                  <a:pt x="490994" y="235467"/>
                </a:cubicBezTo>
                <a:lnTo>
                  <a:pt x="490994" y="254830"/>
                </a:lnTo>
                <a:cubicBezTo>
                  <a:pt x="490994" y="265578"/>
                  <a:pt x="482133" y="274429"/>
                  <a:pt x="471373" y="274429"/>
                </a:cubicBezTo>
                <a:lnTo>
                  <a:pt x="449931" y="274429"/>
                </a:lnTo>
                <a:cubicBezTo>
                  <a:pt x="444472" y="274429"/>
                  <a:pt x="439409" y="272137"/>
                  <a:pt x="436007" y="268265"/>
                </a:cubicBezTo>
                <a:cubicBezTo>
                  <a:pt x="432525" y="264313"/>
                  <a:pt x="430943" y="259018"/>
                  <a:pt x="431655" y="253723"/>
                </a:cubicBezTo>
                <a:cubicBezTo>
                  <a:pt x="431972" y="251352"/>
                  <a:pt x="432367" y="248191"/>
                  <a:pt x="432367" y="245109"/>
                </a:cubicBezTo>
                <a:cubicBezTo>
                  <a:pt x="432367" y="242106"/>
                  <a:pt x="431972" y="239024"/>
                  <a:pt x="431655" y="236495"/>
                </a:cubicBezTo>
                <a:cubicBezTo>
                  <a:pt x="431022" y="231200"/>
                  <a:pt x="432604" y="225905"/>
                  <a:pt x="436007" y="221953"/>
                </a:cubicBezTo>
                <a:cubicBezTo>
                  <a:pt x="439488" y="218081"/>
                  <a:pt x="444551" y="215789"/>
                  <a:pt x="450011" y="215789"/>
                </a:cubicBezTo>
                <a:close/>
                <a:moveTo>
                  <a:pt x="245501" y="133735"/>
                </a:moveTo>
                <a:cubicBezTo>
                  <a:pt x="185810" y="133735"/>
                  <a:pt x="137281" y="182198"/>
                  <a:pt x="137281" y="241809"/>
                </a:cubicBezTo>
                <a:cubicBezTo>
                  <a:pt x="137281" y="269717"/>
                  <a:pt x="153905" y="303159"/>
                  <a:pt x="171639" y="338656"/>
                </a:cubicBezTo>
                <a:cubicBezTo>
                  <a:pt x="185572" y="366564"/>
                  <a:pt x="199901" y="395342"/>
                  <a:pt x="208372" y="425858"/>
                </a:cubicBezTo>
                <a:cubicBezTo>
                  <a:pt x="208768" y="427123"/>
                  <a:pt x="210430" y="428388"/>
                  <a:pt x="211459" y="428388"/>
                </a:cubicBezTo>
                <a:lnTo>
                  <a:pt x="279305" y="428388"/>
                </a:lnTo>
                <a:cubicBezTo>
                  <a:pt x="280255" y="428388"/>
                  <a:pt x="281997" y="427123"/>
                  <a:pt x="282313" y="425858"/>
                </a:cubicBezTo>
                <a:cubicBezTo>
                  <a:pt x="290863" y="394314"/>
                  <a:pt x="305588" y="364983"/>
                  <a:pt x="319838" y="336759"/>
                </a:cubicBezTo>
                <a:lnTo>
                  <a:pt x="319918" y="336601"/>
                </a:lnTo>
                <a:cubicBezTo>
                  <a:pt x="337255" y="301973"/>
                  <a:pt x="353722" y="269321"/>
                  <a:pt x="353722" y="241809"/>
                </a:cubicBezTo>
                <a:cubicBezTo>
                  <a:pt x="353722" y="182198"/>
                  <a:pt x="305113" y="133735"/>
                  <a:pt x="245501" y="133735"/>
                </a:cubicBezTo>
                <a:close/>
                <a:moveTo>
                  <a:pt x="436205" y="104366"/>
                </a:moveTo>
                <a:cubicBezTo>
                  <a:pt x="443250" y="104366"/>
                  <a:pt x="449741" y="108160"/>
                  <a:pt x="453224" y="114168"/>
                </a:cubicBezTo>
                <a:lnTo>
                  <a:pt x="462960" y="131006"/>
                </a:lnTo>
                <a:cubicBezTo>
                  <a:pt x="468343" y="140334"/>
                  <a:pt x="465098" y="152428"/>
                  <a:pt x="455757" y="157804"/>
                </a:cubicBezTo>
                <a:lnTo>
                  <a:pt x="437788" y="168159"/>
                </a:lnTo>
                <a:cubicBezTo>
                  <a:pt x="434859" y="169819"/>
                  <a:pt x="431535" y="170768"/>
                  <a:pt x="428289" y="170768"/>
                </a:cubicBezTo>
                <a:cubicBezTo>
                  <a:pt x="421165" y="170768"/>
                  <a:pt x="414674" y="166737"/>
                  <a:pt x="411349" y="160254"/>
                </a:cubicBezTo>
                <a:cubicBezTo>
                  <a:pt x="408579" y="154879"/>
                  <a:pt x="405413" y="149504"/>
                  <a:pt x="402009" y="144365"/>
                </a:cubicBezTo>
                <a:cubicBezTo>
                  <a:pt x="399080" y="139780"/>
                  <a:pt x="398130" y="134484"/>
                  <a:pt x="399317" y="129346"/>
                </a:cubicBezTo>
                <a:cubicBezTo>
                  <a:pt x="400505" y="124366"/>
                  <a:pt x="403671" y="120097"/>
                  <a:pt x="408262" y="117488"/>
                </a:cubicBezTo>
                <a:lnTo>
                  <a:pt x="426389" y="107054"/>
                </a:lnTo>
                <a:cubicBezTo>
                  <a:pt x="429397" y="105315"/>
                  <a:pt x="432801" y="104366"/>
                  <a:pt x="436205" y="104366"/>
                </a:cubicBezTo>
                <a:close/>
                <a:moveTo>
                  <a:pt x="54676" y="104366"/>
                </a:moveTo>
                <a:cubicBezTo>
                  <a:pt x="58162" y="104366"/>
                  <a:pt x="61569" y="105315"/>
                  <a:pt x="64501" y="107054"/>
                </a:cubicBezTo>
                <a:lnTo>
                  <a:pt x="82644" y="117488"/>
                </a:lnTo>
                <a:cubicBezTo>
                  <a:pt x="87239" y="120097"/>
                  <a:pt x="90408" y="124366"/>
                  <a:pt x="91596" y="129346"/>
                </a:cubicBezTo>
                <a:cubicBezTo>
                  <a:pt x="92864" y="134484"/>
                  <a:pt x="91913" y="139780"/>
                  <a:pt x="88903" y="144365"/>
                </a:cubicBezTo>
                <a:cubicBezTo>
                  <a:pt x="85575" y="149504"/>
                  <a:pt x="82406" y="154879"/>
                  <a:pt x="79633" y="160254"/>
                </a:cubicBezTo>
                <a:cubicBezTo>
                  <a:pt x="76305" y="166737"/>
                  <a:pt x="69809" y="170768"/>
                  <a:pt x="62678" y="170768"/>
                </a:cubicBezTo>
                <a:cubicBezTo>
                  <a:pt x="59430" y="170768"/>
                  <a:pt x="56102" y="169819"/>
                  <a:pt x="53171" y="168159"/>
                </a:cubicBezTo>
                <a:lnTo>
                  <a:pt x="35186" y="157804"/>
                </a:lnTo>
                <a:cubicBezTo>
                  <a:pt x="25758" y="152428"/>
                  <a:pt x="22510" y="140334"/>
                  <a:pt x="27977" y="131006"/>
                </a:cubicBezTo>
                <a:lnTo>
                  <a:pt x="37642" y="114168"/>
                </a:lnTo>
                <a:cubicBezTo>
                  <a:pt x="41128" y="108160"/>
                  <a:pt x="47704" y="104366"/>
                  <a:pt x="54676" y="104366"/>
                </a:cubicBezTo>
                <a:close/>
                <a:moveTo>
                  <a:pt x="245501" y="75152"/>
                </a:moveTo>
                <a:cubicBezTo>
                  <a:pt x="337493" y="75152"/>
                  <a:pt x="412384" y="149942"/>
                  <a:pt x="412384" y="241809"/>
                </a:cubicBezTo>
                <a:cubicBezTo>
                  <a:pt x="412384" y="283236"/>
                  <a:pt x="391959" y="323793"/>
                  <a:pt x="372247" y="363006"/>
                </a:cubicBezTo>
                <a:cubicBezTo>
                  <a:pt x="354909" y="397634"/>
                  <a:pt x="336859" y="433448"/>
                  <a:pt x="334168" y="468155"/>
                </a:cubicBezTo>
                <a:cubicBezTo>
                  <a:pt x="333297" y="478749"/>
                  <a:pt x="324509" y="486971"/>
                  <a:pt x="314138" y="486971"/>
                </a:cubicBezTo>
                <a:lnTo>
                  <a:pt x="176864" y="486971"/>
                </a:lnTo>
                <a:cubicBezTo>
                  <a:pt x="166493" y="486971"/>
                  <a:pt x="157705" y="478749"/>
                  <a:pt x="156755" y="468155"/>
                </a:cubicBezTo>
                <a:cubicBezTo>
                  <a:pt x="153985" y="434792"/>
                  <a:pt x="137043" y="400797"/>
                  <a:pt x="119151" y="364825"/>
                </a:cubicBezTo>
                <a:cubicBezTo>
                  <a:pt x="99201" y="324821"/>
                  <a:pt x="78539" y="283473"/>
                  <a:pt x="78618" y="241809"/>
                </a:cubicBezTo>
                <a:cubicBezTo>
                  <a:pt x="78618" y="149942"/>
                  <a:pt x="153430" y="75152"/>
                  <a:pt x="245501" y="75152"/>
                </a:cubicBezTo>
                <a:close/>
                <a:moveTo>
                  <a:pt x="350001" y="25404"/>
                </a:moveTo>
                <a:cubicBezTo>
                  <a:pt x="353482" y="25404"/>
                  <a:pt x="356885" y="26273"/>
                  <a:pt x="359812" y="28012"/>
                </a:cubicBezTo>
                <a:lnTo>
                  <a:pt x="376587" y="37731"/>
                </a:lnTo>
                <a:cubicBezTo>
                  <a:pt x="386003" y="43104"/>
                  <a:pt x="389168" y="55116"/>
                  <a:pt x="383787" y="64519"/>
                </a:cubicBezTo>
                <a:lnTo>
                  <a:pt x="373343" y="82536"/>
                </a:lnTo>
                <a:cubicBezTo>
                  <a:pt x="369940" y="88462"/>
                  <a:pt x="363848" y="92018"/>
                  <a:pt x="357043" y="92018"/>
                </a:cubicBezTo>
                <a:cubicBezTo>
                  <a:pt x="353324" y="92018"/>
                  <a:pt x="349684" y="90912"/>
                  <a:pt x="346440" y="88857"/>
                </a:cubicBezTo>
                <a:cubicBezTo>
                  <a:pt x="341297" y="85459"/>
                  <a:pt x="335916" y="82378"/>
                  <a:pt x="330536" y="79533"/>
                </a:cubicBezTo>
                <a:cubicBezTo>
                  <a:pt x="325788" y="77083"/>
                  <a:pt x="322307" y="72974"/>
                  <a:pt x="320803" y="67917"/>
                </a:cubicBezTo>
                <a:cubicBezTo>
                  <a:pt x="319379" y="62939"/>
                  <a:pt x="320012" y="57723"/>
                  <a:pt x="322623" y="53219"/>
                </a:cubicBezTo>
                <a:lnTo>
                  <a:pt x="332989" y="35202"/>
                </a:lnTo>
                <a:cubicBezTo>
                  <a:pt x="336549" y="29197"/>
                  <a:pt x="343038" y="25404"/>
                  <a:pt x="350001" y="25404"/>
                </a:cubicBezTo>
                <a:close/>
                <a:moveTo>
                  <a:pt x="140881" y="25404"/>
                </a:moveTo>
                <a:cubicBezTo>
                  <a:pt x="147931" y="25404"/>
                  <a:pt x="154426" y="29197"/>
                  <a:pt x="157911" y="35202"/>
                </a:cubicBezTo>
                <a:lnTo>
                  <a:pt x="168367" y="53219"/>
                </a:lnTo>
                <a:cubicBezTo>
                  <a:pt x="170981" y="57723"/>
                  <a:pt x="171615" y="62939"/>
                  <a:pt x="170189" y="67917"/>
                </a:cubicBezTo>
                <a:cubicBezTo>
                  <a:pt x="168684" y="72974"/>
                  <a:pt x="165199" y="77083"/>
                  <a:pt x="160367" y="79533"/>
                </a:cubicBezTo>
                <a:cubicBezTo>
                  <a:pt x="154981" y="82378"/>
                  <a:pt x="149673" y="85459"/>
                  <a:pt x="144446" y="88857"/>
                </a:cubicBezTo>
                <a:cubicBezTo>
                  <a:pt x="141198" y="90912"/>
                  <a:pt x="137554" y="92018"/>
                  <a:pt x="133831" y="92018"/>
                </a:cubicBezTo>
                <a:cubicBezTo>
                  <a:pt x="127019" y="92018"/>
                  <a:pt x="120999" y="88541"/>
                  <a:pt x="117514" y="82615"/>
                </a:cubicBezTo>
                <a:lnTo>
                  <a:pt x="107058" y="64519"/>
                </a:lnTo>
                <a:cubicBezTo>
                  <a:pt x="104444" y="59936"/>
                  <a:pt x="103731" y="54641"/>
                  <a:pt x="105078" y="49584"/>
                </a:cubicBezTo>
                <a:cubicBezTo>
                  <a:pt x="106424" y="44527"/>
                  <a:pt x="109672" y="40339"/>
                  <a:pt x="114266" y="37731"/>
                </a:cubicBezTo>
                <a:lnTo>
                  <a:pt x="131059" y="28012"/>
                </a:lnTo>
                <a:cubicBezTo>
                  <a:pt x="134069" y="26273"/>
                  <a:pt x="137475" y="25404"/>
                  <a:pt x="140881" y="25404"/>
                </a:cubicBezTo>
                <a:close/>
                <a:moveTo>
                  <a:pt x="235768" y="0"/>
                </a:moveTo>
                <a:lnTo>
                  <a:pt x="255156" y="0"/>
                </a:lnTo>
                <a:cubicBezTo>
                  <a:pt x="265998" y="0"/>
                  <a:pt x="274782" y="8770"/>
                  <a:pt x="274782" y="19595"/>
                </a:cubicBezTo>
                <a:lnTo>
                  <a:pt x="274782" y="40927"/>
                </a:lnTo>
                <a:cubicBezTo>
                  <a:pt x="274782" y="51278"/>
                  <a:pt x="266789" y="59416"/>
                  <a:pt x="256581" y="59416"/>
                </a:cubicBezTo>
                <a:cubicBezTo>
                  <a:pt x="255710" y="59416"/>
                  <a:pt x="254919" y="59337"/>
                  <a:pt x="254127" y="59258"/>
                </a:cubicBezTo>
                <a:cubicBezTo>
                  <a:pt x="251516" y="58863"/>
                  <a:pt x="248509" y="58547"/>
                  <a:pt x="245502" y="58547"/>
                </a:cubicBezTo>
                <a:cubicBezTo>
                  <a:pt x="242415" y="58547"/>
                  <a:pt x="239408" y="58863"/>
                  <a:pt x="236876" y="59258"/>
                </a:cubicBezTo>
                <a:cubicBezTo>
                  <a:pt x="236005" y="59337"/>
                  <a:pt x="235214" y="59416"/>
                  <a:pt x="234422" y="59416"/>
                </a:cubicBezTo>
                <a:cubicBezTo>
                  <a:pt x="224135" y="59416"/>
                  <a:pt x="216142" y="51278"/>
                  <a:pt x="216142" y="40927"/>
                </a:cubicBezTo>
                <a:lnTo>
                  <a:pt x="216142" y="19595"/>
                </a:lnTo>
                <a:cubicBezTo>
                  <a:pt x="216142" y="8770"/>
                  <a:pt x="224926" y="0"/>
                  <a:pt x="235768" y="0"/>
                </a:cubicBezTo>
                <a:close/>
              </a:path>
            </a:pathLst>
          </a:custGeom>
          <a:solidFill>
            <a:srgbClr val="FBBB3B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endParaRPr lang="zh-CN" altLang="en-US" noProof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1344680" y="1738313"/>
            <a:ext cx="5419185" cy="1988965"/>
          </a:xfrm>
        </p:spPr>
        <p:txBody>
          <a:bodyPr>
            <a:noAutofit/>
          </a:bodyPr>
          <a:lstStyle>
            <a:lvl1pPr algn="l">
              <a:defRPr sz="11500" b="1">
                <a:solidFill>
                  <a:schemeClr val="bg1"/>
                </a:solidFill>
                <a:latin typeface="+mn-lt"/>
                <a:cs typeface="Ebrima" panose="02000000000000000000" pitchFamily="2" charset="0"/>
              </a:defRPr>
            </a:lvl1pPr>
          </a:lstStyle>
          <a:p>
            <a:r>
              <a:rPr lang="en-US" altLang="zh-CN" noProof="1"/>
              <a:t>/</a:t>
            </a:r>
            <a:endParaRPr lang="zh-CN" altLang="en-US" noProof="1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 hasCustomPrompt="1"/>
          </p:nvPr>
        </p:nvSpPr>
        <p:spPr>
          <a:xfrm>
            <a:off x="1345796" y="3727279"/>
            <a:ext cx="5419185" cy="535160"/>
          </a:xfrm>
        </p:spPr>
        <p:txBody>
          <a:bodyPr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8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Edit Master text </a:t>
            </a:r>
          </a:p>
        </p:txBody>
      </p:sp>
    </p:spTree>
    <p:extLst>
      <p:ext uri="{BB962C8B-B14F-4D97-AF65-F5344CB8AC3E}">
        <p14:creationId xmlns:p14="http://schemas.microsoft.com/office/powerpoint/2010/main" val="14875171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6">
            <a:extLst>
              <a:ext uri="{FF2B5EF4-FFF2-40B4-BE49-F238E27FC236}">
                <a16:creationId xmlns:a16="http://schemas.microsoft.com/office/drawing/2014/main" xmlns="" id="{C25790C4-96E7-47B2-98D9-A90442BA1067}"/>
              </a:ext>
            </a:extLst>
          </p:cNvPr>
          <p:cNvCxnSpPr/>
          <p:nvPr userDrawn="1"/>
        </p:nvCxnSpPr>
        <p:spPr>
          <a:xfrm>
            <a:off x="669925" y="1028700"/>
            <a:ext cx="10850563" cy="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669925" y="0"/>
            <a:ext cx="10850563" cy="925506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lnSpc>
                <a:spcPct val="125000"/>
              </a:lnSpc>
              <a:defRPr/>
            </a:lvl1pPr>
            <a:lvl2pPr>
              <a:lnSpc>
                <a:spcPct val="125000"/>
              </a:lnSpc>
              <a:defRPr/>
            </a:lvl2pPr>
            <a:lvl3pPr>
              <a:lnSpc>
                <a:spcPct val="125000"/>
              </a:lnSpc>
              <a:defRPr/>
            </a:lvl3pPr>
            <a:lvl4pPr>
              <a:lnSpc>
                <a:spcPct val="125000"/>
              </a:lnSpc>
              <a:defRPr/>
            </a:lvl4pPr>
            <a:lvl5pPr>
              <a:lnSpc>
                <a:spcPct val="125000"/>
              </a:lnSpc>
              <a:defRPr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B8B0DF5E-9061-4720-BB71-23728B4966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9925" y="6240463"/>
            <a:ext cx="4170693" cy="20637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4327E7CB-9CE1-4AAA-9E8A-00EA35CC9C0E}"/>
              </a:ext>
            </a:extLst>
          </p:cNvPr>
          <p:cNvSpPr txBox="1"/>
          <p:nvPr userDrawn="1"/>
        </p:nvSpPr>
        <p:spPr>
          <a:xfrm>
            <a:off x="10023648" y="6185228"/>
            <a:ext cx="1496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997917E-8DE7-4105-8BB1-AECB6DED54F8}" type="slidenum">
              <a:rPr lang="zh-CN" altLang="en-US" sz="11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r"/>
              <a:t>‹#›</a:t>
            </a:fld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5167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4527C82D-DABD-4BD3-B32A-CD466225A1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9925" y="6240463"/>
            <a:ext cx="4170693" cy="20637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746CFBB3-E2A4-40C3-AD1B-E27C29BCDC02}"/>
              </a:ext>
            </a:extLst>
          </p:cNvPr>
          <p:cNvSpPr txBox="1"/>
          <p:nvPr userDrawn="1"/>
        </p:nvSpPr>
        <p:spPr>
          <a:xfrm>
            <a:off x="10023648" y="6185228"/>
            <a:ext cx="1496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997917E-8DE7-4105-8BB1-AECB6DED54F8}" type="slidenum">
              <a:rPr lang="zh-CN" altLang="en-US" sz="11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r"/>
              <a:t>‹#›</a:t>
            </a:fld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8054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215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28FE39CA-7A54-4DA1-8DEC-2036FEF5582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14375" y="1387475"/>
            <a:ext cx="2623140" cy="4247516"/>
            <a:chOff x="757282" y="1700808"/>
            <a:chExt cx="2623129" cy="4248096"/>
          </a:xfrm>
        </p:grpSpPr>
        <p:grpSp>
          <p:nvGrpSpPr>
            <p:cNvPr id="3" name="2b751056-6b97-492c-b763-340acee7e99d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>
              <a:extLst>
                <a:ext uri="{FF2B5EF4-FFF2-40B4-BE49-F238E27FC236}">
                  <a16:creationId xmlns:a16="http://schemas.microsoft.com/office/drawing/2014/main" xmlns="" id="{689D706B-B801-4A7E-97C0-CED7C9C7489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57282" y="1700808"/>
              <a:ext cx="2623129" cy="4248096"/>
              <a:chOff x="1175743" y="1700808"/>
              <a:chExt cx="2521145" cy="4248096"/>
            </a:xfrm>
          </p:grpSpPr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xmlns="" id="{14B68020-A78B-4674-A4EC-9191CDE850B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696888" y="1780800"/>
                <a:ext cx="0" cy="4168104"/>
              </a:xfrm>
              <a:prstGeom prst="line">
                <a:avLst/>
              </a:prstGeom>
              <a:noFill/>
              <a:ln w="3175">
                <a:solidFill>
                  <a:srgbClr val="BF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" name="išľïḋé">
                <a:extLst>
                  <a:ext uri="{FF2B5EF4-FFF2-40B4-BE49-F238E27FC236}">
                    <a16:creationId xmlns:a16="http://schemas.microsoft.com/office/drawing/2014/main" xmlns="" id="{94D24CD7-7253-45D8-843B-80B2009F33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75743" y="1700808"/>
                <a:ext cx="2521108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r"/>
                <a:r>
                  <a:rPr lang="tr-TR" altLang="zh-CN" sz="2800" b="1" dirty="0">
                    <a:solidFill>
                      <a:schemeClr val="accent1"/>
                    </a:solidFill>
                    <a:sym typeface="Arial" panose="020B0604020202020204" pitchFamily="34" charset="0"/>
                  </a:rPr>
                  <a:t>C</a:t>
                </a:r>
                <a:r>
                  <a:rPr lang="tr-TR" altLang="zh-CN" sz="100" b="1" dirty="0">
                    <a:solidFill>
                      <a:schemeClr val="accent1"/>
                    </a:solidFill>
                    <a:sym typeface="Arial" panose="020B0604020202020204" pitchFamily="34" charset="0"/>
                  </a:rPr>
                  <a:t> </a:t>
                </a:r>
                <a:r>
                  <a:rPr lang="tr-TR" altLang="zh-CN" sz="2800" b="1" dirty="0">
                    <a:solidFill>
                      <a:schemeClr val="accent1"/>
                    </a:solidFill>
                    <a:sym typeface="Arial" panose="020B0604020202020204" pitchFamily="34" charset="0"/>
                  </a:rPr>
                  <a:t>ONTENTS</a:t>
                </a:r>
              </a:p>
            </p:txBody>
          </p:sp>
        </p:grpSp>
        <p:sp>
          <p:nvSpPr>
            <p:cNvPr id="4" name="poetry_91022">
              <a:extLst>
                <a:ext uri="{FF2B5EF4-FFF2-40B4-BE49-F238E27FC236}">
                  <a16:creationId xmlns:a16="http://schemas.microsoft.com/office/drawing/2014/main" xmlns="" id="{0D6BB768-9400-4234-B0A6-052E3568243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79533" y="5008561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</p:grpSp>
      <p:sp>
        <p:nvSpPr>
          <p:cNvPr id="11" name="内容占位符 10">
            <a:extLst>
              <a:ext uri="{FF2B5EF4-FFF2-40B4-BE49-F238E27FC236}">
                <a16:creationId xmlns:a16="http://schemas.microsoft.com/office/drawing/2014/main" xmlns="" id="{5EFB80EA-1C0D-45B6-A698-96B981D217C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06832" y="1472484"/>
            <a:ext cx="6816725" cy="4167188"/>
          </a:xfrm>
        </p:spPr>
        <p:txBody>
          <a:bodyPr/>
          <a:lstStyle>
            <a:lvl1pPr marL="342900" indent="-342900">
              <a:lnSpc>
                <a:spcPct val="125000"/>
              </a:lnSpc>
              <a:defRPr kumimoji="0" lang="zh-CN" altLang="en-US" sz="1600" b="1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800100" indent="-342900">
              <a:lnSpc>
                <a:spcPct val="125000"/>
              </a:lnSpc>
              <a:defRPr kumimoji="0" lang="zh-CN" altLang="en-US" sz="1400" b="0" i="0" u="none" strike="noStrike" kern="1200" cap="none" spc="0" normalizeH="0" baseline="0" dirty="0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</a:lstStyle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tabLst/>
            </a:pPr>
            <a:r>
              <a:rPr lang="zh-CN" altLang="en-US" smtClean="0"/>
              <a:t>单击此处编辑母版文本样式</a:t>
            </a:r>
          </a:p>
          <a:p>
            <a:pPr marL="0" marR="0" lvl="1" indent="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tabLst/>
            </a:pPr>
            <a:r>
              <a:rPr lang="zh-CN" altLang="en-US" smtClean="0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1220240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xmlns="" id="{D1501A3B-3447-4F2B-ADAE-503830AA78F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7" name="Freeform 100">
            <a:extLst>
              <a:ext uri="{FF2B5EF4-FFF2-40B4-BE49-F238E27FC236}">
                <a16:creationId xmlns:a16="http://schemas.microsoft.com/office/drawing/2014/main" xmlns="" id="{9E9B1B0A-F147-48AA-A5DE-03B8826F8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625" y="1476375"/>
            <a:ext cx="1931988" cy="1465263"/>
          </a:xfrm>
          <a:custGeom>
            <a:avLst/>
            <a:gdLst>
              <a:gd name="T0" fmla="*/ 465 w 467"/>
              <a:gd name="T1" fmla="*/ 354 h 354"/>
              <a:gd name="T2" fmla="*/ 463 w 467"/>
              <a:gd name="T3" fmla="*/ 352 h 354"/>
              <a:gd name="T4" fmla="*/ 463 w 467"/>
              <a:gd name="T5" fmla="*/ 105 h 354"/>
              <a:gd name="T6" fmla="*/ 362 w 467"/>
              <a:gd name="T7" fmla="*/ 4 h 354"/>
              <a:gd name="T8" fmla="*/ 2 w 467"/>
              <a:gd name="T9" fmla="*/ 4 h 354"/>
              <a:gd name="T10" fmla="*/ 0 w 467"/>
              <a:gd name="T11" fmla="*/ 2 h 354"/>
              <a:gd name="T12" fmla="*/ 2 w 467"/>
              <a:gd name="T13" fmla="*/ 0 h 354"/>
              <a:gd name="T14" fmla="*/ 362 w 467"/>
              <a:gd name="T15" fmla="*/ 0 h 354"/>
              <a:gd name="T16" fmla="*/ 467 w 467"/>
              <a:gd name="T17" fmla="*/ 105 h 354"/>
              <a:gd name="T18" fmla="*/ 467 w 467"/>
              <a:gd name="T19" fmla="*/ 352 h 354"/>
              <a:gd name="T20" fmla="*/ 465 w 467"/>
              <a:gd name="T21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67" h="354">
                <a:moveTo>
                  <a:pt x="465" y="354"/>
                </a:moveTo>
                <a:cubicBezTo>
                  <a:pt x="464" y="354"/>
                  <a:pt x="463" y="353"/>
                  <a:pt x="463" y="352"/>
                </a:cubicBezTo>
                <a:cubicBezTo>
                  <a:pt x="463" y="105"/>
                  <a:pt x="463" y="105"/>
                  <a:pt x="463" y="105"/>
                </a:cubicBezTo>
                <a:cubicBezTo>
                  <a:pt x="463" y="49"/>
                  <a:pt x="417" y="4"/>
                  <a:pt x="362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420" y="0"/>
                  <a:pt x="467" y="47"/>
                  <a:pt x="467" y="105"/>
                </a:cubicBezTo>
                <a:cubicBezTo>
                  <a:pt x="467" y="352"/>
                  <a:pt x="467" y="352"/>
                  <a:pt x="467" y="352"/>
                </a:cubicBezTo>
                <a:cubicBezTo>
                  <a:pt x="467" y="353"/>
                  <a:pt x="466" y="354"/>
                  <a:pt x="465" y="354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01">
            <a:extLst>
              <a:ext uri="{FF2B5EF4-FFF2-40B4-BE49-F238E27FC236}">
                <a16:creationId xmlns:a16="http://schemas.microsoft.com/office/drawing/2014/main" xmlns="" id="{B754F84E-8490-4166-BFA5-A5D0332C0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3388" y="1347788"/>
            <a:ext cx="774700" cy="1593850"/>
          </a:xfrm>
          <a:custGeom>
            <a:avLst/>
            <a:gdLst>
              <a:gd name="T0" fmla="*/ 185 w 187"/>
              <a:gd name="T1" fmla="*/ 385 h 385"/>
              <a:gd name="T2" fmla="*/ 183 w 187"/>
              <a:gd name="T3" fmla="*/ 383 h 385"/>
              <a:gd name="T4" fmla="*/ 183 w 187"/>
              <a:gd name="T5" fmla="*/ 131 h 385"/>
              <a:gd name="T6" fmla="*/ 56 w 187"/>
              <a:gd name="T7" fmla="*/ 4 h 385"/>
              <a:gd name="T8" fmla="*/ 2 w 187"/>
              <a:gd name="T9" fmla="*/ 4 h 385"/>
              <a:gd name="T10" fmla="*/ 0 w 187"/>
              <a:gd name="T11" fmla="*/ 2 h 385"/>
              <a:gd name="T12" fmla="*/ 2 w 187"/>
              <a:gd name="T13" fmla="*/ 0 h 385"/>
              <a:gd name="T14" fmla="*/ 56 w 187"/>
              <a:gd name="T15" fmla="*/ 0 h 385"/>
              <a:gd name="T16" fmla="*/ 187 w 187"/>
              <a:gd name="T17" fmla="*/ 131 h 385"/>
              <a:gd name="T18" fmla="*/ 187 w 187"/>
              <a:gd name="T19" fmla="*/ 383 h 385"/>
              <a:gd name="T20" fmla="*/ 185 w 187"/>
              <a:gd name="T21" fmla="*/ 385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7" h="385">
                <a:moveTo>
                  <a:pt x="185" y="385"/>
                </a:moveTo>
                <a:cubicBezTo>
                  <a:pt x="184" y="385"/>
                  <a:pt x="183" y="384"/>
                  <a:pt x="183" y="383"/>
                </a:cubicBezTo>
                <a:cubicBezTo>
                  <a:pt x="183" y="131"/>
                  <a:pt x="183" y="131"/>
                  <a:pt x="183" y="131"/>
                </a:cubicBezTo>
                <a:cubicBezTo>
                  <a:pt x="183" y="61"/>
                  <a:pt x="126" y="4"/>
                  <a:pt x="56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0"/>
                  <a:pt x="1" y="0"/>
                  <a:pt x="2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128" y="0"/>
                  <a:pt x="187" y="58"/>
                  <a:pt x="187" y="131"/>
                </a:cubicBezTo>
                <a:cubicBezTo>
                  <a:pt x="187" y="383"/>
                  <a:pt x="187" y="383"/>
                  <a:pt x="187" y="383"/>
                </a:cubicBezTo>
                <a:cubicBezTo>
                  <a:pt x="187" y="384"/>
                  <a:pt x="186" y="385"/>
                  <a:pt x="185" y="38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02">
            <a:extLst>
              <a:ext uri="{FF2B5EF4-FFF2-40B4-BE49-F238E27FC236}">
                <a16:creationId xmlns:a16="http://schemas.microsoft.com/office/drawing/2014/main" xmlns="" id="{A5859E9E-C291-4776-AD2A-547BB52A5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263" y="1208088"/>
            <a:ext cx="1009650" cy="1733550"/>
          </a:xfrm>
          <a:custGeom>
            <a:avLst/>
            <a:gdLst>
              <a:gd name="T0" fmla="*/ 242 w 244"/>
              <a:gd name="T1" fmla="*/ 419 h 419"/>
              <a:gd name="T2" fmla="*/ 240 w 244"/>
              <a:gd name="T3" fmla="*/ 417 h 419"/>
              <a:gd name="T4" fmla="*/ 240 w 244"/>
              <a:gd name="T5" fmla="*/ 161 h 419"/>
              <a:gd name="T6" fmla="*/ 84 w 244"/>
              <a:gd name="T7" fmla="*/ 4 h 419"/>
              <a:gd name="T8" fmla="*/ 2 w 244"/>
              <a:gd name="T9" fmla="*/ 4 h 419"/>
              <a:gd name="T10" fmla="*/ 0 w 244"/>
              <a:gd name="T11" fmla="*/ 2 h 419"/>
              <a:gd name="T12" fmla="*/ 2 w 244"/>
              <a:gd name="T13" fmla="*/ 0 h 419"/>
              <a:gd name="T14" fmla="*/ 84 w 244"/>
              <a:gd name="T15" fmla="*/ 0 h 419"/>
              <a:gd name="T16" fmla="*/ 244 w 244"/>
              <a:gd name="T17" fmla="*/ 161 h 419"/>
              <a:gd name="T18" fmla="*/ 244 w 244"/>
              <a:gd name="T19" fmla="*/ 417 h 419"/>
              <a:gd name="T20" fmla="*/ 242 w 244"/>
              <a:gd name="T21" fmla="*/ 419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4" h="419">
                <a:moveTo>
                  <a:pt x="242" y="419"/>
                </a:moveTo>
                <a:cubicBezTo>
                  <a:pt x="241" y="419"/>
                  <a:pt x="240" y="418"/>
                  <a:pt x="240" y="417"/>
                </a:cubicBezTo>
                <a:cubicBezTo>
                  <a:pt x="240" y="161"/>
                  <a:pt x="240" y="161"/>
                  <a:pt x="240" y="161"/>
                </a:cubicBezTo>
                <a:cubicBezTo>
                  <a:pt x="240" y="74"/>
                  <a:pt x="170" y="4"/>
                  <a:pt x="84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172" y="0"/>
                  <a:pt x="244" y="72"/>
                  <a:pt x="244" y="161"/>
                </a:cubicBezTo>
                <a:cubicBezTo>
                  <a:pt x="244" y="417"/>
                  <a:pt x="244" y="417"/>
                  <a:pt x="244" y="417"/>
                </a:cubicBezTo>
                <a:cubicBezTo>
                  <a:pt x="244" y="418"/>
                  <a:pt x="243" y="419"/>
                  <a:pt x="242" y="419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3">
            <a:extLst>
              <a:ext uri="{FF2B5EF4-FFF2-40B4-BE49-F238E27FC236}">
                <a16:creationId xmlns:a16="http://schemas.microsoft.com/office/drawing/2014/main" xmlns="" id="{84012C9C-CCEF-4B10-BD34-2BA7046AE08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636713" y="1446213"/>
            <a:ext cx="74612" cy="746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04">
            <a:extLst>
              <a:ext uri="{FF2B5EF4-FFF2-40B4-BE49-F238E27FC236}">
                <a16:creationId xmlns:a16="http://schemas.microsoft.com/office/drawing/2014/main" xmlns="" id="{6C2C5392-8085-47E5-ADA2-0121AB42379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911475" y="1319213"/>
            <a:ext cx="74613" cy="746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1"/>
                  <a:pt x="6" y="14"/>
                  <a:pt x="9" y="14"/>
                </a:cubicBezTo>
                <a:cubicBezTo>
                  <a:pt x="12" y="14"/>
                  <a:pt x="14" y="11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05">
            <a:extLst>
              <a:ext uri="{FF2B5EF4-FFF2-40B4-BE49-F238E27FC236}">
                <a16:creationId xmlns:a16="http://schemas.microsoft.com/office/drawing/2014/main" xmlns="" id="{DEBD5C80-6B4B-4324-B775-6F17D2D0DE0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800350" y="1177925"/>
            <a:ext cx="74613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06">
            <a:extLst>
              <a:ext uri="{FF2B5EF4-FFF2-40B4-BE49-F238E27FC236}">
                <a16:creationId xmlns:a16="http://schemas.microsoft.com/office/drawing/2014/main" xmlns="" id="{56C9CF85-CF6D-46EB-B1B9-359294F7F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5075" y="1100138"/>
            <a:ext cx="1487488" cy="1841500"/>
          </a:xfrm>
          <a:custGeom>
            <a:avLst/>
            <a:gdLst>
              <a:gd name="T0" fmla="*/ 357 w 359"/>
              <a:gd name="T1" fmla="*/ 445 h 445"/>
              <a:gd name="T2" fmla="*/ 355 w 359"/>
              <a:gd name="T3" fmla="*/ 443 h 445"/>
              <a:gd name="T4" fmla="*/ 355 w 359"/>
              <a:gd name="T5" fmla="*/ 180 h 445"/>
              <a:gd name="T6" fmla="*/ 179 w 359"/>
              <a:gd name="T7" fmla="*/ 4 h 445"/>
              <a:gd name="T8" fmla="*/ 2 w 359"/>
              <a:gd name="T9" fmla="*/ 4 h 445"/>
              <a:gd name="T10" fmla="*/ 0 w 359"/>
              <a:gd name="T11" fmla="*/ 2 h 445"/>
              <a:gd name="T12" fmla="*/ 2 w 359"/>
              <a:gd name="T13" fmla="*/ 0 h 445"/>
              <a:gd name="T14" fmla="*/ 179 w 359"/>
              <a:gd name="T15" fmla="*/ 0 h 445"/>
              <a:gd name="T16" fmla="*/ 359 w 359"/>
              <a:gd name="T17" fmla="*/ 180 h 445"/>
              <a:gd name="T18" fmla="*/ 359 w 359"/>
              <a:gd name="T19" fmla="*/ 443 h 445"/>
              <a:gd name="T20" fmla="*/ 357 w 359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9" h="445">
                <a:moveTo>
                  <a:pt x="357" y="445"/>
                </a:moveTo>
                <a:cubicBezTo>
                  <a:pt x="355" y="445"/>
                  <a:pt x="355" y="444"/>
                  <a:pt x="355" y="443"/>
                </a:cubicBezTo>
                <a:cubicBezTo>
                  <a:pt x="355" y="180"/>
                  <a:pt x="355" y="180"/>
                  <a:pt x="355" y="180"/>
                </a:cubicBezTo>
                <a:cubicBezTo>
                  <a:pt x="355" y="83"/>
                  <a:pt x="276" y="4"/>
                  <a:pt x="179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278" y="0"/>
                  <a:pt x="359" y="80"/>
                  <a:pt x="359" y="180"/>
                </a:cubicBezTo>
                <a:cubicBezTo>
                  <a:pt x="359" y="443"/>
                  <a:pt x="359" y="443"/>
                  <a:pt x="359" y="443"/>
                </a:cubicBezTo>
                <a:cubicBezTo>
                  <a:pt x="359" y="444"/>
                  <a:pt x="358" y="445"/>
                  <a:pt x="357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107">
            <a:extLst>
              <a:ext uri="{FF2B5EF4-FFF2-40B4-BE49-F238E27FC236}">
                <a16:creationId xmlns:a16="http://schemas.microsoft.com/office/drawing/2014/main" xmlns="" id="{D84B2DD6-3814-4F72-AA23-465C261DC72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43163" y="1069975"/>
            <a:ext cx="74612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7" y="4"/>
                  <a:pt x="4" y="6"/>
                  <a:pt x="4" y="9"/>
                </a:cubicBezTo>
                <a:cubicBezTo>
                  <a:pt x="4" y="12"/>
                  <a:pt x="7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Freeform 108">
            <a:extLst>
              <a:ext uri="{FF2B5EF4-FFF2-40B4-BE49-F238E27FC236}">
                <a16:creationId xmlns:a16="http://schemas.microsoft.com/office/drawing/2014/main" xmlns="" id="{169DB64A-D1FB-4A03-A513-76F01D589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3688" y="1100138"/>
            <a:ext cx="1052512" cy="1841500"/>
          </a:xfrm>
          <a:custGeom>
            <a:avLst/>
            <a:gdLst>
              <a:gd name="T0" fmla="*/ 2 w 254"/>
              <a:gd name="T1" fmla="*/ 445 h 445"/>
              <a:gd name="T2" fmla="*/ 0 w 254"/>
              <a:gd name="T3" fmla="*/ 443 h 445"/>
              <a:gd name="T4" fmla="*/ 0 w 254"/>
              <a:gd name="T5" fmla="*/ 180 h 445"/>
              <a:gd name="T6" fmla="*/ 180 w 254"/>
              <a:gd name="T7" fmla="*/ 0 h 445"/>
              <a:gd name="T8" fmla="*/ 252 w 254"/>
              <a:gd name="T9" fmla="*/ 0 h 445"/>
              <a:gd name="T10" fmla="*/ 254 w 254"/>
              <a:gd name="T11" fmla="*/ 2 h 445"/>
              <a:gd name="T12" fmla="*/ 252 w 254"/>
              <a:gd name="T13" fmla="*/ 4 h 445"/>
              <a:gd name="T14" fmla="*/ 180 w 254"/>
              <a:gd name="T15" fmla="*/ 4 h 445"/>
              <a:gd name="T16" fmla="*/ 4 w 254"/>
              <a:gd name="T17" fmla="*/ 180 h 445"/>
              <a:gd name="T18" fmla="*/ 4 w 254"/>
              <a:gd name="T19" fmla="*/ 443 h 445"/>
              <a:gd name="T20" fmla="*/ 2 w 254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4" h="445">
                <a:moveTo>
                  <a:pt x="2" y="445"/>
                </a:moveTo>
                <a:cubicBezTo>
                  <a:pt x="1" y="445"/>
                  <a:pt x="0" y="444"/>
                  <a:pt x="0" y="443"/>
                </a:cubicBezTo>
                <a:cubicBezTo>
                  <a:pt x="0" y="180"/>
                  <a:pt x="0" y="180"/>
                  <a:pt x="0" y="180"/>
                </a:cubicBezTo>
                <a:cubicBezTo>
                  <a:pt x="0" y="80"/>
                  <a:pt x="81" y="0"/>
                  <a:pt x="180" y="0"/>
                </a:cubicBezTo>
                <a:cubicBezTo>
                  <a:pt x="252" y="0"/>
                  <a:pt x="252" y="0"/>
                  <a:pt x="252" y="0"/>
                </a:cubicBezTo>
                <a:cubicBezTo>
                  <a:pt x="253" y="0"/>
                  <a:pt x="254" y="1"/>
                  <a:pt x="254" y="2"/>
                </a:cubicBezTo>
                <a:cubicBezTo>
                  <a:pt x="254" y="3"/>
                  <a:pt x="253" y="4"/>
                  <a:pt x="252" y="4"/>
                </a:cubicBezTo>
                <a:cubicBezTo>
                  <a:pt x="180" y="4"/>
                  <a:pt x="180" y="4"/>
                  <a:pt x="180" y="4"/>
                </a:cubicBezTo>
                <a:cubicBezTo>
                  <a:pt x="83" y="4"/>
                  <a:pt x="4" y="83"/>
                  <a:pt x="4" y="180"/>
                </a:cubicBezTo>
                <a:cubicBezTo>
                  <a:pt x="4" y="443"/>
                  <a:pt x="4" y="443"/>
                  <a:pt x="4" y="443"/>
                </a:cubicBezTo>
                <a:cubicBezTo>
                  <a:pt x="4" y="444"/>
                  <a:pt x="3" y="445"/>
                  <a:pt x="2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109">
            <a:extLst>
              <a:ext uri="{FF2B5EF4-FFF2-40B4-BE49-F238E27FC236}">
                <a16:creationId xmlns:a16="http://schemas.microsoft.com/office/drawing/2014/main" xmlns="" id="{C761D5EA-1D1C-4992-9AF7-333C4BADAD3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140325" y="1069975"/>
            <a:ext cx="73025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10">
            <a:extLst>
              <a:ext uri="{FF2B5EF4-FFF2-40B4-BE49-F238E27FC236}">
                <a16:creationId xmlns:a16="http://schemas.microsoft.com/office/drawing/2014/main" xmlns="" id="{F6CFCDF6-27D8-4082-9743-1DDF02047326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284788" y="1069975"/>
            <a:ext cx="74612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Freeform 111">
            <a:extLst>
              <a:ext uri="{FF2B5EF4-FFF2-40B4-BE49-F238E27FC236}">
                <a16:creationId xmlns:a16="http://schemas.microsoft.com/office/drawing/2014/main" xmlns="" id="{5AF066AD-2A75-4CE0-9985-9E485D212BE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434013" y="1069975"/>
            <a:ext cx="74612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Freeform 112">
            <a:extLst>
              <a:ext uri="{FF2B5EF4-FFF2-40B4-BE49-F238E27FC236}">
                <a16:creationId xmlns:a16="http://schemas.microsoft.com/office/drawing/2014/main" xmlns="" id="{430A2212-C0FC-49AD-8682-A12C1F9D0EE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578475" y="1069975"/>
            <a:ext cx="74613" cy="74613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CD1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113">
            <a:extLst>
              <a:ext uri="{FF2B5EF4-FFF2-40B4-BE49-F238E27FC236}">
                <a16:creationId xmlns:a16="http://schemas.microsoft.com/office/drawing/2014/main" xmlns="" id="{D046BB3D-BC01-42D9-BA04-8CCE94C1856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727700" y="1069975"/>
            <a:ext cx="74613" cy="74613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1" y="4"/>
                  <a:pt x="14" y="6"/>
                  <a:pt x="14" y="9"/>
                </a:cubicBezTo>
                <a:cubicBezTo>
                  <a:pt x="14" y="12"/>
                  <a:pt x="11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DB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114">
            <a:extLst>
              <a:ext uri="{FF2B5EF4-FFF2-40B4-BE49-F238E27FC236}">
                <a16:creationId xmlns:a16="http://schemas.microsoft.com/office/drawing/2014/main" xmlns="" id="{1A57CF94-A167-4B8C-9CAB-F801ED5A5EA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872163" y="1069975"/>
            <a:ext cx="74612" cy="74613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E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117">
            <a:extLst>
              <a:ext uri="{FF2B5EF4-FFF2-40B4-BE49-F238E27FC236}">
                <a16:creationId xmlns:a16="http://schemas.microsoft.com/office/drawing/2014/main" xmlns="" id="{0AC5C741-51D7-459F-9144-1E944F3744F6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47688" y="2646363"/>
            <a:ext cx="5056187" cy="2938462"/>
          </a:xfrm>
          <a:custGeom>
            <a:avLst/>
            <a:gdLst>
              <a:gd name="T0" fmla="*/ 426 w 1221"/>
              <a:gd name="T1" fmla="*/ 710 h 710"/>
              <a:gd name="T2" fmla="*/ 400 w 1221"/>
              <a:gd name="T3" fmla="*/ 704 h 710"/>
              <a:gd name="T4" fmla="*/ 11 w 1221"/>
              <a:gd name="T5" fmla="*/ 479 h 710"/>
              <a:gd name="T6" fmla="*/ 0 w 1221"/>
              <a:gd name="T7" fmla="*/ 463 h 710"/>
              <a:gd name="T8" fmla="*/ 15 w 1221"/>
              <a:gd name="T9" fmla="*/ 443 h 710"/>
              <a:gd name="T10" fmla="*/ 762 w 1221"/>
              <a:gd name="T11" fmla="*/ 11 h 710"/>
              <a:gd name="T12" fmla="*/ 821 w 1221"/>
              <a:gd name="T13" fmla="*/ 9 h 710"/>
              <a:gd name="T14" fmla="*/ 1210 w 1221"/>
              <a:gd name="T15" fmla="*/ 234 h 710"/>
              <a:gd name="T16" fmla="*/ 1221 w 1221"/>
              <a:gd name="T17" fmla="*/ 250 h 710"/>
              <a:gd name="T18" fmla="*/ 1206 w 1221"/>
              <a:gd name="T19" fmla="*/ 270 h 710"/>
              <a:gd name="T20" fmla="*/ 459 w 1221"/>
              <a:gd name="T21" fmla="*/ 702 h 710"/>
              <a:gd name="T22" fmla="*/ 426 w 1221"/>
              <a:gd name="T23" fmla="*/ 710 h 710"/>
              <a:gd name="T24" fmla="*/ 795 w 1221"/>
              <a:gd name="T25" fmla="*/ 7 h 710"/>
              <a:gd name="T26" fmla="*/ 764 w 1221"/>
              <a:gd name="T27" fmla="*/ 15 h 710"/>
              <a:gd name="T28" fmla="*/ 17 w 1221"/>
              <a:gd name="T29" fmla="*/ 446 h 710"/>
              <a:gd name="T30" fmla="*/ 4 w 1221"/>
              <a:gd name="T31" fmla="*/ 463 h 710"/>
              <a:gd name="T32" fmla="*/ 13 w 1221"/>
              <a:gd name="T33" fmla="*/ 476 h 710"/>
              <a:gd name="T34" fmla="*/ 402 w 1221"/>
              <a:gd name="T35" fmla="*/ 701 h 710"/>
              <a:gd name="T36" fmla="*/ 457 w 1221"/>
              <a:gd name="T37" fmla="*/ 698 h 710"/>
              <a:gd name="T38" fmla="*/ 1204 w 1221"/>
              <a:gd name="T39" fmla="*/ 267 h 710"/>
              <a:gd name="T40" fmla="*/ 1217 w 1221"/>
              <a:gd name="T41" fmla="*/ 250 h 710"/>
              <a:gd name="T42" fmla="*/ 1208 w 1221"/>
              <a:gd name="T43" fmla="*/ 238 h 710"/>
              <a:gd name="T44" fmla="*/ 819 w 1221"/>
              <a:gd name="T45" fmla="*/ 13 h 710"/>
              <a:gd name="T46" fmla="*/ 795 w 1221"/>
              <a:gd name="T47" fmla="*/ 7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21" h="710">
                <a:moveTo>
                  <a:pt x="426" y="710"/>
                </a:moveTo>
                <a:cubicBezTo>
                  <a:pt x="416" y="710"/>
                  <a:pt x="407" y="708"/>
                  <a:pt x="400" y="704"/>
                </a:cubicBezTo>
                <a:cubicBezTo>
                  <a:pt x="11" y="479"/>
                  <a:pt x="11" y="479"/>
                  <a:pt x="11" y="479"/>
                </a:cubicBezTo>
                <a:cubicBezTo>
                  <a:pt x="4" y="475"/>
                  <a:pt x="0" y="469"/>
                  <a:pt x="0" y="463"/>
                </a:cubicBezTo>
                <a:cubicBezTo>
                  <a:pt x="0" y="456"/>
                  <a:pt x="5" y="448"/>
                  <a:pt x="15" y="443"/>
                </a:cubicBezTo>
                <a:cubicBezTo>
                  <a:pt x="762" y="11"/>
                  <a:pt x="762" y="11"/>
                  <a:pt x="762" y="11"/>
                </a:cubicBezTo>
                <a:cubicBezTo>
                  <a:pt x="779" y="1"/>
                  <a:pt x="805" y="0"/>
                  <a:pt x="821" y="9"/>
                </a:cubicBezTo>
                <a:cubicBezTo>
                  <a:pt x="1210" y="234"/>
                  <a:pt x="1210" y="234"/>
                  <a:pt x="1210" y="234"/>
                </a:cubicBezTo>
                <a:cubicBezTo>
                  <a:pt x="1217" y="238"/>
                  <a:pt x="1221" y="244"/>
                  <a:pt x="1221" y="250"/>
                </a:cubicBezTo>
                <a:cubicBezTo>
                  <a:pt x="1221" y="258"/>
                  <a:pt x="1216" y="265"/>
                  <a:pt x="1206" y="270"/>
                </a:cubicBezTo>
                <a:cubicBezTo>
                  <a:pt x="459" y="702"/>
                  <a:pt x="459" y="702"/>
                  <a:pt x="459" y="702"/>
                </a:cubicBezTo>
                <a:cubicBezTo>
                  <a:pt x="450" y="707"/>
                  <a:pt x="438" y="710"/>
                  <a:pt x="426" y="710"/>
                </a:cubicBezTo>
                <a:moveTo>
                  <a:pt x="795" y="7"/>
                </a:moveTo>
                <a:cubicBezTo>
                  <a:pt x="784" y="7"/>
                  <a:pt x="773" y="10"/>
                  <a:pt x="764" y="15"/>
                </a:cubicBezTo>
                <a:cubicBezTo>
                  <a:pt x="17" y="446"/>
                  <a:pt x="17" y="446"/>
                  <a:pt x="17" y="446"/>
                </a:cubicBezTo>
                <a:cubicBezTo>
                  <a:pt x="8" y="451"/>
                  <a:pt x="4" y="457"/>
                  <a:pt x="4" y="463"/>
                </a:cubicBezTo>
                <a:cubicBezTo>
                  <a:pt x="4" y="468"/>
                  <a:pt x="7" y="472"/>
                  <a:pt x="13" y="476"/>
                </a:cubicBezTo>
                <a:cubicBezTo>
                  <a:pt x="402" y="701"/>
                  <a:pt x="402" y="701"/>
                  <a:pt x="402" y="701"/>
                </a:cubicBezTo>
                <a:cubicBezTo>
                  <a:pt x="416" y="709"/>
                  <a:pt x="441" y="708"/>
                  <a:pt x="457" y="698"/>
                </a:cubicBezTo>
                <a:cubicBezTo>
                  <a:pt x="1204" y="267"/>
                  <a:pt x="1204" y="267"/>
                  <a:pt x="1204" y="267"/>
                </a:cubicBezTo>
                <a:cubicBezTo>
                  <a:pt x="1212" y="262"/>
                  <a:pt x="1217" y="256"/>
                  <a:pt x="1217" y="250"/>
                </a:cubicBezTo>
                <a:cubicBezTo>
                  <a:pt x="1217" y="245"/>
                  <a:pt x="1214" y="241"/>
                  <a:pt x="1208" y="238"/>
                </a:cubicBezTo>
                <a:cubicBezTo>
                  <a:pt x="819" y="13"/>
                  <a:pt x="819" y="13"/>
                  <a:pt x="819" y="13"/>
                </a:cubicBezTo>
                <a:cubicBezTo>
                  <a:pt x="812" y="9"/>
                  <a:pt x="804" y="7"/>
                  <a:pt x="795" y="7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118">
            <a:extLst>
              <a:ext uri="{FF2B5EF4-FFF2-40B4-BE49-F238E27FC236}">
                <a16:creationId xmlns:a16="http://schemas.microsoft.com/office/drawing/2014/main" xmlns="" id="{86C4773B-B1B7-4080-BA05-440FB6AAC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2295525"/>
            <a:ext cx="5260975" cy="2982913"/>
          </a:xfrm>
          <a:custGeom>
            <a:avLst/>
            <a:gdLst>
              <a:gd name="T0" fmla="*/ 1270 w 1270"/>
              <a:gd name="T1" fmla="*/ 210 h 721"/>
              <a:gd name="T2" fmla="*/ 1218 w 1270"/>
              <a:gd name="T3" fmla="*/ 219 h 721"/>
              <a:gd name="T4" fmla="*/ 854 w 1270"/>
              <a:gd name="T5" fmla="*/ 9 h 721"/>
              <a:gd name="T6" fmla="*/ 794 w 1270"/>
              <a:gd name="T7" fmla="*/ 11 h 721"/>
              <a:gd name="T8" fmla="*/ 92 w 1270"/>
              <a:gd name="T9" fmla="*/ 417 h 721"/>
              <a:gd name="T10" fmla="*/ 1 w 1270"/>
              <a:gd name="T11" fmla="*/ 433 h 721"/>
              <a:gd name="T12" fmla="*/ 1 w 1270"/>
              <a:gd name="T13" fmla="*/ 462 h 721"/>
              <a:gd name="T14" fmla="*/ 1 w 1270"/>
              <a:gd name="T15" fmla="*/ 462 h 721"/>
              <a:gd name="T16" fmla="*/ 11 w 1270"/>
              <a:gd name="T17" fmla="*/ 478 h 721"/>
              <a:gd name="T18" fmla="*/ 417 w 1270"/>
              <a:gd name="T19" fmla="*/ 712 h 721"/>
              <a:gd name="T20" fmla="*/ 477 w 1270"/>
              <a:gd name="T21" fmla="*/ 710 h 721"/>
              <a:gd name="T22" fmla="*/ 1256 w 1270"/>
              <a:gd name="T23" fmla="*/ 260 h 721"/>
              <a:gd name="T24" fmla="*/ 1270 w 1270"/>
              <a:gd name="T25" fmla="*/ 241 h 721"/>
              <a:gd name="T26" fmla="*/ 1270 w 1270"/>
              <a:gd name="T27" fmla="*/ 241 h 721"/>
              <a:gd name="T28" fmla="*/ 1270 w 1270"/>
              <a:gd name="T29" fmla="*/ 210 h 7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70" h="721">
                <a:moveTo>
                  <a:pt x="1270" y="210"/>
                </a:moveTo>
                <a:cubicBezTo>
                  <a:pt x="1218" y="219"/>
                  <a:pt x="1218" y="219"/>
                  <a:pt x="1218" y="219"/>
                </a:cubicBezTo>
                <a:cubicBezTo>
                  <a:pt x="854" y="9"/>
                  <a:pt x="854" y="9"/>
                  <a:pt x="854" y="9"/>
                </a:cubicBezTo>
                <a:cubicBezTo>
                  <a:pt x="838" y="0"/>
                  <a:pt x="812" y="1"/>
                  <a:pt x="794" y="11"/>
                </a:cubicBezTo>
                <a:cubicBezTo>
                  <a:pt x="92" y="417"/>
                  <a:pt x="92" y="417"/>
                  <a:pt x="92" y="417"/>
                </a:cubicBezTo>
                <a:cubicBezTo>
                  <a:pt x="1" y="433"/>
                  <a:pt x="1" y="433"/>
                  <a:pt x="1" y="433"/>
                </a:cubicBezTo>
                <a:cubicBezTo>
                  <a:pt x="1" y="462"/>
                  <a:pt x="1" y="462"/>
                  <a:pt x="1" y="462"/>
                </a:cubicBezTo>
                <a:cubicBezTo>
                  <a:pt x="1" y="462"/>
                  <a:pt x="1" y="462"/>
                  <a:pt x="1" y="462"/>
                </a:cubicBezTo>
                <a:cubicBezTo>
                  <a:pt x="0" y="468"/>
                  <a:pt x="4" y="473"/>
                  <a:pt x="11" y="478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33" y="721"/>
                  <a:pt x="459" y="720"/>
                  <a:pt x="477" y="710"/>
                </a:cubicBezTo>
                <a:cubicBezTo>
                  <a:pt x="1256" y="260"/>
                  <a:pt x="1256" y="260"/>
                  <a:pt x="1256" y="260"/>
                </a:cubicBezTo>
                <a:cubicBezTo>
                  <a:pt x="1265" y="254"/>
                  <a:pt x="1270" y="247"/>
                  <a:pt x="1270" y="241"/>
                </a:cubicBezTo>
                <a:cubicBezTo>
                  <a:pt x="1270" y="241"/>
                  <a:pt x="1270" y="241"/>
                  <a:pt x="1270" y="241"/>
                </a:cubicBezTo>
                <a:cubicBezTo>
                  <a:pt x="1270" y="210"/>
                  <a:pt x="1270" y="210"/>
                  <a:pt x="1270" y="21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119">
            <a:extLst>
              <a:ext uri="{FF2B5EF4-FFF2-40B4-BE49-F238E27FC236}">
                <a16:creationId xmlns:a16="http://schemas.microsoft.com/office/drawing/2014/main" xmlns="" id="{AC4D9720-5100-411A-901D-B888CE00D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3168650"/>
            <a:ext cx="5260975" cy="2097088"/>
          </a:xfrm>
          <a:custGeom>
            <a:avLst/>
            <a:gdLst>
              <a:gd name="T0" fmla="*/ 1270 w 1270"/>
              <a:gd name="T1" fmla="*/ 0 h 507"/>
              <a:gd name="T2" fmla="*/ 1256 w 1270"/>
              <a:gd name="T3" fmla="*/ 19 h 507"/>
              <a:gd name="T4" fmla="*/ 477 w 1270"/>
              <a:gd name="T5" fmla="*/ 469 h 507"/>
              <a:gd name="T6" fmla="*/ 443 w 1270"/>
              <a:gd name="T7" fmla="*/ 477 h 507"/>
              <a:gd name="T8" fmla="*/ 417 w 1270"/>
              <a:gd name="T9" fmla="*/ 471 h 507"/>
              <a:gd name="T10" fmla="*/ 11 w 1270"/>
              <a:gd name="T11" fmla="*/ 236 h 507"/>
              <a:gd name="T12" fmla="*/ 1 w 1270"/>
              <a:gd name="T13" fmla="*/ 222 h 507"/>
              <a:gd name="T14" fmla="*/ 1 w 1270"/>
              <a:gd name="T15" fmla="*/ 251 h 507"/>
              <a:gd name="T16" fmla="*/ 1 w 1270"/>
              <a:gd name="T17" fmla="*/ 251 h 507"/>
              <a:gd name="T18" fmla="*/ 1 w 1270"/>
              <a:gd name="T19" fmla="*/ 251 h 507"/>
              <a:gd name="T20" fmla="*/ 1 w 1270"/>
              <a:gd name="T21" fmla="*/ 252 h 507"/>
              <a:gd name="T22" fmla="*/ 11 w 1270"/>
              <a:gd name="T23" fmla="*/ 267 h 507"/>
              <a:gd name="T24" fmla="*/ 417 w 1270"/>
              <a:gd name="T25" fmla="*/ 501 h 507"/>
              <a:gd name="T26" fmla="*/ 443 w 1270"/>
              <a:gd name="T27" fmla="*/ 507 h 507"/>
              <a:gd name="T28" fmla="*/ 477 w 1270"/>
              <a:gd name="T29" fmla="*/ 499 h 507"/>
              <a:gd name="T30" fmla="*/ 1256 w 1270"/>
              <a:gd name="T31" fmla="*/ 49 h 507"/>
              <a:gd name="T32" fmla="*/ 1270 w 1270"/>
              <a:gd name="T33" fmla="*/ 30 h 507"/>
              <a:gd name="T34" fmla="*/ 1270 w 1270"/>
              <a:gd name="T35" fmla="*/ 30 h 507"/>
              <a:gd name="T36" fmla="*/ 1270 w 1270"/>
              <a:gd name="T37" fmla="*/ 19 h 507"/>
              <a:gd name="T38" fmla="*/ 1270 w 1270"/>
              <a:gd name="T39" fmla="*/ 19 h 507"/>
              <a:gd name="T40" fmla="*/ 1256 w 1270"/>
              <a:gd name="T41" fmla="*/ 38 h 507"/>
              <a:gd name="T42" fmla="*/ 477 w 1270"/>
              <a:gd name="T43" fmla="*/ 488 h 507"/>
              <a:gd name="T44" fmla="*/ 443 w 1270"/>
              <a:gd name="T45" fmla="*/ 497 h 507"/>
              <a:gd name="T46" fmla="*/ 417 w 1270"/>
              <a:gd name="T47" fmla="*/ 491 h 507"/>
              <a:gd name="T48" fmla="*/ 11 w 1270"/>
              <a:gd name="T49" fmla="*/ 256 h 507"/>
              <a:gd name="T50" fmla="*/ 1 w 1270"/>
              <a:gd name="T51" fmla="*/ 241 h 507"/>
              <a:gd name="T52" fmla="*/ 1 w 1270"/>
              <a:gd name="T53" fmla="*/ 241 h 507"/>
              <a:gd name="T54" fmla="*/ 1 w 1270"/>
              <a:gd name="T55" fmla="*/ 233 h 507"/>
              <a:gd name="T56" fmla="*/ 1 w 1270"/>
              <a:gd name="T57" fmla="*/ 233 h 507"/>
              <a:gd name="T58" fmla="*/ 11 w 1270"/>
              <a:gd name="T59" fmla="*/ 248 h 507"/>
              <a:gd name="T60" fmla="*/ 417 w 1270"/>
              <a:gd name="T61" fmla="*/ 483 h 507"/>
              <a:gd name="T62" fmla="*/ 443 w 1270"/>
              <a:gd name="T63" fmla="*/ 489 h 507"/>
              <a:gd name="T64" fmla="*/ 477 w 1270"/>
              <a:gd name="T65" fmla="*/ 480 h 507"/>
              <a:gd name="T66" fmla="*/ 1256 w 1270"/>
              <a:gd name="T67" fmla="*/ 31 h 507"/>
              <a:gd name="T68" fmla="*/ 1270 w 1270"/>
              <a:gd name="T69" fmla="*/ 11 h 507"/>
              <a:gd name="T70" fmla="*/ 1270 w 1270"/>
              <a:gd name="T71" fmla="*/ 11 h 507"/>
              <a:gd name="T72" fmla="*/ 1270 w 1270"/>
              <a:gd name="T73" fmla="*/ 0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70" h="507">
                <a:moveTo>
                  <a:pt x="1270" y="0"/>
                </a:moveTo>
                <a:cubicBezTo>
                  <a:pt x="1270" y="6"/>
                  <a:pt x="1265" y="13"/>
                  <a:pt x="1256" y="19"/>
                </a:cubicBezTo>
                <a:cubicBezTo>
                  <a:pt x="477" y="469"/>
                  <a:pt x="477" y="469"/>
                  <a:pt x="477" y="469"/>
                </a:cubicBezTo>
                <a:cubicBezTo>
                  <a:pt x="467" y="474"/>
                  <a:pt x="455" y="477"/>
                  <a:pt x="443" y="477"/>
                </a:cubicBezTo>
                <a:cubicBezTo>
                  <a:pt x="433" y="477"/>
                  <a:pt x="424" y="475"/>
                  <a:pt x="417" y="471"/>
                </a:cubicBezTo>
                <a:cubicBezTo>
                  <a:pt x="11" y="236"/>
                  <a:pt x="11" y="236"/>
                  <a:pt x="11" y="236"/>
                </a:cubicBezTo>
                <a:cubicBezTo>
                  <a:pt x="4" y="232"/>
                  <a:pt x="1" y="227"/>
                  <a:pt x="1" y="222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2"/>
                  <a:pt x="1" y="252"/>
                </a:cubicBezTo>
                <a:cubicBezTo>
                  <a:pt x="1" y="257"/>
                  <a:pt x="4" y="263"/>
                  <a:pt x="11" y="267"/>
                </a:cubicBezTo>
                <a:cubicBezTo>
                  <a:pt x="417" y="501"/>
                  <a:pt x="417" y="501"/>
                  <a:pt x="417" y="501"/>
                </a:cubicBezTo>
                <a:cubicBezTo>
                  <a:pt x="424" y="505"/>
                  <a:pt x="433" y="507"/>
                  <a:pt x="443" y="507"/>
                </a:cubicBezTo>
                <a:cubicBezTo>
                  <a:pt x="455" y="507"/>
                  <a:pt x="467" y="504"/>
                  <a:pt x="477" y="499"/>
                </a:cubicBezTo>
                <a:cubicBezTo>
                  <a:pt x="1256" y="49"/>
                  <a:pt x="1256" y="49"/>
                  <a:pt x="1256" y="49"/>
                </a:cubicBezTo>
                <a:cubicBezTo>
                  <a:pt x="1265" y="43"/>
                  <a:pt x="1270" y="36"/>
                  <a:pt x="1270" y="30"/>
                </a:cubicBezTo>
                <a:cubicBezTo>
                  <a:pt x="1270" y="30"/>
                  <a:pt x="1270" y="30"/>
                  <a:pt x="1270" y="30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26"/>
                  <a:pt x="1265" y="33"/>
                  <a:pt x="1256" y="38"/>
                </a:cubicBezTo>
                <a:cubicBezTo>
                  <a:pt x="477" y="488"/>
                  <a:pt x="477" y="488"/>
                  <a:pt x="477" y="488"/>
                </a:cubicBezTo>
                <a:cubicBezTo>
                  <a:pt x="467" y="494"/>
                  <a:pt x="455" y="497"/>
                  <a:pt x="443" y="497"/>
                </a:cubicBezTo>
                <a:cubicBezTo>
                  <a:pt x="433" y="497"/>
                  <a:pt x="424" y="495"/>
                  <a:pt x="417" y="491"/>
                </a:cubicBezTo>
                <a:cubicBezTo>
                  <a:pt x="11" y="256"/>
                  <a:pt x="11" y="256"/>
                  <a:pt x="11" y="256"/>
                </a:cubicBezTo>
                <a:cubicBezTo>
                  <a:pt x="4" y="252"/>
                  <a:pt x="0" y="246"/>
                  <a:pt x="1" y="241"/>
                </a:cubicBezTo>
                <a:cubicBezTo>
                  <a:pt x="1" y="241"/>
                  <a:pt x="1" y="241"/>
                  <a:pt x="1" y="241"/>
                </a:cubicBezTo>
                <a:cubicBezTo>
                  <a:pt x="1" y="233"/>
                  <a:pt x="1" y="233"/>
                  <a:pt x="1" y="233"/>
                </a:cubicBezTo>
                <a:cubicBezTo>
                  <a:pt x="1" y="233"/>
                  <a:pt x="1" y="233"/>
                  <a:pt x="1" y="233"/>
                </a:cubicBezTo>
                <a:cubicBezTo>
                  <a:pt x="0" y="239"/>
                  <a:pt x="4" y="244"/>
                  <a:pt x="11" y="248"/>
                </a:cubicBezTo>
                <a:cubicBezTo>
                  <a:pt x="417" y="483"/>
                  <a:pt x="417" y="483"/>
                  <a:pt x="417" y="483"/>
                </a:cubicBezTo>
                <a:cubicBezTo>
                  <a:pt x="424" y="487"/>
                  <a:pt x="433" y="489"/>
                  <a:pt x="443" y="489"/>
                </a:cubicBezTo>
                <a:cubicBezTo>
                  <a:pt x="455" y="489"/>
                  <a:pt x="467" y="486"/>
                  <a:pt x="477" y="480"/>
                </a:cubicBezTo>
                <a:cubicBezTo>
                  <a:pt x="1256" y="31"/>
                  <a:pt x="1256" y="31"/>
                  <a:pt x="1256" y="31"/>
                </a:cubicBezTo>
                <a:cubicBezTo>
                  <a:pt x="1265" y="25"/>
                  <a:pt x="1270" y="18"/>
                  <a:pt x="1270" y="11"/>
                </a:cubicBezTo>
                <a:cubicBezTo>
                  <a:pt x="1270" y="11"/>
                  <a:pt x="1270" y="11"/>
                  <a:pt x="1270" y="11"/>
                </a:cubicBezTo>
                <a:cubicBezTo>
                  <a:pt x="1270" y="0"/>
                  <a:pt x="1270" y="0"/>
                  <a:pt x="127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20">
            <a:extLst>
              <a:ext uri="{FF2B5EF4-FFF2-40B4-BE49-F238E27FC236}">
                <a16:creationId xmlns:a16="http://schemas.microsoft.com/office/drawing/2014/main" xmlns="" id="{C18E6281-1439-4738-A204-527A0E249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3214688"/>
            <a:ext cx="5260975" cy="2017712"/>
          </a:xfrm>
          <a:custGeom>
            <a:avLst/>
            <a:gdLst>
              <a:gd name="T0" fmla="*/ 1256 w 1270"/>
              <a:gd name="T1" fmla="*/ 20 h 488"/>
              <a:gd name="T2" fmla="*/ 477 w 1270"/>
              <a:gd name="T3" fmla="*/ 469 h 488"/>
              <a:gd name="T4" fmla="*/ 417 w 1270"/>
              <a:gd name="T5" fmla="*/ 472 h 488"/>
              <a:gd name="T6" fmla="*/ 11 w 1270"/>
              <a:gd name="T7" fmla="*/ 237 h 488"/>
              <a:gd name="T8" fmla="*/ 1 w 1270"/>
              <a:gd name="T9" fmla="*/ 222 h 488"/>
              <a:gd name="T10" fmla="*/ 1 w 1270"/>
              <a:gd name="T11" fmla="*/ 222 h 488"/>
              <a:gd name="T12" fmla="*/ 1 w 1270"/>
              <a:gd name="T13" fmla="*/ 230 h 488"/>
              <a:gd name="T14" fmla="*/ 1 w 1270"/>
              <a:gd name="T15" fmla="*/ 230 h 488"/>
              <a:gd name="T16" fmla="*/ 11 w 1270"/>
              <a:gd name="T17" fmla="*/ 245 h 488"/>
              <a:gd name="T18" fmla="*/ 417 w 1270"/>
              <a:gd name="T19" fmla="*/ 480 h 488"/>
              <a:gd name="T20" fmla="*/ 477 w 1270"/>
              <a:gd name="T21" fmla="*/ 477 h 488"/>
              <a:gd name="T22" fmla="*/ 1256 w 1270"/>
              <a:gd name="T23" fmla="*/ 27 h 488"/>
              <a:gd name="T24" fmla="*/ 1270 w 1270"/>
              <a:gd name="T25" fmla="*/ 8 h 488"/>
              <a:gd name="T26" fmla="*/ 1270 w 1270"/>
              <a:gd name="T27" fmla="*/ 8 h 488"/>
              <a:gd name="T28" fmla="*/ 1270 w 1270"/>
              <a:gd name="T29" fmla="*/ 0 h 488"/>
              <a:gd name="T30" fmla="*/ 1270 w 1270"/>
              <a:gd name="T31" fmla="*/ 0 h 488"/>
              <a:gd name="T32" fmla="*/ 1256 w 1270"/>
              <a:gd name="T33" fmla="*/ 20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270" h="488">
                <a:moveTo>
                  <a:pt x="1256" y="20"/>
                </a:moveTo>
                <a:cubicBezTo>
                  <a:pt x="477" y="469"/>
                  <a:pt x="477" y="469"/>
                  <a:pt x="477" y="469"/>
                </a:cubicBezTo>
                <a:cubicBezTo>
                  <a:pt x="459" y="480"/>
                  <a:pt x="433" y="481"/>
                  <a:pt x="417" y="472"/>
                </a:cubicBezTo>
                <a:cubicBezTo>
                  <a:pt x="11" y="237"/>
                  <a:pt x="11" y="237"/>
                  <a:pt x="11" y="237"/>
                </a:cubicBezTo>
                <a:cubicBezTo>
                  <a:pt x="4" y="233"/>
                  <a:pt x="0" y="228"/>
                  <a:pt x="1" y="222"/>
                </a:cubicBezTo>
                <a:cubicBezTo>
                  <a:pt x="1" y="222"/>
                  <a:pt x="1" y="222"/>
                  <a:pt x="1" y="222"/>
                </a:cubicBezTo>
                <a:cubicBezTo>
                  <a:pt x="1" y="230"/>
                  <a:pt x="1" y="230"/>
                  <a:pt x="1" y="230"/>
                </a:cubicBezTo>
                <a:cubicBezTo>
                  <a:pt x="1" y="230"/>
                  <a:pt x="1" y="230"/>
                  <a:pt x="1" y="230"/>
                </a:cubicBezTo>
                <a:cubicBezTo>
                  <a:pt x="0" y="235"/>
                  <a:pt x="4" y="241"/>
                  <a:pt x="11" y="245"/>
                </a:cubicBezTo>
                <a:cubicBezTo>
                  <a:pt x="417" y="480"/>
                  <a:pt x="417" y="480"/>
                  <a:pt x="417" y="480"/>
                </a:cubicBezTo>
                <a:cubicBezTo>
                  <a:pt x="433" y="488"/>
                  <a:pt x="459" y="487"/>
                  <a:pt x="477" y="477"/>
                </a:cubicBezTo>
                <a:cubicBezTo>
                  <a:pt x="1256" y="27"/>
                  <a:pt x="1256" y="27"/>
                  <a:pt x="1256" y="27"/>
                </a:cubicBezTo>
                <a:cubicBezTo>
                  <a:pt x="1265" y="22"/>
                  <a:pt x="1270" y="15"/>
                  <a:pt x="1270" y="8"/>
                </a:cubicBezTo>
                <a:cubicBezTo>
                  <a:pt x="1270" y="8"/>
                  <a:pt x="1270" y="8"/>
                  <a:pt x="1270" y="8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7"/>
                  <a:pt x="1265" y="14"/>
                  <a:pt x="1256" y="20"/>
                </a:cubicBezTo>
              </a:path>
            </a:pathLst>
          </a:custGeom>
          <a:gradFill rotWithShape="1">
            <a:gsLst>
              <a:gs pos="0">
                <a:srgbClr val="44E3DF"/>
              </a:gs>
              <a:gs pos="100000">
                <a:srgbClr val="3CABC4"/>
              </a:gs>
            </a:gsLst>
            <a:lin ang="54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121">
            <a:extLst>
              <a:ext uri="{FF2B5EF4-FFF2-40B4-BE49-F238E27FC236}">
                <a16:creationId xmlns:a16="http://schemas.microsoft.com/office/drawing/2014/main" xmlns="" id="{A80684C8-BD2D-4F8B-AE79-EF0E6623A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38" y="2097088"/>
            <a:ext cx="5295900" cy="3057525"/>
          </a:xfrm>
          <a:custGeom>
            <a:avLst/>
            <a:gdLst>
              <a:gd name="T0" fmla="*/ 421 w 1279"/>
              <a:gd name="T1" fmla="*/ 730 h 739"/>
              <a:gd name="T2" fmla="*/ 15 w 1279"/>
              <a:gd name="T3" fmla="*/ 495 h 739"/>
              <a:gd name="T4" fmla="*/ 19 w 1279"/>
              <a:gd name="T5" fmla="*/ 461 h 739"/>
              <a:gd name="T6" fmla="*/ 798 w 1279"/>
              <a:gd name="T7" fmla="*/ 11 h 739"/>
              <a:gd name="T8" fmla="*/ 858 w 1279"/>
              <a:gd name="T9" fmla="*/ 9 h 739"/>
              <a:gd name="T10" fmla="*/ 1264 w 1279"/>
              <a:gd name="T11" fmla="*/ 243 h 739"/>
              <a:gd name="T12" fmla="*/ 1260 w 1279"/>
              <a:gd name="T13" fmla="*/ 278 h 739"/>
              <a:gd name="T14" fmla="*/ 481 w 1279"/>
              <a:gd name="T15" fmla="*/ 728 h 739"/>
              <a:gd name="T16" fmla="*/ 421 w 1279"/>
              <a:gd name="T17" fmla="*/ 730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79" h="739">
                <a:moveTo>
                  <a:pt x="421" y="730"/>
                </a:moveTo>
                <a:cubicBezTo>
                  <a:pt x="15" y="495"/>
                  <a:pt x="15" y="495"/>
                  <a:pt x="15" y="495"/>
                </a:cubicBezTo>
                <a:cubicBezTo>
                  <a:pt x="0" y="487"/>
                  <a:pt x="2" y="471"/>
                  <a:pt x="19" y="461"/>
                </a:cubicBezTo>
                <a:cubicBezTo>
                  <a:pt x="798" y="11"/>
                  <a:pt x="798" y="11"/>
                  <a:pt x="798" y="11"/>
                </a:cubicBezTo>
                <a:cubicBezTo>
                  <a:pt x="816" y="1"/>
                  <a:pt x="842" y="0"/>
                  <a:pt x="858" y="9"/>
                </a:cubicBezTo>
                <a:cubicBezTo>
                  <a:pt x="1264" y="243"/>
                  <a:pt x="1264" y="243"/>
                  <a:pt x="1264" y="243"/>
                </a:cubicBezTo>
                <a:cubicBezTo>
                  <a:pt x="1279" y="252"/>
                  <a:pt x="1277" y="268"/>
                  <a:pt x="1260" y="278"/>
                </a:cubicBezTo>
                <a:cubicBezTo>
                  <a:pt x="481" y="728"/>
                  <a:pt x="481" y="728"/>
                  <a:pt x="481" y="728"/>
                </a:cubicBezTo>
                <a:cubicBezTo>
                  <a:pt x="463" y="738"/>
                  <a:pt x="437" y="739"/>
                  <a:pt x="421" y="73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122">
            <a:extLst>
              <a:ext uri="{FF2B5EF4-FFF2-40B4-BE49-F238E27FC236}">
                <a16:creationId xmlns:a16="http://schemas.microsoft.com/office/drawing/2014/main" xmlns="" id="{FC982295-AF39-446F-8B26-A196A5A10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438" y="4905375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23">
            <a:extLst>
              <a:ext uri="{FF2B5EF4-FFF2-40B4-BE49-F238E27FC236}">
                <a16:creationId xmlns:a16="http://schemas.microsoft.com/office/drawing/2014/main" xmlns="" id="{3DE41D60-69F3-4AD8-A3C4-DB5F6C6B8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8638" y="4948238"/>
            <a:ext cx="34925" cy="57150"/>
          </a:xfrm>
          <a:custGeom>
            <a:avLst/>
            <a:gdLst>
              <a:gd name="T0" fmla="*/ 9 w 9"/>
              <a:gd name="T1" fmla="*/ 10 h 14"/>
              <a:gd name="T2" fmla="*/ 4 w 9"/>
              <a:gd name="T3" fmla="*/ 12 h 14"/>
              <a:gd name="T4" fmla="*/ 0 w 9"/>
              <a:gd name="T5" fmla="*/ 4 h 14"/>
              <a:gd name="T6" fmla="*/ 4 w 9"/>
              <a:gd name="T7" fmla="*/ 2 h 14"/>
              <a:gd name="T8" fmla="*/ 9 w 9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4">
                <a:moveTo>
                  <a:pt x="9" y="10"/>
                </a:moveTo>
                <a:cubicBezTo>
                  <a:pt x="9" y="13"/>
                  <a:pt x="7" y="14"/>
                  <a:pt x="4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4" y="2"/>
                </a:cubicBezTo>
                <a:cubicBezTo>
                  <a:pt x="7" y="3"/>
                  <a:pt x="9" y="7"/>
                  <a:pt x="9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124">
            <a:extLst>
              <a:ext uri="{FF2B5EF4-FFF2-40B4-BE49-F238E27FC236}">
                <a16:creationId xmlns:a16="http://schemas.microsoft.com/office/drawing/2014/main" xmlns="" id="{671B2D73-DE1F-4F18-A735-6ED7EF0D8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1663" y="4992688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125">
            <a:extLst>
              <a:ext uri="{FF2B5EF4-FFF2-40B4-BE49-F238E27FC236}">
                <a16:creationId xmlns:a16="http://schemas.microsoft.com/office/drawing/2014/main" xmlns="" id="{5FE95CCB-A33F-4C44-B0FE-664619959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13" y="4314825"/>
            <a:ext cx="39687" cy="52388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8" y="13"/>
                  <a:pt x="5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8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126">
            <a:extLst>
              <a:ext uri="{FF2B5EF4-FFF2-40B4-BE49-F238E27FC236}">
                <a16:creationId xmlns:a16="http://schemas.microsoft.com/office/drawing/2014/main" xmlns="" id="{BF592E61-56AC-4BBC-9A71-C2A7F7572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938" y="4356100"/>
            <a:ext cx="42862" cy="57150"/>
          </a:xfrm>
          <a:custGeom>
            <a:avLst/>
            <a:gdLst>
              <a:gd name="T0" fmla="*/ 10 w 10"/>
              <a:gd name="T1" fmla="*/ 10 h 14"/>
              <a:gd name="T2" fmla="*/ 5 w 10"/>
              <a:gd name="T3" fmla="*/ 12 h 14"/>
              <a:gd name="T4" fmla="*/ 0 w 10"/>
              <a:gd name="T5" fmla="*/ 5 h 14"/>
              <a:gd name="T6" fmla="*/ 5 w 10"/>
              <a:gd name="T7" fmla="*/ 2 h 14"/>
              <a:gd name="T8" fmla="*/ 10 w 10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4">
                <a:moveTo>
                  <a:pt x="10" y="10"/>
                </a:moveTo>
                <a:cubicBezTo>
                  <a:pt x="10" y="13"/>
                  <a:pt x="7" y="14"/>
                  <a:pt x="5" y="12"/>
                </a:cubicBezTo>
                <a:cubicBezTo>
                  <a:pt x="2" y="11"/>
                  <a:pt x="0" y="7"/>
                  <a:pt x="0" y="5"/>
                </a:cubicBezTo>
                <a:cubicBezTo>
                  <a:pt x="0" y="2"/>
                  <a:pt x="2" y="0"/>
                  <a:pt x="5" y="2"/>
                </a:cubicBezTo>
                <a:cubicBezTo>
                  <a:pt x="7" y="3"/>
                  <a:pt x="10" y="7"/>
                  <a:pt x="10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127">
            <a:extLst>
              <a:ext uri="{FF2B5EF4-FFF2-40B4-BE49-F238E27FC236}">
                <a16:creationId xmlns:a16="http://schemas.microsoft.com/office/drawing/2014/main" xmlns="" id="{1DD08F44-ADCA-4FAA-BCDB-D45DFC432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8" y="4402138"/>
            <a:ext cx="39687" cy="5397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7" y="13"/>
                  <a:pt x="5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7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128">
            <a:extLst>
              <a:ext uri="{FF2B5EF4-FFF2-40B4-BE49-F238E27FC236}">
                <a16:creationId xmlns:a16="http://schemas.microsoft.com/office/drawing/2014/main" xmlns="" id="{1F8B2D33-8F37-4844-96B6-DCD16473B33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043238" y="2084388"/>
            <a:ext cx="833437" cy="438150"/>
          </a:xfrm>
          <a:custGeom>
            <a:avLst/>
            <a:gdLst>
              <a:gd name="T0" fmla="*/ 138 w 201"/>
              <a:gd name="T1" fmla="*/ 24 h 106"/>
              <a:gd name="T2" fmla="*/ 0 w 201"/>
              <a:gd name="T3" fmla="*/ 104 h 106"/>
              <a:gd name="T4" fmla="*/ 3 w 201"/>
              <a:gd name="T5" fmla="*/ 106 h 106"/>
              <a:gd name="T6" fmla="*/ 138 w 201"/>
              <a:gd name="T7" fmla="*/ 28 h 106"/>
              <a:gd name="T8" fmla="*/ 138 w 201"/>
              <a:gd name="T9" fmla="*/ 24 h 106"/>
              <a:gd name="T10" fmla="*/ 166 w 201"/>
              <a:gd name="T11" fmla="*/ 8 h 106"/>
              <a:gd name="T12" fmla="*/ 142 w 201"/>
              <a:gd name="T13" fmla="*/ 22 h 106"/>
              <a:gd name="T14" fmla="*/ 142 w 201"/>
              <a:gd name="T15" fmla="*/ 26 h 106"/>
              <a:gd name="T16" fmla="*/ 166 w 201"/>
              <a:gd name="T17" fmla="*/ 12 h 106"/>
              <a:gd name="T18" fmla="*/ 166 w 201"/>
              <a:gd name="T19" fmla="*/ 8 h 106"/>
              <a:gd name="T20" fmla="*/ 196 w 201"/>
              <a:gd name="T21" fmla="*/ 0 h 106"/>
              <a:gd name="T22" fmla="*/ 170 w 201"/>
              <a:gd name="T23" fmla="*/ 6 h 106"/>
              <a:gd name="T24" fmla="*/ 170 w 201"/>
              <a:gd name="T25" fmla="*/ 10 h 106"/>
              <a:gd name="T26" fmla="*/ 173 w 201"/>
              <a:gd name="T27" fmla="*/ 8 h 106"/>
              <a:gd name="T28" fmla="*/ 196 w 201"/>
              <a:gd name="T29" fmla="*/ 0 h 106"/>
              <a:gd name="T30" fmla="*/ 196 w 201"/>
              <a:gd name="T31" fmla="*/ 0 h 106"/>
              <a:gd name="T32" fmla="*/ 200 w 201"/>
              <a:gd name="T33" fmla="*/ 0 h 106"/>
              <a:gd name="T34" fmla="*/ 200 w 201"/>
              <a:gd name="T35" fmla="*/ 0 h 106"/>
              <a:gd name="T36" fmla="*/ 201 w 201"/>
              <a:gd name="T37" fmla="*/ 0 h 106"/>
              <a:gd name="T38" fmla="*/ 200 w 201"/>
              <a:gd name="T39" fmla="*/ 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01" h="106">
                <a:moveTo>
                  <a:pt x="138" y="24"/>
                </a:moveTo>
                <a:cubicBezTo>
                  <a:pt x="0" y="104"/>
                  <a:pt x="0" y="104"/>
                  <a:pt x="0" y="104"/>
                </a:cubicBezTo>
                <a:cubicBezTo>
                  <a:pt x="3" y="106"/>
                  <a:pt x="3" y="106"/>
                  <a:pt x="3" y="106"/>
                </a:cubicBezTo>
                <a:cubicBezTo>
                  <a:pt x="138" y="28"/>
                  <a:pt x="138" y="28"/>
                  <a:pt x="138" y="28"/>
                </a:cubicBezTo>
                <a:cubicBezTo>
                  <a:pt x="138" y="24"/>
                  <a:pt x="138" y="24"/>
                  <a:pt x="138" y="24"/>
                </a:cubicBezTo>
                <a:moveTo>
                  <a:pt x="166" y="8"/>
                </a:moveTo>
                <a:cubicBezTo>
                  <a:pt x="142" y="22"/>
                  <a:pt x="142" y="22"/>
                  <a:pt x="142" y="22"/>
                </a:cubicBezTo>
                <a:cubicBezTo>
                  <a:pt x="142" y="26"/>
                  <a:pt x="142" y="26"/>
                  <a:pt x="142" y="26"/>
                </a:cubicBezTo>
                <a:cubicBezTo>
                  <a:pt x="166" y="12"/>
                  <a:pt x="166" y="12"/>
                  <a:pt x="166" y="12"/>
                </a:cubicBezTo>
                <a:cubicBezTo>
                  <a:pt x="166" y="8"/>
                  <a:pt x="166" y="8"/>
                  <a:pt x="166" y="8"/>
                </a:cubicBezTo>
                <a:moveTo>
                  <a:pt x="196" y="0"/>
                </a:moveTo>
                <a:cubicBezTo>
                  <a:pt x="187" y="0"/>
                  <a:pt x="178" y="2"/>
                  <a:pt x="170" y="6"/>
                </a:cubicBezTo>
                <a:cubicBezTo>
                  <a:pt x="170" y="10"/>
                  <a:pt x="170" y="10"/>
                  <a:pt x="170" y="10"/>
                </a:cubicBezTo>
                <a:cubicBezTo>
                  <a:pt x="173" y="8"/>
                  <a:pt x="173" y="8"/>
                  <a:pt x="173" y="8"/>
                </a:cubicBezTo>
                <a:cubicBezTo>
                  <a:pt x="180" y="4"/>
                  <a:pt x="188" y="1"/>
                  <a:pt x="196" y="0"/>
                </a:cubicBezTo>
                <a:cubicBezTo>
                  <a:pt x="196" y="0"/>
                  <a:pt x="196" y="0"/>
                  <a:pt x="196" y="0"/>
                </a:cubicBezTo>
                <a:moveTo>
                  <a:pt x="200" y="0"/>
                </a:moveTo>
                <a:cubicBezTo>
                  <a:pt x="200" y="0"/>
                  <a:pt x="200" y="0"/>
                  <a:pt x="200" y="0"/>
                </a:cubicBezTo>
                <a:cubicBezTo>
                  <a:pt x="200" y="0"/>
                  <a:pt x="200" y="0"/>
                  <a:pt x="201" y="0"/>
                </a:cubicBezTo>
                <a:cubicBezTo>
                  <a:pt x="200" y="0"/>
                  <a:pt x="200" y="0"/>
                  <a:pt x="200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129">
            <a:extLst>
              <a:ext uri="{FF2B5EF4-FFF2-40B4-BE49-F238E27FC236}">
                <a16:creationId xmlns:a16="http://schemas.microsoft.com/office/drawing/2014/main" xmlns="" id="{E472FF78-17E6-4FCD-9B8C-E836EAED9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4738" y="2176463"/>
            <a:ext cx="15875" cy="23812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  <a:close/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130">
            <a:extLst>
              <a:ext uri="{FF2B5EF4-FFF2-40B4-BE49-F238E27FC236}">
                <a16:creationId xmlns:a16="http://schemas.microsoft.com/office/drawing/2014/main" xmlns="" id="{9FCFE153-0A16-4933-B53D-FE9BF4F63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4738" y="2176463"/>
            <a:ext cx="15875" cy="23812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131">
            <a:extLst>
              <a:ext uri="{FF2B5EF4-FFF2-40B4-BE49-F238E27FC236}">
                <a16:creationId xmlns:a16="http://schemas.microsoft.com/office/drawing/2014/main" xmlns="" id="{5B4D1BD2-208D-43AE-BA49-8B14AECE7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25" y="2108200"/>
            <a:ext cx="17463" cy="25400"/>
          </a:xfrm>
          <a:custGeom>
            <a:avLst/>
            <a:gdLst>
              <a:gd name="T0" fmla="*/ 4 w 4"/>
              <a:gd name="T1" fmla="*/ 0 h 6"/>
              <a:gd name="T2" fmla="*/ 0 w 4"/>
              <a:gd name="T3" fmla="*/ 2 h 6"/>
              <a:gd name="T4" fmla="*/ 0 w 4"/>
              <a:gd name="T5" fmla="*/ 2 h 6"/>
              <a:gd name="T6" fmla="*/ 0 w 4"/>
              <a:gd name="T7" fmla="*/ 6 h 6"/>
              <a:gd name="T8" fmla="*/ 4 w 4"/>
              <a:gd name="T9" fmla="*/ 4 h 6"/>
              <a:gd name="T10" fmla="*/ 4 w 4"/>
              <a:gd name="T11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6">
                <a:moveTo>
                  <a:pt x="4" y="0"/>
                </a:moveTo>
                <a:cubicBezTo>
                  <a:pt x="3" y="1"/>
                  <a:pt x="1" y="1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6"/>
                  <a:pt x="0" y="6"/>
                  <a:pt x="0" y="6"/>
                </a:cubicBezTo>
                <a:cubicBezTo>
                  <a:pt x="4" y="4"/>
                  <a:pt x="4" y="4"/>
                  <a:pt x="4" y="4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Freeform 132">
            <a:extLst>
              <a:ext uri="{FF2B5EF4-FFF2-40B4-BE49-F238E27FC236}">
                <a16:creationId xmlns:a16="http://schemas.microsoft.com/office/drawing/2014/main" xmlns="" id="{2CB22EA3-BADB-4384-BFA3-C06DF35E5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2084388"/>
            <a:ext cx="15875" cy="0"/>
          </a:xfrm>
          <a:custGeom>
            <a:avLst/>
            <a:gdLst>
              <a:gd name="T0" fmla="*/ 4 w 4"/>
              <a:gd name="T1" fmla="*/ 0 h 1"/>
              <a:gd name="T2" fmla="*/ 0 w 4"/>
              <a:gd name="T3" fmla="*/ 0 h 1"/>
              <a:gd name="T4" fmla="*/ 0 w 4"/>
              <a:gd name="T5" fmla="*/ 0 h 1"/>
              <a:gd name="T6" fmla="*/ 4 w 4"/>
              <a:gd name="T7" fmla="*/ 0 h 1"/>
              <a:gd name="T8" fmla="*/ 4 w 4"/>
              <a:gd name="T9" fmla="*/ 0 h 1"/>
              <a:gd name="T10" fmla="*/ 4 w 4"/>
              <a:gd name="T11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1">
                <a:moveTo>
                  <a:pt x="4" y="0"/>
                </a:moveTo>
                <a:cubicBezTo>
                  <a:pt x="2" y="0"/>
                  <a:pt x="1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133">
            <a:extLst>
              <a:ext uri="{FF2B5EF4-FFF2-40B4-BE49-F238E27FC236}">
                <a16:creationId xmlns:a16="http://schemas.microsoft.com/office/drawing/2014/main" xmlns="" id="{43AE9CDA-2392-437A-AB8F-27E81AB57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38" y="2882900"/>
            <a:ext cx="1970087" cy="1187450"/>
          </a:xfrm>
          <a:custGeom>
            <a:avLst/>
            <a:gdLst>
              <a:gd name="T0" fmla="*/ 475 w 476"/>
              <a:gd name="T1" fmla="*/ 0 h 287"/>
              <a:gd name="T2" fmla="*/ 16 w 476"/>
              <a:gd name="T3" fmla="*/ 265 h 287"/>
              <a:gd name="T4" fmla="*/ 2 w 476"/>
              <a:gd name="T5" fmla="*/ 287 h 287"/>
              <a:gd name="T6" fmla="*/ 8 w 476"/>
              <a:gd name="T7" fmla="*/ 277 h 287"/>
              <a:gd name="T8" fmla="*/ 23 w 476"/>
              <a:gd name="T9" fmla="*/ 265 h 287"/>
              <a:gd name="T10" fmla="*/ 476 w 476"/>
              <a:gd name="T11" fmla="*/ 3 h 287"/>
              <a:gd name="T12" fmla="*/ 473 w 476"/>
              <a:gd name="T13" fmla="*/ 1 h 287"/>
              <a:gd name="T14" fmla="*/ 475 w 476"/>
              <a:gd name="T15" fmla="*/ 0 h 287"/>
              <a:gd name="T16" fmla="*/ 475 w 476"/>
              <a:gd name="T17" fmla="*/ 0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76" h="287">
                <a:moveTo>
                  <a:pt x="475" y="0"/>
                </a:moveTo>
                <a:cubicBezTo>
                  <a:pt x="16" y="265"/>
                  <a:pt x="16" y="265"/>
                  <a:pt x="16" y="265"/>
                </a:cubicBezTo>
                <a:cubicBezTo>
                  <a:pt x="5" y="271"/>
                  <a:pt x="0" y="280"/>
                  <a:pt x="2" y="287"/>
                </a:cubicBezTo>
                <a:cubicBezTo>
                  <a:pt x="3" y="284"/>
                  <a:pt x="5" y="280"/>
                  <a:pt x="8" y="277"/>
                </a:cubicBezTo>
                <a:cubicBezTo>
                  <a:pt x="10" y="273"/>
                  <a:pt x="15" y="269"/>
                  <a:pt x="23" y="265"/>
                </a:cubicBezTo>
                <a:cubicBezTo>
                  <a:pt x="476" y="3"/>
                  <a:pt x="476" y="3"/>
                  <a:pt x="476" y="3"/>
                </a:cubicBezTo>
                <a:cubicBezTo>
                  <a:pt x="473" y="1"/>
                  <a:pt x="473" y="1"/>
                  <a:pt x="473" y="1"/>
                </a:cubicBezTo>
                <a:cubicBezTo>
                  <a:pt x="475" y="0"/>
                  <a:pt x="475" y="0"/>
                  <a:pt x="475" y="0"/>
                </a:cubicBezTo>
                <a:cubicBezTo>
                  <a:pt x="475" y="0"/>
                  <a:pt x="475" y="0"/>
                  <a:pt x="475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Freeform 134">
            <a:extLst>
              <a:ext uri="{FF2B5EF4-FFF2-40B4-BE49-F238E27FC236}">
                <a16:creationId xmlns:a16="http://schemas.microsoft.com/office/drawing/2014/main" xmlns="" id="{ACE168ED-DDF0-450D-ABFA-09DDD9934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75" y="4029075"/>
            <a:ext cx="1854200" cy="1087438"/>
          </a:xfrm>
          <a:custGeom>
            <a:avLst/>
            <a:gdLst>
              <a:gd name="T0" fmla="*/ 6 w 448"/>
              <a:gd name="T1" fmla="*/ 0 h 263"/>
              <a:gd name="T2" fmla="*/ 0 w 448"/>
              <a:gd name="T3" fmla="*/ 10 h 263"/>
              <a:gd name="T4" fmla="*/ 10 w 448"/>
              <a:gd name="T5" fmla="*/ 22 h 263"/>
              <a:gd name="T6" fmla="*/ 416 w 448"/>
              <a:gd name="T7" fmla="*/ 257 h 263"/>
              <a:gd name="T8" fmla="*/ 442 w 448"/>
              <a:gd name="T9" fmla="*/ 263 h 263"/>
              <a:gd name="T10" fmla="*/ 448 w 448"/>
              <a:gd name="T11" fmla="*/ 262 h 263"/>
              <a:gd name="T12" fmla="*/ 423 w 448"/>
              <a:gd name="T13" fmla="*/ 257 h 263"/>
              <a:gd name="T14" fmla="*/ 17 w 448"/>
              <a:gd name="T15" fmla="*/ 22 h 263"/>
              <a:gd name="T16" fmla="*/ 6 w 448"/>
              <a:gd name="T17" fmla="*/ 0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8" h="263">
                <a:moveTo>
                  <a:pt x="6" y="0"/>
                </a:moveTo>
                <a:cubicBezTo>
                  <a:pt x="3" y="3"/>
                  <a:pt x="1" y="7"/>
                  <a:pt x="0" y="10"/>
                </a:cubicBezTo>
                <a:cubicBezTo>
                  <a:pt x="1" y="15"/>
                  <a:pt x="4" y="19"/>
                  <a:pt x="10" y="22"/>
                </a:cubicBezTo>
                <a:cubicBezTo>
                  <a:pt x="416" y="257"/>
                  <a:pt x="416" y="257"/>
                  <a:pt x="416" y="257"/>
                </a:cubicBezTo>
                <a:cubicBezTo>
                  <a:pt x="423" y="261"/>
                  <a:pt x="432" y="263"/>
                  <a:pt x="442" y="263"/>
                </a:cubicBezTo>
                <a:cubicBezTo>
                  <a:pt x="444" y="263"/>
                  <a:pt x="446" y="263"/>
                  <a:pt x="448" y="262"/>
                </a:cubicBezTo>
                <a:cubicBezTo>
                  <a:pt x="439" y="262"/>
                  <a:pt x="430" y="260"/>
                  <a:pt x="423" y="257"/>
                </a:cubicBezTo>
                <a:cubicBezTo>
                  <a:pt x="17" y="22"/>
                  <a:pt x="17" y="22"/>
                  <a:pt x="17" y="22"/>
                </a:cubicBezTo>
                <a:cubicBezTo>
                  <a:pt x="6" y="15"/>
                  <a:pt x="1" y="8"/>
                  <a:pt x="6" y="0"/>
                </a:cubicBezTo>
              </a:path>
            </a:pathLst>
          </a:custGeom>
          <a:solidFill>
            <a:srgbClr val="58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xmlns="" id="{FC671DB3-08A4-49B5-B985-6EFAFAFCBA2D}"/>
              </a:ext>
            </a:extLst>
          </p:cNvPr>
          <p:cNvGrpSpPr>
            <a:grpSpLocks/>
          </p:cNvGrpSpPr>
          <p:nvPr/>
        </p:nvGrpSpPr>
        <p:grpSpPr bwMode="auto">
          <a:xfrm>
            <a:off x="388938" y="2109788"/>
            <a:ext cx="5316537" cy="3054350"/>
            <a:chOff x="7564437" y="4244495"/>
            <a:chExt cx="4236358" cy="2433801"/>
          </a:xfrm>
        </p:grpSpPr>
        <p:sp>
          <p:nvSpPr>
            <p:cNvPr id="43" name="Freeform 238">
              <a:extLst>
                <a:ext uri="{FF2B5EF4-FFF2-40B4-BE49-F238E27FC236}">
                  <a16:creationId xmlns:a16="http://schemas.microsoft.com/office/drawing/2014/main" xmlns="" id="{DC4B81A3-97E6-4707-A466-F92F06ECE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60534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238">
              <a:extLst>
                <a:ext uri="{FF2B5EF4-FFF2-40B4-BE49-F238E27FC236}">
                  <a16:creationId xmlns:a16="http://schemas.microsoft.com/office/drawing/2014/main" xmlns="" id="{A050C75A-8D86-4374-AC65-4FF5830730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4437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solidFill>
              <a:srgbClr val="312A91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xmlns="" id="{99E7C69A-9566-4E8E-B735-842F824F5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238">
              <a:extLst>
                <a:ext uri="{FF2B5EF4-FFF2-40B4-BE49-F238E27FC236}">
                  <a16:creationId xmlns:a16="http://schemas.microsoft.com/office/drawing/2014/main" xmlns="" id="{E67EB1E3-0B58-4ADF-B968-E2ECABB43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4870" y="4244495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1F256F"/>
                </a:gs>
                <a:gs pos="100000">
                  <a:srgbClr val="3CABC4"/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" name="Freeform 135">
            <a:extLst>
              <a:ext uri="{FF2B5EF4-FFF2-40B4-BE49-F238E27FC236}">
                <a16:creationId xmlns:a16="http://schemas.microsoft.com/office/drawing/2014/main" xmlns="" id="{9AA94A5D-629E-483B-B93F-E0C4A658EF0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898775" y="3843338"/>
            <a:ext cx="1114425" cy="649287"/>
          </a:xfrm>
          <a:custGeom>
            <a:avLst/>
            <a:gdLst>
              <a:gd name="T0" fmla="*/ 0 w 269"/>
              <a:gd name="T1" fmla="*/ 120 h 157"/>
              <a:gd name="T2" fmla="*/ 0 w 269"/>
              <a:gd name="T3" fmla="*/ 120 h 157"/>
              <a:gd name="T4" fmla="*/ 0 w 269"/>
              <a:gd name="T5" fmla="*/ 120 h 157"/>
              <a:gd name="T6" fmla="*/ 0 w 269"/>
              <a:gd name="T7" fmla="*/ 120 h 157"/>
              <a:gd name="T8" fmla="*/ 34 w 269"/>
              <a:gd name="T9" fmla="*/ 102 h 157"/>
              <a:gd name="T10" fmla="*/ 4 w 269"/>
              <a:gd name="T11" fmla="*/ 120 h 157"/>
              <a:gd name="T12" fmla="*/ 4 w 269"/>
              <a:gd name="T13" fmla="*/ 119 h 157"/>
              <a:gd name="T14" fmla="*/ 2 w 269"/>
              <a:gd name="T15" fmla="*/ 120 h 157"/>
              <a:gd name="T16" fmla="*/ 66 w 269"/>
              <a:gd name="T17" fmla="*/ 120 h 157"/>
              <a:gd name="T18" fmla="*/ 34 w 269"/>
              <a:gd name="T19" fmla="*/ 102 h 157"/>
              <a:gd name="T20" fmla="*/ 136 w 269"/>
              <a:gd name="T21" fmla="*/ 0 h 157"/>
              <a:gd name="T22" fmla="*/ 136 w 269"/>
              <a:gd name="T23" fmla="*/ 132 h 157"/>
              <a:gd name="T24" fmla="*/ 136 w 269"/>
              <a:gd name="T25" fmla="*/ 132 h 157"/>
              <a:gd name="T26" fmla="*/ 136 w 269"/>
              <a:gd name="T27" fmla="*/ 132 h 157"/>
              <a:gd name="T28" fmla="*/ 133 w 269"/>
              <a:gd name="T29" fmla="*/ 139 h 157"/>
              <a:gd name="T30" fmla="*/ 133 w 269"/>
              <a:gd name="T31" fmla="*/ 139 h 157"/>
              <a:gd name="T32" fmla="*/ 133 w 269"/>
              <a:gd name="T33" fmla="*/ 139 h 157"/>
              <a:gd name="T34" fmla="*/ 133 w 269"/>
              <a:gd name="T35" fmla="*/ 139 h 157"/>
              <a:gd name="T36" fmla="*/ 123 w 269"/>
              <a:gd name="T37" fmla="*/ 144 h 157"/>
              <a:gd name="T38" fmla="*/ 120 w 269"/>
              <a:gd name="T39" fmla="*/ 146 h 157"/>
              <a:gd name="T40" fmla="*/ 118 w 269"/>
              <a:gd name="T41" fmla="*/ 147 h 157"/>
              <a:gd name="T42" fmla="*/ 115 w 269"/>
              <a:gd name="T43" fmla="*/ 148 h 157"/>
              <a:gd name="T44" fmla="*/ 114 w 269"/>
              <a:gd name="T45" fmla="*/ 147 h 157"/>
              <a:gd name="T46" fmla="*/ 130 w 269"/>
              <a:gd name="T47" fmla="*/ 157 h 157"/>
              <a:gd name="T48" fmla="*/ 269 w 269"/>
              <a:gd name="T49" fmla="*/ 77 h 157"/>
              <a:gd name="T50" fmla="*/ 136 w 269"/>
              <a:gd name="T51" fmla="*/ 0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9" h="157">
                <a:moveTo>
                  <a:pt x="0" y="120"/>
                </a:move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moveTo>
                  <a:pt x="34" y="102"/>
                </a:moveTo>
                <a:cubicBezTo>
                  <a:pt x="4" y="120"/>
                  <a:pt x="4" y="120"/>
                  <a:pt x="4" y="120"/>
                </a:cubicBezTo>
                <a:cubicBezTo>
                  <a:pt x="4" y="119"/>
                  <a:pt x="4" y="119"/>
                  <a:pt x="4" y="119"/>
                </a:cubicBezTo>
                <a:cubicBezTo>
                  <a:pt x="2" y="120"/>
                  <a:pt x="2" y="120"/>
                  <a:pt x="2" y="120"/>
                </a:cubicBezTo>
                <a:cubicBezTo>
                  <a:pt x="66" y="120"/>
                  <a:pt x="66" y="120"/>
                  <a:pt x="66" y="120"/>
                </a:cubicBezTo>
                <a:cubicBezTo>
                  <a:pt x="34" y="102"/>
                  <a:pt x="34" y="102"/>
                  <a:pt x="34" y="102"/>
                </a:cubicBezTo>
                <a:moveTo>
                  <a:pt x="136" y="0"/>
                </a:move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5"/>
                  <a:pt x="135" y="137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23" y="144"/>
                  <a:pt x="123" y="144"/>
                  <a:pt x="123" y="144"/>
                </a:cubicBezTo>
                <a:cubicBezTo>
                  <a:pt x="123" y="145"/>
                  <a:pt x="121" y="146"/>
                  <a:pt x="120" y="146"/>
                </a:cubicBezTo>
                <a:cubicBezTo>
                  <a:pt x="118" y="147"/>
                  <a:pt x="118" y="147"/>
                  <a:pt x="118" y="147"/>
                </a:cubicBezTo>
                <a:cubicBezTo>
                  <a:pt x="118" y="147"/>
                  <a:pt x="117" y="148"/>
                  <a:pt x="115" y="148"/>
                </a:cubicBezTo>
                <a:cubicBezTo>
                  <a:pt x="115" y="148"/>
                  <a:pt x="114" y="148"/>
                  <a:pt x="114" y="147"/>
                </a:cubicBezTo>
                <a:cubicBezTo>
                  <a:pt x="130" y="157"/>
                  <a:pt x="130" y="157"/>
                  <a:pt x="130" y="15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136" y="0"/>
                  <a:pt x="136" y="0"/>
                  <a:pt x="136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Freeform 137">
            <a:extLst>
              <a:ext uri="{FF2B5EF4-FFF2-40B4-BE49-F238E27FC236}">
                <a16:creationId xmlns:a16="http://schemas.microsoft.com/office/drawing/2014/main" xmlns="" id="{DAC70147-8692-4FF3-B7EB-2157CCD7A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9825" y="2890838"/>
            <a:ext cx="22225" cy="7937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  <a:close/>
              </a:path>
            </a:pathLst>
          </a:custGeom>
          <a:solidFill>
            <a:srgbClr val="6D6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 136">
            <a:extLst>
              <a:ext uri="{FF2B5EF4-FFF2-40B4-BE49-F238E27FC236}">
                <a16:creationId xmlns:a16="http://schemas.microsoft.com/office/drawing/2014/main" xmlns="" id="{385E68FE-5D09-432B-99FC-CC88F37D5BB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963988" y="3127375"/>
            <a:ext cx="1295400" cy="644525"/>
          </a:xfrm>
          <a:custGeom>
            <a:avLst/>
            <a:gdLst>
              <a:gd name="T0" fmla="*/ 78 w 313"/>
              <a:gd name="T1" fmla="*/ 101 h 156"/>
              <a:gd name="T2" fmla="*/ 48 w 313"/>
              <a:gd name="T3" fmla="*/ 119 h 156"/>
              <a:gd name="T4" fmla="*/ 48 w 313"/>
              <a:gd name="T5" fmla="*/ 118 h 156"/>
              <a:gd name="T6" fmla="*/ 46 w 313"/>
              <a:gd name="T7" fmla="*/ 120 h 156"/>
              <a:gd name="T8" fmla="*/ 46 w 313"/>
              <a:gd name="T9" fmla="*/ 120 h 156"/>
              <a:gd name="T10" fmla="*/ 46 w 313"/>
              <a:gd name="T11" fmla="*/ 120 h 156"/>
              <a:gd name="T12" fmla="*/ 111 w 313"/>
              <a:gd name="T13" fmla="*/ 120 h 156"/>
              <a:gd name="T14" fmla="*/ 142 w 313"/>
              <a:gd name="T15" fmla="*/ 138 h 156"/>
              <a:gd name="T16" fmla="*/ 78 w 313"/>
              <a:gd name="T17" fmla="*/ 101 h 156"/>
              <a:gd name="T18" fmla="*/ 0 w 313"/>
              <a:gd name="T19" fmla="*/ 56 h 156"/>
              <a:gd name="T20" fmla="*/ 11 w 313"/>
              <a:gd name="T21" fmla="*/ 62 h 156"/>
              <a:gd name="T22" fmla="*/ 11 w 313"/>
              <a:gd name="T23" fmla="*/ 62 h 156"/>
              <a:gd name="T24" fmla="*/ 0 w 313"/>
              <a:gd name="T25" fmla="*/ 56 h 156"/>
              <a:gd name="T26" fmla="*/ 180 w 313"/>
              <a:gd name="T27" fmla="*/ 0 h 156"/>
              <a:gd name="T28" fmla="*/ 180 w 313"/>
              <a:gd name="T29" fmla="*/ 131 h 156"/>
              <a:gd name="T30" fmla="*/ 180 w 313"/>
              <a:gd name="T31" fmla="*/ 131 h 156"/>
              <a:gd name="T32" fmla="*/ 180 w 313"/>
              <a:gd name="T33" fmla="*/ 131 h 156"/>
              <a:gd name="T34" fmla="*/ 177 w 313"/>
              <a:gd name="T35" fmla="*/ 138 h 156"/>
              <a:gd name="T36" fmla="*/ 177 w 313"/>
              <a:gd name="T37" fmla="*/ 138 h 156"/>
              <a:gd name="T38" fmla="*/ 177 w 313"/>
              <a:gd name="T39" fmla="*/ 138 h 156"/>
              <a:gd name="T40" fmla="*/ 177 w 313"/>
              <a:gd name="T41" fmla="*/ 138 h 156"/>
              <a:gd name="T42" fmla="*/ 167 w 313"/>
              <a:gd name="T43" fmla="*/ 143 h 156"/>
              <a:gd name="T44" fmla="*/ 164 w 313"/>
              <a:gd name="T45" fmla="*/ 145 h 156"/>
              <a:gd name="T46" fmla="*/ 162 w 313"/>
              <a:gd name="T47" fmla="*/ 146 h 156"/>
              <a:gd name="T48" fmla="*/ 159 w 313"/>
              <a:gd name="T49" fmla="*/ 147 h 156"/>
              <a:gd name="T50" fmla="*/ 154 w 313"/>
              <a:gd name="T51" fmla="*/ 145 h 156"/>
              <a:gd name="T52" fmla="*/ 174 w 313"/>
              <a:gd name="T53" fmla="*/ 156 h 156"/>
              <a:gd name="T54" fmla="*/ 313 w 313"/>
              <a:gd name="T55" fmla="*/ 76 h 156"/>
              <a:gd name="T56" fmla="*/ 180 w 313"/>
              <a:gd name="T57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13" h="156">
                <a:moveTo>
                  <a:pt x="78" y="101"/>
                </a:moveTo>
                <a:cubicBezTo>
                  <a:pt x="48" y="119"/>
                  <a:pt x="48" y="119"/>
                  <a:pt x="48" y="119"/>
                </a:cubicBezTo>
                <a:cubicBezTo>
                  <a:pt x="48" y="118"/>
                  <a:pt x="48" y="118"/>
                  <a:pt x="48" y="118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111" y="120"/>
                  <a:pt x="111" y="120"/>
                  <a:pt x="111" y="120"/>
                </a:cubicBezTo>
                <a:cubicBezTo>
                  <a:pt x="142" y="138"/>
                  <a:pt x="142" y="138"/>
                  <a:pt x="142" y="138"/>
                </a:cubicBezTo>
                <a:cubicBezTo>
                  <a:pt x="78" y="101"/>
                  <a:pt x="78" y="101"/>
                  <a:pt x="78" y="101"/>
                </a:cubicBezTo>
                <a:moveTo>
                  <a:pt x="0" y="56"/>
                </a:moveTo>
                <a:cubicBezTo>
                  <a:pt x="11" y="62"/>
                  <a:pt x="11" y="62"/>
                  <a:pt x="11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0" y="56"/>
                  <a:pt x="0" y="56"/>
                  <a:pt x="0" y="56"/>
                </a:cubicBezTo>
                <a:moveTo>
                  <a:pt x="180" y="0"/>
                </a:move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4"/>
                  <a:pt x="179" y="136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67" y="143"/>
                  <a:pt x="167" y="143"/>
                  <a:pt x="167" y="143"/>
                </a:cubicBezTo>
                <a:cubicBezTo>
                  <a:pt x="166" y="144"/>
                  <a:pt x="165" y="145"/>
                  <a:pt x="164" y="145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6"/>
                  <a:pt x="160" y="147"/>
                  <a:pt x="159" y="147"/>
                </a:cubicBezTo>
                <a:cubicBezTo>
                  <a:pt x="158" y="147"/>
                  <a:pt x="156" y="146"/>
                  <a:pt x="154" y="145"/>
                </a:cubicBezTo>
                <a:cubicBezTo>
                  <a:pt x="174" y="156"/>
                  <a:pt x="174" y="156"/>
                  <a:pt x="174" y="156"/>
                </a:cubicBezTo>
                <a:cubicBezTo>
                  <a:pt x="313" y="76"/>
                  <a:pt x="313" y="76"/>
                  <a:pt x="313" y="76"/>
                </a:cubicBezTo>
                <a:cubicBezTo>
                  <a:pt x="180" y="0"/>
                  <a:pt x="180" y="0"/>
                  <a:pt x="180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Freeform 138">
            <a:extLst>
              <a:ext uri="{FF2B5EF4-FFF2-40B4-BE49-F238E27FC236}">
                <a16:creationId xmlns:a16="http://schemas.microsoft.com/office/drawing/2014/main" xmlns="" id="{96058411-3529-4DC4-BB4A-0DF91714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9825" y="2890838"/>
            <a:ext cx="22225" cy="7937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Freeform 139">
            <a:extLst>
              <a:ext uri="{FF2B5EF4-FFF2-40B4-BE49-F238E27FC236}">
                <a16:creationId xmlns:a16="http://schemas.microsoft.com/office/drawing/2014/main" xmlns="" id="{D1C2EABB-03C2-40C9-BA63-A0170D6132B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17763" y="2695575"/>
            <a:ext cx="1250950" cy="687388"/>
          </a:xfrm>
          <a:custGeom>
            <a:avLst/>
            <a:gdLst>
              <a:gd name="T0" fmla="*/ 3 w 302"/>
              <a:gd name="T1" fmla="*/ 48 h 166"/>
              <a:gd name="T2" fmla="*/ 0 w 302"/>
              <a:gd name="T3" fmla="*/ 49 h 166"/>
              <a:gd name="T4" fmla="*/ 26 w 302"/>
              <a:gd name="T5" fmla="*/ 64 h 166"/>
              <a:gd name="T6" fmla="*/ 24 w 302"/>
              <a:gd name="T7" fmla="*/ 60 h 166"/>
              <a:gd name="T8" fmla="*/ 3 w 302"/>
              <a:gd name="T9" fmla="*/ 48 h 166"/>
              <a:gd name="T10" fmla="*/ 193 w 302"/>
              <a:gd name="T11" fmla="*/ 0 h 166"/>
              <a:gd name="T12" fmla="*/ 193 w 302"/>
              <a:gd name="T13" fmla="*/ 128 h 166"/>
              <a:gd name="T14" fmla="*/ 193 w 302"/>
              <a:gd name="T15" fmla="*/ 128 h 166"/>
              <a:gd name="T16" fmla="*/ 193 w 302"/>
              <a:gd name="T17" fmla="*/ 128 h 166"/>
              <a:gd name="T18" fmla="*/ 190 w 302"/>
              <a:gd name="T19" fmla="*/ 135 h 166"/>
              <a:gd name="T20" fmla="*/ 190 w 302"/>
              <a:gd name="T21" fmla="*/ 135 h 166"/>
              <a:gd name="T22" fmla="*/ 190 w 302"/>
              <a:gd name="T23" fmla="*/ 135 h 166"/>
              <a:gd name="T24" fmla="*/ 190 w 302"/>
              <a:gd name="T25" fmla="*/ 135 h 166"/>
              <a:gd name="T26" fmla="*/ 176 w 302"/>
              <a:gd name="T27" fmla="*/ 144 h 166"/>
              <a:gd name="T28" fmla="*/ 173 w 302"/>
              <a:gd name="T29" fmla="*/ 144 h 166"/>
              <a:gd name="T30" fmla="*/ 168 w 302"/>
              <a:gd name="T31" fmla="*/ 143 h 166"/>
              <a:gd name="T32" fmla="*/ 91 w 302"/>
              <a:gd name="T33" fmla="*/ 99 h 166"/>
              <a:gd name="T34" fmla="*/ 72 w 302"/>
              <a:gd name="T35" fmla="*/ 110 h 166"/>
              <a:gd name="T36" fmla="*/ 72 w 302"/>
              <a:gd name="T37" fmla="*/ 110 h 166"/>
              <a:gd name="T38" fmla="*/ 58 w 302"/>
              <a:gd name="T39" fmla="*/ 118 h 166"/>
              <a:gd name="T40" fmla="*/ 57 w 302"/>
              <a:gd name="T41" fmla="*/ 116 h 166"/>
              <a:gd name="T42" fmla="*/ 56 w 302"/>
              <a:gd name="T43" fmla="*/ 116 h 166"/>
              <a:gd name="T44" fmla="*/ 55 w 302"/>
              <a:gd name="T45" fmla="*/ 114 h 166"/>
              <a:gd name="T46" fmla="*/ 55 w 302"/>
              <a:gd name="T47" fmla="*/ 118 h 166"/>
              <a:gd name="T48" fmla="*/ 55 w 302"/>
              <a:gd name="T49" fmla="*/ 118 h 166"/>
              <a:gd name="T50" fmla="*/ 56 w 302"/>
              <a:gd name="T51" fmla="*/ 119 h 166"/>
              <a:gd name="T52" fmla="*/ 56 w 302"/>
              <a:gd name="T53" fmla="*/ 120 h 166"/>
              <a:gd name="T54" fmla="*/ 122 w 302"/>
              <a:gd name="T55" fmla="*/ 120 h 166"/>
              <a:gd name="T56" fmla="*/ 199 w 302"/>
              <a:gd name="T57" fmla="*/ 164 h 166"/>
              <a:gd name="T58" fmla="*/ 209 w 302"/>
              <a:gd name="T59" fmla="*/ 166 h 166"/>
              <a:gd name="T60" fmla="*/ 220 w 302"/>
              <a:gd name="T61" fmla="*/ 164 h 166"/>
              <a:gd name="T62" fmla="*/ 302 w 302"/>
              <a:gd name="T63" fmla="*/ 117 h 166"/>
              <a:gd name="T64" fmla="*/ 296 w 302"/>
              <a:gd name="T65" fmla="*/ 103 h 166"/>
              <a:gd name="T66" fmla="*/ 296 w 302"/>
              <a:gd name="T67" fmla="*/ 60 h 166"/>
              <a:gd name="T68" fmla="*/ 193 w 302"/>
              <a:gd name="T69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02" h="166">
                <a:moveTo>
                  <a:pt x="3" y="48"/>
                </a:moveTo>
                <a:cubicBezTo>
                  <a:pt x="0" y="49"/>
                  <a:pt x="0" y="49"/>
                  <a:pt x="0" y="49"/>
                </a:cubicBezTo>
                <a:cubicBezTo>
                  <a:pt x="26" y="64"/>
                  <a:pt x="26" y="64"/>
                  <a:pt x="26" y="64"/>
                </a:cubicBezTo>
                <a:cubicBezTo>
                  <a:pt x="24" y="60"/>
                  <a:pt x="24" y="60"/>
                  <a:pt x="24" y="60"/>
                </a:cubicBezTo>
                <a:cubicBezTo>
                  <a:pt x="3" y="48"/>
                  <a:pt x="3" y="48"/>
                  <a:pt x="3" y="48"/>
                </a:cubicBezTo>
                <a:moveTo>
                  <a:pt x="193" y="0"/>
                </a:move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32"/>
                  <a:pt x="192" y="134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76" y="144"/>
                  <a:pt x="176" y="144"/>
                  <a:pt x="176" y="144"/>
                </a:cubicBezTo>
                <a:cubicBezTo>
                  <a:pt x="175" y="144"/>
                  <a:pt x="174" y="144"/>
                  <a:pt x="173" y="144"/>
                </a:cubicBezTo>
                <a:cubicBezTo>
                  <a:pt x="171" y="144"/>
                  <a:pt x="169" y="144"/>
                  <a:pt x="168" y="143"/>
                </a:cubicBezTo>
                <a:cubicBezTo>
                  <a:pt x="91" y="99"/>
                  <a:pt x="91" y="99"/>
                  <a:pt x="91" y="99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58" y="118"/>
                  <a:pt x="58" y="118"/>
                  <a:pt x="58" y="118"/>
                </a:cubicBezTo>
                <a:cubicBezTo>
                  <a:pt x="57" y="116"/>
                  <a:pt x="57" y="116"/>
                  <a:pt x="57" y="116"/>
                </a:cubicBezTo>
                <a:cubicBezTo>
                  <a:pt x="56" y="116"/>
                  <a:pt x="56" y="116"/>
                  <a:pt x="56" y="116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6" y="118"/>
                  <a:pt x="56" y="118"/>
                  <a:pt x="56" y="119"/>
                </a:cubicBezTo>
                <a:cubicBezTo>
                  <a:pt x="56" y="119"/>
                  <a:pt x="56" y="119"/>
                  <a:pt x="56" y="120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99" y="164"/>
                  <a:pt x="199" y="164"/>
                  <a:pt x="199" y="164"/>
                </a:cubicBezTo>
                <a:cubicBezTo>
                  <a:pt x="202" y="166"/>
                  <a:pt x="206" y="166"/>
                  <a:pt x="209" y="166"/>
                </a:cubicBezTo>
                <a:cubicBezTo>
                  <a:pt x="213" y="166"/>
                  <a:pt x="217" y="166"/>
                  <a:pt x="220" y="164"/>
                </a:cubicBezTo>
                <a:cubicBezTo>
                  <a:pt x="302" y="117"/>
                  <a:pt x="302" y="117"/>
                  <a:pt x="302" y="117"/>
                </a:cubicBezTo>
                <a:cubicBezTo>
                  <a:pt x="298" y="113"/>
                  <a:pt x="296" y="108"/>
                  <a:pt x="296" y="103"/>
                </a:cubicBezTo>
                <a:cubicBezTo>
                  <a:pt x="296" y="60"/>
                  <a:pt x="296" y="60"/>
                  <a:pt x="296" y="60"/>
                </a:cubicBezTo>
                <a:cubicBezTo>
                  <a:pt x="193" y="0"/>
                  <a:pt x="193" y="0"/>
                  <a:pt x="193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Freeform 140">
            <a:extLst>
              <a:ext uri="{FF2B5EF4-FFF2-40B4-BE49-F238E27FC236}">
                <a16:creationId xmlns:a16="http://schemas.microsoft.com/office/drawing/2014/main" xmlns="" id="{8FE2AB22-B85D-41F0-810B-7B738A0CB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713" y="2882900"/>
            <a:ext cx="23812" cy="12700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  <a:close/>
              </a:path>
            </a:pathLst>
          </a:custGeom>
          <a:solidFill>
            <a:srgbClr val="3167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Freeform 141">
            <a:extLst>
              <a:ext uri="{FF2B5EF4-FFF2-40B4-BE49-F238E27FC236}">
                <a16:creationId xmlns:a16="http://schemas.microsoft.com/office/drawing/2014/main" xmlns="" id="{E76382D2-16F2-4D91-9ACF-85956555B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713" y="2882900"/>
            <a:ext cx="23812" cy="12700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Freeform 142">
            <a:extLst>
              <a:ext uri="{FF2B5EF4-FFF2-40B4-BE49-F238E27FC236}">
                <a16:creationId xmlns:a16="http://schemas.microsoft.com/office/drawing/2014/main" xmlns="" id="{CEAFC3E1-B3B7-42DC-95D4-56F40F86F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489450"/>
            <a:ext cx="153988" cy="180975"/>
          </a:xfrm>
          <a:custGeom>
            <a:avLst/>
            <a:gdLst>
              <a:gd name="T0" fmla="*/ 3 w 37"/>
              <a:gd name="T1" fmla="*/ 44 h 44"/>
              <a:gd name="T2" fmla="*/ 0 w 37"/>
              <a:gd name="T3" fmla="*/ 44 h 44"/>
              <a:gd name="T4" fmla="*/ 0 w 37"/>
              <a:gd name="T5" fmla="*/ 23 h 44"/>
              <a:gd name="T6" fmla="*/ 3 w 37"/>
              <a:gd name="T7" fmla="*/ 18 h 44"/>
              <a:gd name="T8" fmla="*/ 35 w 37"/>
              <a:gd name="T9" fmla="*/ 0 h 44"/>
              <a:gd name="T10" fmla="*/ 37 w 37"/>
              <a:gd name="T11" fmla="*/ 2 h 44"/>
              <a:gd name="T12" fmla="*/ 4 w 37"/>
              <a:gd name="T13" fmla="*/ 21 h 44"/>
              <a:gd name="T14" fmla="*/ 3 w 37"/>
              <a:gd name="T15" fmla="*/ 23 h 44"/>
              <a:gd name="T16" fmla="*/ 3 w 37"/>
              <a:gd name="T17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" h="44">
                <a:moveTo>
                  <a:pt x="3" y="44"/>
                </a:moveTo>
                <a:cubicBezTo>
                  <a:pt x="0" y="44"/>
                  <a:pt x="0" y="44"/>
                  <a:pt x="0" y="44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1" y="19"/>
                  <a:pt x="3" y="18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2"/>
                  <a:pt x="37" y="2"/>
                  <a:pt x="37" y="2"/>
                </a:cubicBezTo>
                <a:cubicBezTo>
                  <a:pt x="4" y="21"/>
                  <a:pt x="4" y="21"/>
                  <a:pt x="4" y="21"/>
                </a:cubicBezTo>
                <a:cubicBezTo>
                  <a:pt x="4" y="21"/>
                  <a:pt x="3" y="22"/>
                  <a:pt x="3" y="23"/>
                </a:cubicBezTo>
                <a:lnTo>
                  <a:pt x="3" y="44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Freeform 143">
            <a:extLst>
              <a:ext uri="{FF2B5EF4-FFF2-40B4-BE49-F238E27FC236}">
                <a16:creationId xmlns:a16="http://schemas.microsoft.com/office/drawing/2014/main" xmlns="" id="{1CA4E850-99C0-4684-AD7B-26F1AD43A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608513"/>
            <a:ext cx="173038" cy="144462"/>
          </a:xfrm>
          <a:custGeom>
            <a:avLst/>
            <a:gdLst>
              <a:gd name="T0" fmla="*/ 42 w 42"/>
              <a:gd name="T1" fmla="*/ 30 h 35"/>
              <a:gd name="T2" fmla="*/ 42 w 42"/>
              <a:gd name="T3" fmla="*/ 30 h 35"/>
              <a:gd name="T4" fmla="*/ 37 w 42"/>
              <a:gd name="T5" fmla="*/ 33 h 35"/>
              <a:gd name="T6" fmla="*/ 5 w 42"/>
              <a:gd name="T7" fmla="*/ 15 h 35"/>
              <a:gd name="T8" fmla="*/ 0 w 42"/>
              <a:gd name="T9" fmla="*/ 6 h 35"/>
              <a:gd name="T10" fmla="*/ 5 w 42"/>
              <a:gd name="T11" fmla="*/ 2 h 35"/>
              <a:gd name="T12" fmla="*/ 37 w 42"/>
              <a:gd name="T13" fmla="*/ 20 h 35"/>
              <a:gd name="T14" fmla="*/ 42 w 42"/>
              <a:gd name="T15" fmla="*/ 3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" h="35">
                <a:moveTo>
                  <a:pt x="42" y="30"/>
                </a:moveTo>
                <a:cubicBezTo>
                  <a:pt x="42" y="30"/>
                  <a:pt x="42" y="30"/>
                  <a:pt x="42" y="30"/>
                </a:cubicBezTo>
                <a:cubicBezTo>
                  <a:pt x="42" y="33"/>
                  <a:pt x="39" y="35"/>
                  <a:pt x="37" y="33"/>
                </a:cubicBezTo>
                <a:cubicBezTo>
                  <a:pt x="5" y="15"/>
                  <a:pt x="5" y="15"/>
                  <a:pt x="5" y="15"/>
                </a:cubicBezTo>
                <a:cubicBezTo>
                  <a:pt x="2" y="13"/>
                  <a:pt x="0" y="9"/>
                  <a:pt x="0" y="6"/>
                </a:cubicBezTo>
                <a:cubicBezTo>
                  <a:pt x="0" y="2"/>
                  <a:pt x="2" y="0"/>
                  <a:pt x="5" y="2"/>
                </a:cubicBezTo>
                <a:cubicBezTo>
                  <a:pt x="37" y="20"/>
                  <a:pt x="37" y="20"/>
                  <a:pt x="37" y="20"/>
                </a:cubicBezTo>
                <a:cubicBezTo>
                  <a:pt x="39" y="22"/>
                  <a:pt x="42" y="26"/>
                  <a:pt x="42" y="3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Freeform 144">
            <a:extLst>
              <a:ext uri="{FF2B5EF4-FFF2-40B4-BE49-F238E27FC236}">
                <a16:creationId xmlns:a16="http://schemas.microsoft.com/office/drawing/2014/main" xmlns="" id="{FDEF00B1-D549-4C91-ACC5-CBA5D12AF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413" y="4314825"/>
            <a:ext cx="1508125" cy="355600"/>
          </a:xfrm>
          <a:custGeom>
            <a:avLst/>
            <a:gdLst>
              <a:gd name="T0" fmla="*/ 227 w 364"/>
              <a:gd name="T1" fmla="*/ 86 h 86"/>
              <a:gd name="T2" fmla="*/ 227 w 364"/>
              <a:gd name="T3" fmla="*/ 86 h 86"/>
              <a:gd name="T4" fmla="*/ 83 w 364"/>
              <a:gd name="T5" fmla="*/ 3 h 86"/>
              <a:gd name="T6" fmla="*/ 3 w 364"/>
              <a:gd name="T7" fmla="*/ 50 h 86"/>
              <a:gd name="T8" fmla="*/ 1 w 364"/>
              <a:gd name="T9" fmla="*/ 49 h 86"/>
              <a:gd name="T10" fmla="*/ 1 w 364"/>
              <a:gd name="T11" fmla="*/ 47 h 86"/>
              <a:gd name="T12" fmla="*/ 83 w 364"/>
              <a:gd name="T13" fmla="*/ 0 h 86"/>
              <a:gd name="T14" fmla="*/ 84 w 364"/>
              <a:gd name="T15" fmla="*/ 0 h 86"/>
              <a:gd name="T16" fmla="*/ 227 w 364"/>
              <a:gd name="T17" fmla="*/ 83 h 86"/>
              <a:gd name="T18" fmla="*/ 362 w 364"/>
              <a:gd name="T19" fmla="*/ 5 h 86"/>
              <a:gd name="T20" fmla="*/ 364 w 364"/>
              <a:gd name="T21" fmla="*/ 6 h 86"/>
              <a:gd name="T22" fmla="*/ 363 w 364"/>
              <a:gd name="T23" fmla="*/ 7 h 86"/>
              <a:gd name="T24" fmla="*/ 228 w 364"/>
              <a:gd name="T25" fmla="*/ 86 h 86"/>
              <a:gd name="T26" fmla="*/ 227 w 364"/>
              <a:gd name="T27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4" h="86">
                <a:moveTo>
                  <a:pt x="227" y="86"/>
                </a:moveTo>
                <a:cubicBezTo>
                  <a:pt x="227" y="86"/>
                  <a:pt x="227" y="86"/>
                  <a:pt x="227" y="86"/>
                </a:cubicBezTo>
                <a:cubicBezTo>
                  <a:pt x="83" y="3"/>
                  <a:pt x="83" y="3"/>
                  <a:pt x="83" y="3"/>
                </a:cubicBezTo>
                <a:cubicBezTo>
                  <a:pt x="3" y="50"/>
                  <a:pt x="3" y="50"/>
                  <a:pt x="3" y="50"/>
                </a:cubicBezTo>
                <a:cubicBezTo>
                  <a:pt x="2" y="50"/>
                  <a:pt x="1" y="50"/>
                  <a:pt x="1" y="49"/>
                </a:cubicBezTo>
                <a:cubicBezTo>
                  <a:pt x="0" y="49"/>
                  <a:pt x="0" y="48"/>
                  <a:pt x="1" y="47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4" y="0"/>
                  <a:pt x="84" y="0"/>
                </a:cubicBezTo>
                <a:cubicBezTo>
                  <a:pt x="227" y="83"/>
                  <a:pt x="227" y="83"/>
                  <a:pt x="227" y="83"/>
                </a:cubicBezTo>
                <a:cubicBezTo>
                  <a:pt x="362" y="5"/>
                  <a:pt x="362" y="5"/>
                  <a:pt x="362" y="5"/>
                </a:cubicBezTo>
                <a:cubicBezTo>
                  <a:pt x="363" y="5"/>
                  <a:pt x="363" y="5"/>
                  <a:pt x="364" y="6"/>
                </a:cubicBezTo>
                <a:cubicBezTo>
                  <a:pt x="364" y="6"/>
                  <a:pt x="364" y="7"/>
                  <a:pt x="363" y="7"/>
                </a:cubicBezTo>
                <a:cubicBezTo>
                  <a:pt x="228" y="86"/>
                  <a:pt x="228" y="86"/>
                  <a:pt x="228" y="86"/>
                </a:cubicBezTo>
                <a:lnTo>
                  <a:pt x="227" y="86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Freeform 145">
            <a:extLst>
              <a:ext uri="{FF2B5EF4-FFF2-40B4-BE49-F238E27FC236}">
                <a16:creationId xmlns:a16="http://schemas.microsoft.com/office/drawing/2014/main" xmlns="" id="{9A4E88C2-79ED-46D3-8955-2EA725F4C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5138" y="3184525"/>
            <a:ext cx="919162" cy="1143000"/>
          </a:xfrm>
          <a:custGeom>
            <a:avLst/>
            <a:gdLst>
              <a:gd name="T0" fmla="*/ 1 w 222"/>
              <a:gd name="T1" fmla="*/ 276 h 276"/>
              <a:gd name="T2" fmla="*/ 0 w 222"/>
              <a:gd name="T3" fmla="*/ 275 h 276"/>
              <a:gd name="T4" fmla="*/ 1 w 222"/>
              <a:gd name="T5" fmla="*/ 273 h 276"/>
              <a:gd name="T6" fmla="*/ 201 w 222"/>
              <a:gd name="T7" fmla="*/ 158 h 276"/>
              <a:gd name="T8" fmla="*/ 76 w 222"/>
              <a:gd name="T9" fmla="*/ 85 h 276"/>
              <a:gd name="T10" fmla="*/ 76 w 222"/>
              <a:gd name="T11" fmla="*/ 84 h 276"/>
              <a:gd name="T12" fmla="*/ 76 w 222"/>
              <a:gd name="T13" fmla="*/ 82 h 276"/>
              <a:gd name="T14" fmla="*/ 219 w 222"/>
              <a:gd name="T15" fmla="*/ 0 h 276"/>
              <a:gd name="T16" fmla="*/ 221 w 222"/>
              <a:gd name="T17" fmla="*/ 1 h 276"/>
              <a:gd name="T18" fmla="*/ 221 w 222"/>
              <a:gd name="T19" fmla="*/ 3 h 276"/>
              <a:gd name="T20" fmla="*/ 80 w 222"/>
              <a:gd name="T21" fmla="*/ 84 h 276"/>
              <a:gd name="T22" fmla="*/ 204 w 222"/>
              <a:gd name="T23" fmla="*/ 157 h 276"/>
              <a:gd name="T24" fmla="*/ 205 w 222"/>
              <a:gd name="T25" fmla="*/ 158 h 276"/>
              <a:gd name="T26" fmla="*/ 204 w 222"/>
              <a:gd name="T27" fmla="*/ 159 h 276"/>
              <a:gd name="T28" fmla="*/ 2 w 222"/>
              <a:gd name="T29" fmla="*/ 276 h 276"/>
              <a:gd name="T30" fmla="*/ 1 w 222"/>
              <a:gd name="T31" fmla="*/ 27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2" h="276">
                <a:moveTo>
                  <a:pt x="1" y="276"/>
                </a:moveTo>
                <a:cubicBezTo>
                  <a:pt x="1" y="276"/>
                  <a:pt x="1" y="276"/>
                  <a:pt x="0" y="275"/>
                </a:cubicBezTo>
                <a:cubicBezTo>
                  <a:pt x="0" y="275"/>
                  <a:pt x="0" y="274"/>
                  <a:pt x="1" y="273"/>
                </a:cubicBezTo>
                <a:cubicBezTo>
                  <a:pt x="201" y="158"/>
                  <a:pt x="201" y="158"/>
                  <a:pt x="201" y="158"/>
                </a:cubicBezTo>
                <a:cubicBezTo>
                  <a:pt x="76" y="85"/>
                  <a:pt x="76" y="85"/>
                  <a:pt x="76" y="85"/>
                </a:cubicBezTo>
                <a:cubicBezTo>
                  <a:pt x="76" y="85"/>
                  <a:pt x="76" y="84"/>
                  <a:pt x="76" y="84"/>
                </a:cubicBezTo>
                <a:cubicBezTo>
                  <a:pt x="76" y="83"/>
                  <a:pt x="76" y="83"/>
                  <a:pt x="76" y="82"/>
                </a:cubicBezTo>
                <a:cubicBezTo>
                  <a:pt x="219" y="0"/>
                  <a:pt x="219" y="0"/>
                  <a:pt x="219" y="0"/>
                </a:cubicBezTo>
                <a:cubicBezTo>
                  <a:pt x="220" y="0"/>
                  <a:pt x="221" y="0"/>
                  <a:pt x="221" y="1"/>
                </a:cubicBezTo>
                <a:cubicBezTo>
                  <a:pt x="222" y="2"/>
                  <a:pt x="221" y="2"/>
                  <a:pt x="221" y="3"/>
                </a:cubicBezTo>
                <a:cubicBezTo>
                  <a:pt x="80" y="84"/>
                  <a:pt x="80" y="84"/>
                  <a:pt x="80" y="84"/>
                </a:cubicBezTo>
                <a:cubicBezTo>
                  <a:pt x="204" y="157"/>
                  <a:pt x="204" y="157"/>
                  <a:pt x="204" y="157"/>
                </a:cubicBezTo>
                <a:cubicBezTo>
                  <a:pt x="205" y="157"/>
                  <a:pt x="205" y="158"/>
                  <a:pt x="205" y="158"/>
                </a:cubicBezTo>
                <a:cubicBezTo>
                  <a:pt x="205" y="159"/>
                  <a:pt x="205" y="159"/>
                  <a:pt x="204" y="159"/>
                </a:cubicBezTo>
                <a:cubicBezTo>
                  <a:pt x="2" y="276"/>
                  <a:pt x="2" y="276"/>
                  <a:pt x="2" y="276"/>
                </a:cubicBezTo>
                <a:cubicBezTo>
                  <a:pt x="1" y="276"/>
                  <a:pt x="1" y="276"/>
                  <a:pt x="1" y="276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Freeform 146">
            <a:extLst>
              <a:ext uri="{FF2B5EF4-FFF2-40B4-BE49-F238E27FC236}">
                <a16:creationId xmlns:a16="http://schemas.microsoft.com/office/drawing/2014/main" xmlns="" id="{F8F1ABD8-8DCF-42BE-A3B4-6BA4C65C9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7150" y="3460750"/>
            <a:ext cx="1555750" cy="373063"/>
          </a:xfrm>
          <a:custGeom>
            <a:avLst/>
            <a:gdLst>
              <a:gd name="T0" fmla="*/ 1 w 376"/>
              <a:gd name="T1" fmla="*/ 90 h 90"/>
              <a:gd name="T2" fmla="*/ 0 w 376"/>
              <a:gd name="T3" fmla="*/ 90 h 90"/>
              <a:gd name="T4" fmla="*/ 0 w 376"/>
              <a:gd name="T5" fmla="*/ 88 h 90"/>
              <a:gd name="T6" fmla="*/ 160 w 376"/>
              <a:gd name="T7" fmla="*/ 0 h 90"/>
              <a:gd name="T8" fmla="*/ 161 w 376"/>
              <a:gd name="T9" fmla="*/ 0 h 90"/>
              <a:gd name="T10" fmla="*/ 299 w 376"/>
              <a:gd name="T11" fmla="*/ 78 h 90"/>
              <a:gd name="T12" fmla="*/ 374 w 376"/>
              <a:gd name="T13" fmla="*/ 38 h 90"/>
              <a:gd name="T14" fmla="*/ 376 w 376"/>
              <a:gd name="T15" fmla="*/ 39 h 90"/>
              <a:gd name="T16" fmla="*/ 375 w 376"/>
              <a:gd name="T17" fmla="*/ 41 h 90"/>
              <a:gd name="T18" fmla="*/ 300 w 376"/>
              <a:gd name="T19" fmla="*/ 81 h 90"/>
              <a:gd name="T20" fmla="*/ 298 w 376"/>
              <a:gd name="T21" fmla="*/ 81 h 90"/>
              <a:gd name="T22" fmla="*/ 161 w 376"/>
              <a:gd name="T23" fmla="*/ 3 h 90"/>
              <a:gd name="T24" fmla="*/ 2 w 376"/>
              <a:gd name="T25" fmla="*/ 90 h 90"/>
              <a:gd name="T26" fmla="*/ 1 w 376"/>
              <a:gd name="T27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76" h="90">
                <a:moveTo>
                  <a:pt x="1" y="90"/>
                </a:moveTo>
                <a:cubicBezTo>
                  <a:pt x="1" y="90"/>
                  <a:pt x="0" y="90"/>
                  <a:pt x="0" y="90"/>
                </a:cubicBezTo>
                <a:cubicBezTo>
                  <a:pt x="0" y="89"/>
                  <a:pt x="0" y="88"/>
                  <a:pt x="0" y="88"/>
                </a:cubicBezTo>
                <a:cubicBezTo>
                  <a:pt x="160" y="0"/>
                  <a:pt x="160" y="0"/>
                  <a:pt x="160" y="0"/>
                </a:cubicBezTo>
                <a:cubicBezTo>
                  <a:pt x="160" y="0"/>
                  <a:pt x="161" y="0"/>
                  <a:pt x="161" y="0"/>
                </a:cubicBezTo>
                <a:cubicBezTo>
                  <a:pt x="299" y="78"/>
                  <a:pt x="299" y="78"/>
                  <a:pt x="299" y="78"/>
                </a:cubicBezTo>
                <a:cubicBezTo>
                  <a:pt x="374" y="38"/>
                  <a:pt x="374" y="38"/>
                  <a:pt x="374" y="38"/>
                </a:cubicBezTo>
                <a:cubicBezTo>
                  <a:pt x="374" y="38"/>
                  <a:pt x="375" y="38"/>
                  <a:pt x="376" y="39"/>
                </a:cubicBezTo>
                <a:cubicBezTo>
                  <a:pt x="376" y="39"/>
                  <a:pt x="376" y="40"/>
                  <a:pt x="375" y="41"/>
                </a:cubicBezTo>
                <a:cubicBezTo>
                  <a:pt x="300" y="81"/>
                  <a:pt x="300" y="81"/>
                  <a:pt x="300" y="81"/>
                </a:cubicBezTo>
                <a:cubicBezTo>
                  <a:pt x="299" y="81"/>
                  <a:pt x="299" y="81"/>
                  <a:pt x="298" y="81"/>
                </a:cubicBezTo>
                <a:cubicBezTo>
                  <a:pt x="161" y="3"/>
                  <a:pt x="161" y="3"/>
                  <a:pt x="161" y="3"/>
                </a:cubicBezTo>
                <a:cubicBezTo>
                  <a:pt x="2" y="90"/>
                  <a:pt x="2" y="90"/>
                  <a:pt x="2" y="90"/>
                </a:cubicBezTo>
                <a:cubicBezTo>
                  <a:pt x="1" y="90"/>
                  <a:pt x="1" y="90"/>
                  <a:pt x="1" y="90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Freeform 150">
            <a:extLst>
              <a:ext uri="{FF2B5EF4-FFF2-40B4-BE49-F238E27FC236}">
                <a16:creationId xmlns:a16="http://schemas.microsoft.com/office/drawing/2014/main" xmlns="" id="{9B5C9F7F-2072-4A7C-B981-C041743A5DE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668713" y="25304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151">
            <a:extLst>
              <a:ext uri="{FF2B5EF4-FFF2-40B4-BE49-F238E27FC236}">
                <a16:creationId xmlns:a16="http://schemas.microsoft.com/office/drawing/2014/main" xmlns="" id="{E4D34405-0D6B-4B93-B1B5-D7E87BB9A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0838" y="3544888"/>
            <a:ext cx="125412" cy="74612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Freeform 152">
            <a:extLst>
              <a:ext uri="{FF2B5EF4-FFF2-40B4-BE49-F238E27FC236}">
                <a16:creationId xmlns:a16="http://schemas.microsoft.com/office/drawing/2014/main" xmlns="" id="{A22F668A-2AFA-4338-8247-881F24AC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0838" y="3544888"/>
            <a:ext cx="125412" cy="74612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Freeform 153">
            <a:extLst>
              <a:ext uri="{FF2B5EF4-FFF2-40B4-BE49-F238E27FC236}">
                <a16:creationId xmlns:a16="http://schemas.microsoft.com/office/drawing/2014/main" xmlns="" id="{467314C6-A86B-4F19-84CC-68BF3427848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4206875" y="3544888"/>
            <a:ext cx="441325" cy="157162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157">
            <a:extLst>
              <a:ext uri="{FF2B5EF4-FFF2-40B4-BE49-F238E27FC236}">
                <a16:creationId xmlns:a16="http://schemas.microsoft.com/office/drawing/2014/main" xmlns="" id="{1BF83113-19A6-46C9-9655-8F0017C40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535238"/>
            <a:ext cx="4763" cy="0"/>
          </a:xfrm>
          <a:custGeom>
            <a:avLst/>
            <a:gdLst>
              <a:gd name="T0" fmla="*/ 1 w 1"/>
              <a:gd name="T1" fmla="*/ 0 h 1"/>
              <a:gd name="T2" fmla="*/ 0 w 1"/>
              <a:gd name="T3" fmla="*/ 0 h 1"/>
              <a:gd name="T4" fmla="*/ 0 w 1"/>
              <a:gd name="T5" fmla="*/ 0 h 1"/>
              <a:gd name="T6" fmla="*/ 0 w 1"/>
              <a:gd name="T7" fmla="*/ 0 h 1"/>
              <a:gd name="T8" fmla="*/ 0 w 1"/>
              <a:gd name="T9" fmla="*/ 0 h 1"/>
              <a:gd name="T10" fmla="*/ 0 w 1"/>
              <a:gd name="T11" fmla="*/ 0 h 1"/>
              <a:gd name="T12" fmla="*/ 0 w 1"/>
              <a:gd name="T13" fmla="*/ 0 h 1"/>
              <a:gd name="T14" fmla="*/ 1 w 1"/>
              <a:gd name="T1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Freeform 158">
            <a:extLst>
              <a:ext uri="{FF2B5EF4-FFF2-40B4-BE49-F238E27FC236}">
                <a16:creationId xmlns:a16="http://schemas.microsoft.com/office/drawing/2014/main" xmlns="" id="{D7C864B2-C3FD-471D-BB1D-6D5B010E7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527300"/>
            <a:ext cx="15875" cy="7938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2 h 2"/>
              <a:gd name="T6" fmla="*/ 0 w 4"/>
              <a:gd name="T7" fmla="*/ 2 h 2"/>
              <a:gd name="T8" fmla="*/ 0 w 4"/>
              <a:gd name="T9" fmla="*/ 2 h 2"/>
              <a:gd name="T10" fmla="*/ 0 w 4"/>
              <a:gd name="T11" fmla="*/ 2 h 2"/>
              <a:gd name="T12" fmla="*/ 4 w 4"/>
              <a:gd name="T1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Freeform 159">
            <a:extLst>
              <a:ext uri="{FF2B5EF4-FFF2-40B4-BE49-F238E27FC236}">
                <a16:creationId xmlns:a16="http://schemas.microsoft.com/office/drawing/2014/main" xmlns="" id="{98EC6CF7-E47F-4A0B-9369-2FB873D42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522538"/>
            <a:ext cx="1003300" cy="1192212"/>
          </a:xfrm>
          <a:custGeom>
            <a:avLst/>
            <a:gdLst>
              <a:gd name="T0" fmla="*/ 4 w 242"/>
              <a:gd name="T1" fmla="*/ 1 h 288"/>
              <a:gd name="T2" fmla="*/ 0 w 242"/>
              <a:gd name="T3" fmla="*/ 3 h 288"/>
              <a:gd name="T4" fmla="*/ 0 w 242"/>
              <a:gd name="T5" fmla="*/ 3 h 288"/>
              <a:gd name="T6" fmla="*/ 0 w 242"/>
              <a:gd name="T7" fmla="*/ 3 h 288"/>
              <a:gd name="T8" fmla="*/ 0 w 242"/>
              <a:gd name="T9" fmla="*/ 3 h 288"/>
              <a:gd name="T10" fmla="*/ 0 w 242"/>
              <a:gd name="T11" fmla="*/ 3 h 288"/>
              <a:gd name="T12" fmla="*/ 0 w 242"/>
              <a:gd name="T13" fmla="*/ 3 h 288"/>
              <a:gd name="T14" fmla="*/ 0 w 242"/>
              <a:gd name="T15" fmla="*/ 3 h 288"/>
              <a:gd name="T16" fmla="*/ 0 w 242"/>
              <a:gd name="T17" fmla="*/ 3 h 288"/>
              <a:gd name="T18" fmla="*/ 0 w 242"/>
              <a:gd name="T19" fmla="*/ 3 h 288"/>
              <a:gd name="T20" fmla="*/ 0 w 242"/>
              <a:gd name="T21" fmla="*/ 3 h 288"/>
              <a:gd name="T22" fmla="*/ 1 w 242"/>
              <a:gd name="T23" fmla="*/ 3 h 288"/>
              <a:gd name="T24" fmla="*/ 1 w 242"/>
              <a:gd name="T25" fmla="*/ 3 h 288"/>
              <a:gd name="T26" fmla="*/ 1 w 242"/>
              <a:gd name="T27" fmla="*/ 3 h 288"/>
              <a:gd name="T28" fmla="*/ 1 w 242"/>
              <a:gd name="T29" fmla="*/ 3 h 288"/>
              <a:gd name="T30" fmla="*/ 1 w 242"/>
              <a:gd name="T31" fmla="*/ 3 h 288"/>
              <a:gd name="T32" fmla="*/ 1 w 242"/>
              <a:gd name="T33" fmla="*/ 3 h 288"/>
              <a:gd name="T34" fmla="*/ 1 w 242"/>
              <a:gd name="T35" fmla="*/ 3 h 288"/>
              <a:gd name="T36" fmla="*/ 1 w 242"/>
              <a:gd name="T37" fmla="*/ 2 h 288"/>
              <a:gd name="T38" fmla="*/ 1 w 242"/>
              <a:gd name="T39" fmla="*/ 2 h 288"/>
              <a:gd name="T40" fmla="*/ 1 w 242"/>
              <a:gd name="T41" fmla="*/ 2 h 288"/>
              <a:gd name="T42" fmla="*/ 1 w 242"/>
              <a:gd name="T43" fmla="*/ 2 h 288"/>
              <a:gd name="T44" fmla="*/ 1 w 242"/>
              <a:gd name="T45" fmla="*/ 2 h 288"/>
              <a:gd name="T46" fmla="*/ 2 w 242"/>
              <a:gd name="T47" fmla="*/ 2 h 288"/>
              <a:gd name="T48" fmla="*/ 2 w 242"/>
              <a:gd name="T49" fmla="*/ 2 h 288"/>
              <a:gd name="T50" fmla="*/ 2 w 242"/>
              <a:gd name="T51" fmla="*/ 2 h 288"/>
              <a:gd name="T52" fmla="*/ 2 w 242"/>
              <a:gd name="T53" fmla="*/ 2 h 288"/>
              <a:gd name="T54" fmla="*/ 2 w 242"/>
              <a:gd name="T55" fmla="*/ 2 h 288"/>
              <a:gd name="T56" fmla="*/ 2 w 242"/>
              <a:gd name="T57" fmla="*/ 2 h 288"/>
              <a:gd name="T58" fmla="*/ 11 w 242"/>
              <a:gd name="T59" fmla="*/ 2 h 288"/>
              <a:gd name="T60" fmla="*/ 242 w 242"/>
              <a:gd name="T61" fmla="*/ 148 h 288"/>
              <a:gd name="T62" fmla="*/ 242 w 242"/>
              <a:gd name="T63" fmla="*/ 283 h 288"/>
              <a:gd name="T64" fmla="*/ 242 w 242"/>
              <a:gd name="T65" fmla="*/ 282 h 288"/>
              <a:gd name="T66" fmla="*/ 232 w 242"/>
              <a:gd name="T67" fmla="*/ 129 h 288"/>
              <a:gd name="T68" fmla="*/ 7 w 242"/>
              <a:gd name="T6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42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4" y="1"/>
                  <a:pt x="6" y="1"/>
                </a:cubicBezTo>
                <a:cubicBezTo>
                  <a:pt x="7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2" y="285"/>
                  <a:pt x="242" y="282"/>
                </a:cubicBezTo>
                <a:cubicBezTo>
                  <a:pt x="242" y="147"/>
                  <a:pt x="242" y="147"/>
                  <a:pt x="242" y="147"/>
                </a:cubicBezTo>
                <a:cubicBezTo>
                  <a:pt x="242" y="140"/>
                  <a:pt x="238" y="132"/>
                  <a:pt x="232" y="129"/>
                </a:cubicBezTo>
                <a:cubicBezTo>
                  <a:pt x="11" y="1"/>
                  <a:pt x="11" y="1"/>
                  <a:pt x="11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Freeform 160">
            <a:extLst>
              <a:ext uri="{FF2B5EF4-FFF2-40B4-BE49-F238E27FC236}">
                <a16:creationId xmlns:a16="http://schemas.microsoft.com/office/drawing/2014/main" xmlns="" id="{258615DC-1A0C-44BB-8ABD-36D8B7BCC5E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660775" y="2530475"/>
            <a:ext cx="7938" cy="4763"/>
          </a:xfrm>
          <a:custGeom>
            <a:avLst/>
            <a:gdLst>
              <a:gd name="T0" fmla="*/ 0 w 2"/>
              <a:gd name="T1" fmla="*/ 1 h 1"/>
              <a:gd name="T2" fmla="*/ 0 w 2"/>
              <a:gd name="T3" fmla="*/ 1 h 1"/>
              <a:gd name="T4" fmla="*/ 0 w 2"/>
              <a:gd name="T5" fmla="*/ 1 h 1"/>
              <a:gd name="T6" fmla="*/ 0 w 2"/>
              <a:gd name="T7" fmla="*/ 1 h 1"/>
              <a:gd name="T8" fmla="*/ 0 w 2"/>
              <a:gd name="T9" fmla="*/ 1 h 1"/>
              <a:gd name="T10" fmla="*/ 0 w 2"/>
              <a:gd name="T11" fmla="*/ 1 h 1"/>
              <a:gd name="T12" fmla="*/ 0 w 2"/>
              <a:gd name="T13" fmla="*/ 1 h 1"/>
              <a:gd name="T14" fmla="*/ 0 w 2"/>
              <a:gd name="T15" fmla="*/ 1 h 1"/>
              <a:gd name="T16" fmla="*/ 0 w 2"/>
              <a:gd name="T17" fmla="*/ 1 h 1"/>
              <a:gd name="T18" fmla="*/ 0 w 2"/>
              <a:gd name="T19" fmla="*/ 1 h 1"/>
              <a:gd name="T20" fmla="*/ 0 w 2"/>
              <a:gd name="T21" fmla="*/ 1 h 1"/>
              <a:gd name="T22" fmla="*/ 0 w 2"/>
              <a:gd name="T23" fmla="*/ 1 h 1"/>
              <a:gd name="T24" fmla="*/ 0 w 2"/>
              <a:gd name="T25" fmla="*/ 1 h 1"/>
              <a:gd name="T26" fmla="*/ 0 w 2"/>
              <a:gd name="T27" fmla="*/ 1 h 1"/>
              <a:gd name="T28" fmla="*/ 0 w 2"/>
              <a:gd name="T29" fmla="*/ 1 h 1"/>
              <a:gd name="T30" fmla="*/ 0 w 2"/>
              <a:gd name="T31" fmla="*/ 1 h 1"/>
              <a:gd name="T32" fmla="*/ 0 w 2"/>
              <a:gd name="T33" fmla="*/ 1 h 1"/>
              <a:gd name="T34" fmla="*/ 1 w 2"/>
              <a:gd name="T35" fmla="*/ 1 h 1"/>
              <a:gd name="T36" fmla="*/ 1 w 2"/>
              <a:gd name="T37" fmla="*/ 1 h 1"/>
              <a:gd name="T38" fmla="*/ 1 w 2"/>
              <a:gd name="T39" fmla="*/ 1 h 1"/>
              <a:gd name="T40" fmla="*/ 1 w 2"/>
              <a:gd name="T41" fmla="*/ 1 h 1"/>
              <a:gd name="T42" fmla="*/ 1 w 2"/>
              <a:gd name="T43" fmla="*/ 1 h 1"/>
              <a:gd name="T44" fmla="*/ 1 w 2"/>
              <a:gd name="T45" fmla="*/ 1 h 1"/>
              <a:gd name="T46" fmla="*/ 1 w 2"/>
              <a:gd name="T47" fmla="*/ 1 h 1"/>
              <a:gd name="T48" fmla="*/ 1 w 2"/>
              <a:gd name="T49" fmla="*/ 1 h 1"/>
              <a:gd name="T50" fmla="*/ 1 w 2"/>
              <a:gd name="T51" fmla="*/ 1 h 1"/>
              <a:gd name="T52" fmla="*/ 1 w 2"/>
              <a:gd name="T53" fmla="*/ 1 h 1"/>
              <a:gd name="T54" fmla="*/ 1 w 2"/>
              <a:gd name="T55" fmla="*/ 1 h 1"/>
              <a:gd name="T56" fmla="*/ 1 w 2"/>
              <a:gd name="T57" fmla="*/ 0 h 1"/>
              <a:gd name="T58" fmla="*/ 1 w 2"/>
              <a:gd name="T59" fmla="*/ 0 h 1"/>
              <a:gd name="T60" fmla="*/ 1 w 2"/>
              <a:gd name="T61" fmla="*/ 0 h 1"/>
              <a:gd name="T62" fmla="*/ 1 w 2"/>
              <a:gd name="T63" fmla="*/ 0 h 1"/>
              <a:gd name="T64" fmla="*/ 1 w 2"/>
              <a:gd name="T65" fmla="*/ 0 h 1"/>
              <a:gd name="T66" fmla="*/ 1 w 2"/>
              <a:gd name="T67" fmla="*/ 0 h 1"/>
              <a:gd name="T68" fmla="*/ 1 w 2"/>
              <a:gd name="T69" fmla="*/ 0 h 1"/>
              <a:gd name="T70" fmla="*/ 2 w 2"/>
              <a:gd name="T71" fmla="*/ 0 h 1"/>
              <a:gd name="T72" fmla="*/ 2 w 2"/>
              <a:gd name="T73" fmla="*/ 0 h 1"/>
              <a:gd name="T74" fmla="*/ 2 w 2"/>
              <a:gd name="T75" fmla="*/ 0 h 1"/>
              <a:gd name="T76" fmla="*/ 2 w 2"/>
              <a:gd name="T77" fmla="*/ 0 h 1"/>
              <a:gd name="T78" fmla="*/ 2 w 2"/>
              <a:gd name="T79" fmla="*/ 0 h 1"/>
              <a:gd name="T80" fmla="*/ 2 w 2"/>
              <a:gd name="T81" fmla="*/ 0 h 1"/>
              <a:gd name="T82" fmla="*/ 2 w 2"/>
              <a:gd name="T83" fmla="*/ 0 h 1"/>
              <a:gd name="T84" fmla="*/ 2 w 2"/>
              <a:gd name="T85" fmla="*/ 0 h 1"/>
              <a:gd name="T86" fmla="*/ 2 w 2"/>
              <a:gd name="T87" fmla="*/ 0 h 1"/>
              <a:gd name="T88" fmla="*/ 2 w 2"/>
              <a:gd name="T8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" h="1"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Freeform 164">
            <a:extLst>
              <a:ext uri="{FF2B5EF4-FFF2-40B4-BE49-F238E27FC236}">
                <a16:creationId xmlns:a16="http://schemas.microsoft.com/office/drawing/2014/main" xmlns="" id="{48873869-26AB-4A9F-A481-7C7111A2C7D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668713" y="2530475"/>
            <a:ext cx="979487" cy="1195388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0 w 236"/>
              <a:gd name="T47" fmla="*/ 0 h 289"/>
              <a:gd name="T48" fmla="*/ 0 w 236"/>
              <a:gd name="T49" fmla="*/ 0 h 289"/>
              <a:gd name="T50" fmla="*/ 0 w 236"/>
              <a:gd name="T51" fmla="*/ 0 h 289"/>
              <a:gd name="T52" fmla="*/ 0 w 236"/>
              <a:gd name="T53" fmla="*/ 0 h 289"/>
              <a:gd name="T54" fmla="*/ 0 w 236"/>
              <a:gd name="T55" fmla="*/ 0 h 289"/>
              <a:gd name="T56" fmla="*/ 0 w 236"/>
              <a:gd name="T57" fmla="*/ 0 h 289"/>
              <a:gd name="T58" fmla="*/ 0 w 236"/>
              <a:gd name="T59" fmla="*/ 0 h 289"/>
              <a:gd name="T60" fmla="*/ 0 w 236"/>
              <a:gd name="T61" fmla="*/ 0 h 289"/>
              <a:gd name="T62" fmla="*/ 5 w 236"/>
              <a:gd name="T63" fmla="*/ 2 h 289"/>
              <a:gd name="T64" fmla="*/ 0 w 236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5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5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2" y="0"/>
                  <a:pt x="3" y="1"/>
                  <a:pt x="5" y="2"/>
                </a:cubicBezTo>
                <a:cubicBezTo>
                  <a:pt x="3" y="1"/>
                  <a:pt x="2" y="0"/>
                  <a:pt x="0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Freeform 172">
            <a:extLst>
              <a:ext uri="{FF2B5EF4-FFF2-40B4-BE49-F238E27FC236}">
                <a16:creationId xmlns:a16="http://schemas.microsoft.com/office/drawing/2014/main" xmlns="" id="{EC497003-DBD3-4806-BCA0-5CA18EFAE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264025"/>
            <a:ext cx="123825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Freeform 173">
            <a:extLst>
              <a:ext uri="{FF2B5EF4-FFF2-40B4-BE49-F238E27FC236}">
                <a16:creationId xmlns:a16="http://schemas.microsoft.com/office/drawing/2014/main" xmlns="" id="{B747C441-5A21-40AF-A711-EC145603D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264025"/>
            <a:ext cx="123825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Freeform 174">
            <a:extLst>
              <a:ext uri="{FF2B5EF4-FFF2-40B4-BE49-F238E27FC236}">
                <a16:creationId xmlns:a16="http://schemas.microsoft.com/office/drawing/2014/main" xmlns="" id="{4F3B3C19-8717-4B84-BAF1-F7E1213C12B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962275" y="4264025"/>
            <a:ext cx="438150" cy="157163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Freeform 195">
            <a:extLst>
              <a:ext uri="{FF2B5EF4-FFF2-40B4-BE49-F238E27FC236}">
                <a16:creationId xmlns:a16="http://schemas.microsoft.com/office/drawing/2014/main" xmlns="" id="{45FD2AC0-4EE3-4E63-801A-6940FF69D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2960688"/>
            <a:ext cx="120650" cy="207962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4795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Freeform 196">
            <a:extLst>
              <a:ext uri="{FF2B5EF4-FFF2-40B4-BE49-F238E27FC236}">
                <a16:creationId xmlns:a16="http://schemas.microsoft.com/office/drawing/2014/main" xmlns="" id="{34844A0F-31A9-498B-AB22-9A3B9F429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2960688"/>
            <a:ext cx="120650" cy="207962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Freeform 197">
            <a:extLst>
              <a:ext uri="{FF2B5EF4-FFF2-40B4-BE49-F238E27FC236}">
                <a16:creationId xmlns:a16="http://schemas.microsoft.com/office/drawing/2014/main" xmlns="" id="{0C9FE571-6504-4D50-95FA-C26A1E0FD13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517775" y="2944813"/>
            <a:ext cx="136525" cy="231775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close/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  <a:close/>
              </a:path>
            </a:pathLst>
          </a:custGeom>
          <a:solidFill>
            <a:srgbClr val="3B89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Freeform 198">
            <a:extLst>
              <a:ext uri="{FF2B5EF4-FFF2-40B4-BE49-F238E27FC236}">
                <a16:creationId xmlns:a16="http://schemas.microsoft.com/office/drawing/2014/main" xmlns="" id="{235EC29E-561F-4502-A6EC-0476AB951EA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517775" y="2944813"/>
            <a:ext cx="136525" cy="231775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Freeform 168">
            <a:extLst>
              <a:ext uri="{FF2B5EF4-FFF2-40B4-BE49-F238E27FC236}">
                <a16:creationId xmlns:a16="http://schemas.microsoft.com/office/drawing/2014/main" xmlns="" id="{AE44EABA-F0D6-48DC-9067-7D8D8D01B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17863"/>
            <a:ext cx="1047750" cy="1233487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Freeform 169">
            <a:extLst>
              <a:ext uri="{FF2B5EF4-FFF2-40B4-BE49-F238E27FC236}">
                <a16:creationId xmlns:a16="http://schemas.microsoft.com/office/drawing/2014/main" xmlns="" id="{FA0F6601-90E8-4201-8DC9-55A6E6826EA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14588" y="3217863"/>
            <a:ext cx="1047750" cy="1233487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Freeform 170">
            <a:extLst>
              <a:ext uri="{FF2B5EF4-FFF2-40B4-BE49-F238E27FC236}">
                <a16:creationId xmlns:a16="http://schemas.microsoft.com/office/drawing/2014/main" xmlns="" id="{685DC869-5BF0-4A5C-92C1-825CFA31C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1888" y="3241675"/>
            <a:ext cx="998537" cy="1222375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Freeform 171">
            <a:extLst>
              <a:ext uri="{FF2B5EF4-FFF2-40B4-BE49-F238E27FC236}">
                <a16:creationId xmlns:a16="http://schemas.microsoft.com/office/drawing/2014/main" xmlns="" id="{E4392ACA-855B-4EE2-9DE7-50DE9DA824D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22525" y="325278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Freeform 175">
            <a:extLst>
              <a:ext uri="{FF2B5EF4-FFF2-40B4-BE49-F238E27FC236}">
                <a16:creationId xmlns:a16="http://schemas.microsoft.com/office/drawing/2014/main" xmlns="" id="{2CC41932-B45C-4518-B132-5AB45491D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9188" y="3262313"/>
            <a:ext cx="985837" cy="1195387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Freeform 178">
            <a:extLst>
              <a:ext uri="{FF2B5EF4-FFF2-40B4-BE49-F238E27FC236}">
                <a16:creationId xmlns:a16="http://schemas.microsoft.com/office/drawing/2014/main" xmlns="" id="{4CB39093-5ACA-46CC-8444-43366D098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52788"/>
            <a:ext cx="3175" cy="3175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Freeform 179">
            <a:extLst>
              <a:ext uri="{FF2B5EF4-FFF2-40B4-BE49-F238E27FC236}">
                <a16:creationId xmlns:a16="http://schemas.microsoft.com/office/drawing/2014/main" xmlns="" id="{F9D766FB-DE9B-4F4A-98DF-AB1A6C892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46438"/>
            <a:ext cx="17462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Freeform 180">
            <a:extLst>
              <a:ext uri="{FF2B5EF4-FFF2-40B4-BE49-F238E27FC236}">
                <a16:creationId xmlns:a16="http://schemas.microsoft.com/office/drawing/2014/main" xmlns="" id="{7D1C4006-8482-4DB8-88E9-3934F97DA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41675"/>
            <a:ext cx="1004887" cy="1193800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Freeform 181">
            <a:extLst>
              <a:ext uri="{FF2B5EF4-FFF2-40B4-BE49-F238E27FC236}">
                <a16:creationId xmlns:a16="http://schemas.microsoft.com/office/drawing/2014/main" xmlns="" id="{4D0D5918-119E-4D26-BD83-B2C7ABD74FB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22525" y="325278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Rectangle 182">
            <a:extLst>
              <a:ext uri="{FF2B5EF4-FFF2-40B4-BE49-F238E27FC236}">
                <a16:creationId xmlns:a16="http://schemas.microsoft.com/office/drawing/2014/main" xmlns="" id="{AE613C82-F884-4DC9-9277-4B21560BC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55963"/>
            <a:ext cx="1587" cy="1587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Freeform 183">
            <a:extLst>
              <a:ext uri="{FF2B5EF4-FFF2-40B4-BE49-F238E27FC236}">
                <a16:creationId xmlns:a16="http://schemas.microsoft.com/office/drawing/2014/main" xmlns="" id="{D8756AA1-23A1-4CA0-B349-3C9C35AB2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559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Freeform 186">
            <a:extLst>
              <a:ext uri="{FF2B5EF4-FFF2-40B4-BE49-F238E27FC236}">
                <a16:creationId xmlns:a16="http://schemas.microsoft.com/office/drawing/2014/main" xmlns="" id="{BE9BDD4E-EDB3-44C0-93CF-B76D90F85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525" y="3246438"/>
            <a:ext cx="993775" cy="1201737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Freeform 187">
            <a:extLst>
              <a:ext uri="{FF2B5EF4-FFF2-40B4-BE49-F238E27FC236}">
                <a16:creationId xmlns:a16="http://schemas.microsoft.com/office/drawing/2014/main" xmlns="" id="{A5B9303C-609D-4806-A6F2-A51E180B570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22525" y="3252788"/>
            <a:ext cx="977900" cy="1195387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Freeform 209">
            <a:extLst>
              <a:ext uri="{FF2B5EF4-FFF2-40B4-BE49-F238E27FC236}">
                <a16:creationId xmlns:a16="http://schemas.microsoft.com/office/drawing/2014/main" xmlns="" id="{74F8F791-0B62-4827-B2F1-D0504FE0E10E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143250" y="3263900"/>
            <a:ext cx="15875" cy="28575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Freeform 217">
            <a:extLst>
              <a:ext uri="{FF2B5EF4-FFF2-40B4-BE49-F238E27FC236}">
                <a16:creationId xmlns:a16="http://schemas.microsoft.com/office/drawing/2014/main" xmlns="" id="{11EC5DF8-5E89-496F-8081-5FB743F47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163" y="2514600"/>
            <a:ext cx="123825" cy="180975"/>
          </a:xfrm>
          <a:custGeom>
            <a:avLst/>
            <a:gdLst>
              <a:gd name="T0" fmla="*/ 30 w 30"/>
              <a:gd name="T1" fmla="*/ 31 h 44"/>
              <a:gd name="T2" fmla="*/ 15 w 30"/>
              <a:gd name="T3" fmla="*/ 40 h 44"/>
              <a:gd name="T4" fmla="*/ 0 w 30"/>
              <a:gd name="T5" fmla="*/ 14 h 44"/>
              <a:gd name="T6" fmla="*/ 15 w 30"/>
              <a:gd name="T7" fmla="*/ 5 h 44"/>
              <a:gd name="T8" fmla="*/ 30 w 30"/>
              <a:gd name="T9" fmla="*/ 3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4">
                <a:moveTo>
                  <a:pt x="30" y="31"/>
                </a:moveTo>
                <a:cubicBezTo>
                  <a:pt x="30" y="40"/>
                  <a:pt x="23" y="44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Freeform 218">
            <a:extLst>
              <a:ext uri="{FF2B5EF4-FFF2-40B4-BE49-F238E27FC236}">
                <a16:creationId xmlns:a16="http://schemas.microsoft.com/office/drawing/2014/main" xmlns="" id="{6E73F24A-6E9E-4B84-9E02-F5629523D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7150" y="2600325"/>
            <a:ext cx="123825" cy="187325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6" y="35"/>
                  <a:pt x="0" y="23"/>
                  <a:pt x="0" y="14"/>
                </a:cubicBezTo>
                <a:cubicBezTo>
                  <a:pt x="0" y="4"/>
                  <a:pt x="6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" name="Freeform 219">
            <a:extLst>
              <a:ext uri="{FF2B5EF4-FFF2-40B4-BE49-F238E27FC236}">
                <a16:creationId xmlns:a16="http://schemas.microsoft.com/office/drawing/2014/main" xmlns="" id="{BFACD187-1051-4D82-8320-1DAAC7A8F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2687638"/>
            <a:ext cx="123825" cy="187325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2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2" name="组合 87">
            <a:extLst>
              <a:ext uri="{FF2B5EF4-FFF2-40B4-BE49-F238E27FC236}">
                <a16:creationId xmlns:a16="http://schemas.microsoft.com/office/drawing/2014/main" xmlns="" id="{9BF249A1-4B86-4E76-BEEA-C488BE876470}"/>
              </a:ext>
            </a:extLst>
          </p:cNvPr>
          <p:cNvGrpSpPr>
            <a:grpSpLocks/>
          </p:cNvGrpSpPr>
          <p:nvPr/>
        </p:nvGrpSpPr>
        <p:grpSpPr bwMode="auto">
          <a:xfrm>
            <a:off x="3649663" y="2506663"/>
            <a:ext cx="1073150" cy="1244600"/>
            <a:chOff x="5332731" y="3343275"/>
            <a:chExt cx="855345" cy="992188"/>
          </a:xfrm>
        </p:grpSpPr>
        <p:sp>
          <p:nvSpPr>
            <p:cNvPr id="93" name="Freeform 168">
              <a:extLst>
                <a:ext uri="{FF2B5EF4-FFF2-40B4-BE49-F238E27FC236}">
                  <a16:creationId xmlns:a16="http://schemas.microsoft.com/office/drawing/2014/main" xmlns="" id="{CE1CA0CA-5096-44EA-8D87-2E4D1DA89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42 w 253"/>
                <a:gd name="T1" fmla="*/ 129 h 298"/>
                <a:gd name="T2" fmla="*/ 22 w 253"/>
                <a:gd name="T3" fmla="*/ 1 h 298"/>
                <a:gd name="T4" fmla="*/ 14 w 253"/>
                <a:gd name="T5" fmla="*/ 1 h 298"/>
                <a:gd name="T6" fmla="*/ 14 w 253"/>
                <a:gd name="T7" fmla="*/ 1 h 298"/>
                <a:gd name="T8" fmla="*/ 14 w 253"/>
                <a:gd name="T9" fmla="*/ 1 h 298"/>
                <a:gd name="T10" fmla="*/ 14 w 253"/>
                <a:gd name="T11" fmla="*/ 1 h 298"/>
                <a:gd name="T12" fmla="*/ 0 w 253"/>
                <a:gd name="T13" fmla="*/ 9 h 298"/>
                <a:gd name="T14" fmla="*/ 11 w 253"/>
                <a:gd name="T15" fmla="*/ 14 h 298"/>
                <a:gd name="T16" fmla="*/ 11 w 253"/>
                <a:gd name="T17" fmla="*/ 143 h 298"/>
                <a:gd name="T18" fmla="*/ 22 w 253"/>
                <a:gd name="T19" fmla="*/ 162 h 298"/>
                <a:gd name="T20" fmla="*/ 98 w 253"/>
                <a:gd name="T21" fmla="*/ 206 h 298"/>
                <a:gd name="T22" fmla="*/ 132 w 253"/>
                <a:gd name="T23" fmla="*/ 264 h 298"/>
                <a:gd name="T24" fmla="*/ 165 w 253"/>
                <a:gd name="T25" fmla="*/ 245 h 298"/>
                <a:gd name="T26" fmla="*/ 236 w 253"/>
                <a:gd name="T27" fmla="*/ 285 h 298"/>
                <a:gd name="T28" fmla="*/ 235 w 253"/>
                <a:gd name="T29" fmla="*/ 298 h 298"/>
                <a:gd name="T30" fmla="*/ 250 w 253"/>
                <a:gd name="T31" fmla="*/ 290 h 298"/>
                <a:gd name="T32" fmla="*/ 250 w 253"/>
                <a:gd name="T33" fmla="*/ 290 h 298"/>
                <a:gd name="T34" fmla="*/ 250 w 253"/>
                <a:gd name="T35" fmla="*/ 290 h 298"/>
                <a:gd name="T36" fmla="*/ 250 w 253"/>
                <a:gd name="T37" fmla="*/ 290 h 298"/>
                <a:gd name="T38" fmla="*/ 253 w 253"/>
                <a:gd name="T39" fmla="*/ 283 h 298"/>
                <a:gd name="T40" fmla="*/ 253 w 253"/>
                <a:gd name="T41" fmla="*/ 147 h 298"/>
                <a:gd name="T42" fmla="*/ 242 w 253"/>
                <a:gd name="T43" fmla="*/ 12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53" h="298">
                  <a:moveTo>
                    <a:pt x="242" y="129"/>
                  </a:moveTo>
                  <a:cubicBezTo>
                    <a:pt x="22" y="1"/>
                    <a:pt x="22" y="1"/>
                    <a:pt x="22" y="1"/>
                  </a:cubicBezTo>
                  <a:cubicBezTo>
                    <a:pt x="19" y="0"/>
                    <a:pt x="16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1" y="143"/>
                    <a:pt x="11" y="143"/>
                    <a:pt x="11" y="143"/>
                  </a:cubicBezTo>
                  <a:cubicBezTo>
                    <a:pt x="11" y="150"/>
                    <a:pt x="16" y="158"/>
                    <a:pt x="22" y="162"/>
                  </a:cubicBezTo>
                  <a:cubicBezTo>
                    <a:pt x="98" y="206"/>
                    <a:pt x="98" y="206"/>
                    <a:pt x="98" y="206"/>
                  </a:cubicBezTo>
                  <a:cubicBezTo>
                    <a:pt x="132" y="264"/>
                    <a:pt x="132" y="264"/>
                    <a:pt x="132" y="264"/>
                  </a:cubicBezTo>
                  <a:cubicBezTo>
                    <a:pt x="165" y="245"/>
                    <a:pt x="165" y="245"/>
                    <a:pt x="165" y="245"/>
                  </a:cubicBezTo>
                  <a:cubicBezTo>
                    <a:pt x="236" y="285"/>
                    <a:pt x="236" y="285"/>
                    <a:pt x="236" y="285"/>
                  </a:cubicBezTo>
                  <a:cubicBezTo>
                    <a:pt x="235" y="298"/>
                    <a:pt x="235" y="298"/>
                    <a:pt x="235" y="298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169">
              <a:extLst>
                <a:ext uri="{FF2B5EF4-FFF2-40B4-BE49-F238E27FC236}">
                  <a16:creationId xmlns:a16="http://schemas.microsoft.com/office/drawing/2014/main" xmlns="" id="{73FF06F4-C87D-42E3-B462-6C99F9C19E98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37 w 253"/>
                <a:gd name="T1" fmla="*/ 297 h 298"/>
                <a:gd name="T2" fmla="*/ 237 w 253"/>
                <a:gd name="T3" fmla="*/ 297 h 298"/>
                <a:gd name="T4" fmla="*/ 236 w 253"/>
                <a:gd name="T5" fmla="*/ 298 h 298"/>
                <a:gd name="T6" fmla="*/ 235 w 253"/>
                <a:gd name="T7" fmla="*/ 298 h 298"/>
                <a:gd name="T8" fmla="*/ 237 w 253"/>
                <a:gd name="T9" fmla="*/ 297 h 298"/>
                <a:gd name="T10" fmla="*/ 2 w 253"/>
                <a:gd name="T11" fmla="*/ 8 h 298"/>
                <a:gd name="T12" fmla="*/ 0 w 253"/>
                <a:gd name="T13" fmla="*/ 9 h 298"/>
                <a:gd name="T14" fmla="*/ 0 w 253"/>
                <a:gd name="T15" fmla="*/ 9 h 298"/>
                <a:gd name="T16" fmla="*/ 2 w 253"/>
                <a:gd name="T17" fmla="*/ 8 h 298"/>
                <a:gd name="T18" fmla="*/ 2 w 253"/>
                <a:gd name="T19" fmla="*/ 8 h 298"/>
                <a:gd name="T20" fmla="*/ 2 w 253"/>
                <a:gd name="T21" fmla="*/ 8 h 298"/>
                <a:gd name="T22" fmla="*/ 2 w 253"/>
                <a:gd name="T23" fmla="*/ 8 h 298"/>
                <a:gd name="T24" fmla="*/ 2 w 253"/>
                <a:gd name="T25" fmla="*/ 8 h 298"/>
                <a:gd name="T26" fmla="*/ 2 w 253"/>
                <a:gd name="T27" fmla="*/ 8 h 298"/>
                <a:gd name="T28" fmla="*/ 2 w 253"/>
                <a:gd name="T29" fmla="*/ 8 h 298"/>
                <a:gd name="T30" fmla="*/ 17 w 253"/>
                <a:gd name="T31" fmla="*/ 0 h 298"/>
                <a:gd name="T32" fmla="*/ 14 w 253"/>
                <a:gd name="T33" fmla="*/ 1 h 298"/>
                <a:gd name="T34" fmla="*/ 14 w 253"/>
                <a:gd name="T35" fmla="*/ 1 h 298"/>
                <a:gd name="T36" fmla="*/ 4 w 253"/>
                <a:gd name="T37" fmla="*/ 7 h 298"/>
                <a:gd name="T38" fmla="*/ 7 w 253"/>
                <a:gd name="T39" fmla="*/ 6 h 298"/>
                <a:gd name="T40" fmla="*/ 12 w 253"/>
                <a:gd name="T41" fmla="*/ 7 h 298"/>
                <a:gd name="T42" fmla="*/ 232 w 253"/>
                <a:gd name="T43" fmla="*/ 135 h 298"/>
                <a:gd name="T44" fmla="*/ 243 w 253"/>
                <a:gd name="T45" fmla="*/ 153 h 298"/>
                <a:gd name="T46" fmla="*/ 243 w 253"/>
                <a:gd name="T47" fmla="*/ 288 h 298"/>
                <a:gd name="T48" fmla="*/ 241 w 253"/>
                <a:gd name="T49" fmla="*/ 294 h 298"/>
                <a:gd name="T50" fmla="*/ 240 w 253"/>
                <a:gd name="T51" fmla="*/ 295 h 298"/>
                <a:gd name="T52" fmla="*/ 250 w 253"/>
                <a:gd name="T53" fmla="*/ 290 h 298"/>
                <a:gd name="T54" fmla="*/ 250 w 253"/>
                <a:gd name="T55" fmla="*/ 290 h 298"/>
                <a:gd name="T56" fmla="*/ 250 w 253"/>
                <a:gd name="T57" fmla="*/ 290 h 298"/>
                <a:gd name="T58" fmla="*/ 250 w 253"/>
                <a:gd name="T59" fmla="*/ 290 h 298"/>
                <a:gd name="T60" fmla="*/ 250 w 253"/>
                <a:gd name="T61" fmla="*/ 290 h 298"/>
                <a:gd name="T62" fmla="*/ 250 w 253"/>
                <a:gd name="T63" fmla="*/ 290 h 298"/>
                <a:gd name="T64" fmla="*/ 253 w 253"/>
                <a:gd name="T65" fmla="*/ 283 h 298"/>
                <a:gd name="T66" fmla="*/ 253 w 253"/>
                <a:gd name="T67" fmla="*/ 147 h 298"/>
                <a:gd name="T68" fmla="*/ 242 w 253"/>
                <a:gd name="T69" fmla="*/ 129 h 298"/>
                <a:gd name="T70" fmla="*/ 165 w 253"/>
                <a:gd name="T71" fmla="*/ 84 h 298"/>
                <a:gd name="T72" fmla="*/ 162 w 253"/>
                <a:gd name="T73" fmla="*/ 82 h 298"/>
                <a:gd name="T74" fmla="*/ 34 w 253"/>
                <a:gd name="T75" fmla="*/ 8 h 298"/>
                <a:gd name="T76" fmla="*/ 31 w 253"/>
                <a:gd name="T77" fmla="*/ 7 h 298"/>
                <a:gd name="T78" fmla="*/ 22 w 253"/>
                <a:gd name="T79" fmla="*/ 1 h 298"/>
                <a:gd name="T80" fmla="*/ 17 w 253"/>
                <a:gd name="T81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53" h="298">
                  <a:moveTo>
                    <a:pt x="237" y="297"/>
                  </a:moveTo>
                  <a:cubicBezTo>
                    <a:pt x="237" y="297"/>
                    <a:pt x="237" y="297"/>
                    <a:pt x="237" y="297"/>
                  </a:cubicBezTo>
                  <a:cubicBezTo>
                    <a:pt x="236" y="298"/>
                    <a:pt x="236" y="298"/>
                    <a:pt x="236" y="298"/>
                  </a:cubicBezTo>
                  <a:cubicBezTo>
                    <a:pt x="236" y="298"/>
                    <a:pt x="235" y="298"/>
                    <a:pt x="235" y="298"/>
                  </a:cubicBezTo>
                  <a:cubicBezTo>
                    <a:pt x="237" y="297"/>
                    <a:pt x="237" y="297"/>
                    <a:pt x="237" y="297"/>
                  </a:cubicBezTo>
                  <a:moveTo>
                    <a:pt x="2" y="8"/>
                  </a:moveTo>
                  <a:cubicBezTo>
                    <a:pt x="1" y="8"/>
                    <a:pt x="1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1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17" y="0"/>
                  </a:moveTo>
                  <a:cubicBezTo>
                    <a:pt x="16" y="0"/>
                    <a:pt x="15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6" y="6"/>
                    <a:pt x="7" y="6"/>
                  </a:cubicBezTo>
                  <a:cubicBezTo>
                    <a:pt x="8" y="6"/>
                    <a:pt x="10" y="6"/>
                    <a:pt x="12" y="7"/>
                  </a:cubicBezTo>
                  <a:cubicBezTo>
                    <a:pt x="232" y="135"/>
                    <a:pt x="232" y="135"/>
                    <a:pt x="232" y="135"/>
                  </a:cubicBezTo>
                  <a:cubicBezTo>
                    <a:pt x="238" y="138"/>
                    <a:pt x="243" y="146"/>
                    <a:pt x="243" y="153"/>
                  </a:cubicBezTo>
                  <a:cubicBezTo>
                    <a:pt x="243" y="288"/>
                    <a:pt x="243" y="288"/>
                    <a:pt x="243" y="288"/>
                  </a:cubicBezTo>
                  <a:cubicBezTo>
                    <a:pt x="243" y="291"/>
                    <a:pt x="242" y="293"/>
                    <a:pt x="241" y="294"/>
                  </a:cubicBezTo>
                  <a:cubicBezTo>
                    <a:pt x="241" y="294"/>
                    <a:pt x="241" y="295"/>
                    <a:pt x="240" y="295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  <a:cubicBezTo>
                    <a:pt x="165" y="84"/>
                    <a:pt x="165" y="84"/>
                    <a:pt x="165" y="84"/>
                  </a:cubicBezTo>
                  <a:cubicBezTo>
                    <a:pt x="162" y="82"/>
                    <a:pt x="162" y="82"/>
                    <a:pt x="162" y="82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0" y="0"/>
                    <a:pt x="19" y="0"/>
                    <a:pt x="17" y="0"/>
                  </a:cubicBezTo>
                </a:path>
              </a:pathLst>
            </a:custGeom>
            <a:gradFill rotWithShape="1">
              <a:gsLst>
                <a:gs pos="0">
                  <a:srgbClr val="42C8D1"/>
                </a:gs>
                <a:gs pos="100000">
                  <a:srgbClr val="2C6692"/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170">
              <a:extLst>
                <a:ext uri="{FF2B5EF4-FFF2-40B4-BE49-F238E27FC236}">
                  <a16:creationId xmlns:a16="http://schemas.microsoft.com/office/drawing/2014/main" xmlns="" id="{C763CF50-EE1F-446E-A897-0607512BE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3526" y="3362325"/>
              <a:ext cx="795338" cy="973138"/>
            </a:xfrm>
            <a:custGeom>
              <a:avLst/>
              <a:gdLst>
                <a:gd name="T0" fmla="*/ 231 w 241"/>
                <a:gd name="T1" fmla="*/ 131 h 295"/>
                <a:gd name="T2" fmla="*/ 10 w 241"/>
                <a:gd name="T3" fmla="*/ 4 h 295"/>
                <a:gd name="T4" fmla="*/ 0 w 241"/>
                <a:gd name="T5" fmla="*/ 10 h 295"/>
                <a:gd name="T6" fmla="*/ 0 w 241"/>
                <a:gd name="T7" fmla="*/ 145 h 295"/>
                <a:gd name="T8" fmla="*/ 10 w 241"/>
                <a:gd name="T9" fmla="*/ 164 h 295"/>
                <a:gd name="T10" fmla="*/ 87 w 241"/>
                <a:gd name="T11" fmla="*/ 208 h 295"/>
                <a:gd name="T12" fmla="*/ 120 w 241"/>
                <a:gd name="T13" fmla="*/ 266 h 295"/>
                <a:gd name="T14" fmla="*/ 154 w 241"/>
                <a:gd name="T15" fmla="*/ 247 h 295"/>
                <a:gd name="T16" fmla="*/ 231 w 241"/>
                <a:gd name="T17" fmla="*/ 291 h 295"/>
                <a:gd name="T18" fmla="*/ 241 w 241"/>
                <a:gd name="T19" fmla="*/ 285 h 295"/>
                <a:gd name="T20" fmla="*/ 241 w 241"/>
                <a:gd name="T21" fmla="*/ 150 h 295"/>
                <a:gd name="T22" fmla="*/ 231 w 241"/>
                <a:gd name="T23" fmla="*/ 131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1" h="295">
                  <a:moveTo>
                    <a:pt x="231" y="131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4" y="0"/>
                    <a:pt x="0" y="3"/>
                    <a:pt x="0" y="10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0" y="152"/>
                    <a:pt x="4" y="161"/>
                    <a:pt x="10" y="164"/>
                  </a:cubicBezTo>
                  <a:cubicBezTo>
                    <a:pt x="87" y="208"/>
                    <a:pt x="87" y="208"/>
                    <a:pt x="87" y="208"/>
                  </a:cubicBezTo>
                  <a:cubicBezTo>
                    <a:pt x="120" y="266"/>
                    <a:pt x="120" y="266"/>
                    <a:pt x="120" y="266"/>
                  </a:cubicBezTo>
                  <a:cubicBezTo>
                    <a:pt x="154" y="247"/>
                    <a:pt x="154" y="247"/>
                    <a:pt x="154" y="247"/>
                  </a:cubicBezTo>
                  <a:cubicBezTo>
                    <a:pt x="231" y="291"/>
                    <a:pt x="231" y="291"/>
                    <a:pt x="231" y="291"/>
                  </a:cubicBezTo>
                  <a:cubicBezTo>
                    <a:pt x="237" y="295"/>
                    <a:pt x="241" y="292"/>
                    <a:pt x="241" y="285"/>
                  </a:cubicBezTo>
                  <a:cubicBezTo>
                    <a:pt x="241" y="150"/>
                    <a:pt x="241" y="150"/>
                    <a:pt x="241" y="150"/>
                  </a:cubicBezTo>
                  <a:cubicBezTo>
                    <a:pt x="241" y="143"/>
                    <a:pt x="237" y="134"/>
                    <a:pt x="231" y="131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171">
              <a:extLst>
                <a:ext uri="{FF2B5EF4-FFF2-40B4-BE49-F238E27FC236}">
                  <a16:creationId xmlns:a16="http://schemas.microsoft.com/office/drawing/2014/main" xmlns="" id="{9E220766-4E47-4AB6-B40C-DF1BA1E36585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9EB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175">
              <a:extLst>
                <a:ext uri="{FF2B5EF4-FFF2-40B4-BE49-F238E27FC236}">
                  <a16:creationId xmlns:a16="http://schemas.microsoft.com/office/drawing/2014/main" xmlns="" id="{CBAE04A0-1673-4DA8-ADD1-7F75FC0B9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2731" y="3377883"/>
              <a:ext cx="785813" cy="952500"/>
            </a:xfrm>
            <a:custGeom>
              <a:avLst/>
              <a:gdLst>
                <a:gd name="T0" fmla="*/ 3 w 238"/>
                <a:gd name="T1" fmla="*/ 0 h 289"/>
                <a:gd name="T2" fmla="*/ 2 w 238"/>
                <a:gd name="T3" fmla="*/ 0 h 289"/>
                <a:gd name="T4" fmla="*/ 2 w 238"/>
                <a:gd name="T5" fmla="*/ 0 h 289"/>
                <a:gd name="T6" fmla="*/ 2 w 238"/>
                <a:gd name="T7" fmla="*/ 0 h 289"/>
                <a:gd name="T8" fmla="*/ 2 w 238"/>
                <a:gd name="T9" fmla="*/ 0 h 289"/>
                <a:gd name="T10" fmla="*/ 2 w 238"/>
                <a:gd name="T11" fmla="*/ 0 h 289"/>
                <a:gd name="T12" fmla="*/ 0 w 238"/>
                <a:gd name="T13" fmla="*/ 6 h 289"/>
                <a:gd name="T14" fmla="*/ 0 w 238"/>
                <a:gd name="T15" fmla="*/ 142 h 289"/>
                <a:gd name="T16" fmla="*/ 11 w 238"/>
                <a:gd name="T17" fmla="*/ 160 h 289"/>
                <a:gd name="T18" fmla="*/ 88 w 238"/>
                <a:gd name="T19" fmla="*/ 205 h 289"/>
                <a:gd name="T20" fmla="*/ 121 w 238"/>
                <a:gd name="T21" fmla="*/ 262 h 289"/>
                <a:gd name="T22" fmla="*/ 132 w 238"/>
                <a:gd name="T23" fmla="*/ 256 h 289"/>
                <a:gd name="T24" fmla="*/ 151 w 238"/>
                <a:gd name="T25" fmla="*/ 245 h 289"/>
                <a:gd name="T26" fmla="*/ 151 w 238"/>
                <a:gd name="T27" fmla="*/ 245 h 289"/>
                <a:gd name="T28" fmla="*/ 151 w 238"/>
                <a:gd name="T29" fmla="*/ 245 h 289"/>
                <a:gd name="T30" fmla="*/ 155 w 238"/>
                <a:gd name="T31" fmla="*/ 243 h 289"/>
                <a:gd name="T32" fmla="*/ 231 w 238"/>
                <a:gd name="T33" fmla="*/ 287 h 289"/>
                <a:gd name="T34" fmla="*/ 236 w 238"/>
                <a:gd name="T35" fmla="*/ 289 h 289"/>
                <a:gd name="T36" fmla="*/ 236 w 238"/>
                <a:gd name="T37" fmla="*/ 289 h 289"/>
                <a:gd name="T38" fmla="*/ 238 w 238"/>
                <a:gd name="T39" fmla="*/ 283 h 289"/>
                <a:gd name="T40" fmla="*/ 238 w 238"/>
                <a:gd name="T41" fmla="*/ 283 h 289"/>
                <a:gd name="T42" fmla="*/ 238 w 238"/>
                <a:gd name="T43" fmla="*/ 283 h 289"/>
                <a:gd name="T44" fmla="*/ 238 w 238"/>
                <a:gd name="T45" fmla="*/ 283 h 289"/>
                <a:gd name="T46" fmla="*/ 238 w 238"/>
                <a:gd name="T47" fmla="*/ 283 h 289"/>
                <a:gd name="T48" fmla="*/ 238 w 238"/>
                <a:gd name="T49" fmla="*/ 283 h 289"/>
                <a:gd name="T50" fmla="*/ 238 w 238"/>
                <a:gd name="T51" fmla="*/ 283 h 289"/>
                <a:gd name="T52" fmla="*/ 238 w 238"/>
                <a:gd name="T53" fmla="*/ 283 h 289"/>
                <a:gd name="T54" fmla="*/ 238 w 238"/>
                <a:gd name="T55" fmla="*/ 283 h 289"/>
                <a:gd name="T56" fmla="*/ 238 w 238"/>
                <a:gd name="T57" fmla="*/ 148 h 289"/>
                <a:gd name="T58" fmla="*/ 228 w 238"/>
                <a:gd name="T59" fmla="*/ 129 h 289"/>
                <a:gd name="T60" fmla="*/ 7 w 238"/>
                <a:gd name="T61" fmla="*/ 2 h 289"/>
                <a:gd name="T62" fmla="*/ 7 w 238"/>
                <a:gd name="T63" fmla="*/ 2 h 289"/>
                <a:gd name="T64" fmla="*/ 3 w 238"/>
                <a:gd name="T6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8" h="289">
                  <a:moveTo>
                    <a:pt x="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2"/>
                    <a:pt x="0" y="4"/>
                    <a:pt x="0" y="6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148"/>
                    <a:pt x="5" y="157"/>
                    <a:pt x="11" y="160"/>
                  </a:cubicBezTo>
                  <a:cubicBezTo>
                    <a:pt x="88" y="205"/>
                    <a:pt x="88" y="205"/>
                    <a:pt x="88" y="205"/>
                  </a:cubicBezTo>
                  <a:cubicBezTo>
                    <a:pt x="121" y="262"/>
                    <a:pt x="121" y="262"/>
                    <a:pt x="121" y="262"/>
                  </a:cubicBezTo>
                  <a:cubicBezTo>
                    <a:pt x="132" y="256"/>
                    <a:pt x="132" y="256"/>
                    <a:pt x="132" y="256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5" y="243"/>
                    <a:pt x="155" y="243"/>
                    <a:pt x="155" y="243"/>
                  </a:cubicBezTo>
                  <a:cubicBezTo>
                    <a:pt x="231" y="287"/>
                    <a:pt x="231" y="287"/>
                    <a:pt x="231" y="287"/>
                  </a:cubicBezTo>
                  <a:cubicBezTo>
                    <a:pt x="233" y="288"/>
                    <a:pt x="235" y="289"/>
                    <a:pt x="236" y="289"/>
                  </a:cubicBezTo>
                  <a:cubicBezTo>
                    <a:pt x="236" y="289"/>
                    <a:pt x="236" y="289"/>
                    <a:pt x="236" y="289"/>
                  </a:cubicBezTo>
                  <a:cubicBezTo>
                    <a:pt x="238" y="288"/>
                    <a:pt x="238" y="286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148"/>
                    <a:pt x="238" y="148"/>
                    <a:pt x="238" y="148"/>
                  </a:cubicBezTo>
                  <a:cubicBezTo>
                    <a:pt x="238" y="141"/>
                    <a:pt x="234" y="132"/>
                    <a:pt x="228" y="129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6" y="1"/>
                    <a:pt x="4" y="0"/>
                    <a:pt x="3" y="0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Freeform 178">
              <a:extLst>
                <a:ext uri="{FF2B5EF4-FFF2-40B4-BE49-F238E27FC236}">
                  <a16:creationId xmlns:a16="http://schemas.microsoft.com/office/drawing/2014/main" xmlns="" id="{BFAA404D-07BC-435C-92F1-7EAC66343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0263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179">
              <a:extLst>
                <a:ext uri="{FF2B5EF4-FFF2-40B4-BE49-F238E27FC236}">
                  <a16:creationId xmlns:a16="http://schemas.microsoft.com/office/drawing/2014/main" xmlns="" id="{D490FBBA-3B99-4D1F-8880-ED9BBB009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5500"/>
              <a:ext cx="14288" cy="7938"/>
            </a:xfrm>
            <a:custGeom>
              <a:avLst/>
              <a:gdLst>
                <a:gd name="T0" fmla="*/ 4 w 4"/>
                <a:gd name="T1" fmla="*/ 0 h 2"/>
                <a:gd name="T2" fmla="*/ 4 w 4"/>
                <a:gd name="T3" fmla="*/ 0 h 2"/>
                <a:gd name="T4" fmla="*/ 1 w 4"/>
                <a:gd name="T5" fmla="*/ 1 h 2"/>
                <a:gd name="T6" fmla="*/ 0 w 4"/>
                <a:gd name="T7" fmla="*/ 2 h 2"/>
                <a:gd name="T8" fmla="*/ 0 w 4"/>
                <a:gd name="T9" fmla="*/ 2 h 2"/>
                <a:gd name="T10" fmla="*/ 4 w 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180">
              <a:extLst>
                <a:ext uri="{FF2B5EF4-FFF2-40B4-BE49-F238E27FC236}">
                  <a16:creationId xmlns:a16="http://schemas.microsoft.com/office/drawing/2014/main" xmlns="" id="{05706127-DCED-4513-840A-3BD3AB114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2325"/>
              <a:ext cx="801688" cy="950913"/>
            </a:xfrm>
            <a:custGeom>
              <a:avLst/>
              <a:gdLst>
                <a:gd name="T0" fmla="*/ 7 w 243"/>
                <a:gd name="T1" fmla="*/ 0 h 288"/>
                <a:gd name="T2" fmla="*/ 4 w 243"/>
                <a:gd name="T3" fmla="*/ 1 h 288"/>
                <a:gd name="T4" fmla="*/ 0 w 243"/>
                <a:gd name="T5" fmla="*/ 3 h 288"/>
                <a:gd name="T6" fmla="*/ 2 w 243"/>
                <a:gd name="T7" fmla="*/ 2 h 288"/>
                <a:gd name="T8" fmla="*/ 2 w 243"/>
                <a:gd name="T9" fmla="*/ 2 h 288"/>
                <a:gd name="T10" fmla="*/ 2 w 243"/>
                <a:gd name="T11" fmla="*/ 2 h 288"/>
                <a:gd name="T12" fmla="*/ 2 w 243"/>
                <a:gd name="T13" fmla="*/ 2 h 288"/>
                <a:gd name="T14" fmla="*/ 2 w 243"/>
                <a:gd name="T15" fmla="*/ 2 h 288"/>
                <a:gd name="T16" fmla="*/ 2 w 243"/>
                <a:gd name="T17" fmla="*/ 2 h 288"/>
                <a:gd name="T18" fmla="*/ 6 w 243"/>
                <a:gd name="T19" fmla="*/ 1 h 288"/>
                <a:gd name="T20" fmla="*/ 11 w 243"/>
                <a:gd name="T21" fmla="*/ 2 h 288"/>
                <a:gd name="T22" fmla="*/ 231 w 243"/>
                <a:gd name="T23" fmla="*/ 129 h 288"/>
                <a:gd name="T24" fmla="*/ 242 w 243"/>
                <a:gd name="T25" fmla="*/ 148 h 288"/>
                <a:gd name="T26" fmla="*/ 242 w 243"/>
                <a:gd name="T27" fmla="*/ 283 h 288"/>
                <a:gd name="T28" fmla="*/ 242 w 243"/>
                <a:gd name="T29" fmla="*/ 283 h 288"/>
                <a:gd name="T30" fmla="*/ 241 w 243"/>
                <a:gd name="T31" fmla="*/ 288 h 288"/>
                <a:gd name="T32" fmla="*/ 243 w 243"/>
                <a:gd name="T33" fmla="*/ 282 h 288"/>
                <a:gd name="T34" fmla="*/ 243 w 243"/>
                <a:gd name="T35" fmla="*/ 147 h 288"/>
                <a:gd name="T36" fmla="*/ 232 w 243"/>
                <a:gd name="T37" fmla="*/ 129 h 288"/>
                <a:gd name="T38" fmla="*/ 12 w 243"/>
                <a:gd name="T39" fmla="*/ 1 h 288"/>
                <a:gd name="T40" fmla="*/ 7 w 243"/>
                <a:gd name="T41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3" h="288">
                  <a:moveTo>
                    <a:pt x="7" y="0"/>
                  </a:moveTo>
                  <a:cubicBezTo>
                    <a:pt x="6" y="0"/>
                    <a:pt x="5" y="0"/>
                    <a:pt x="4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1"/>
                    <a:pt x="5" y="1"/>
                    <a:pt x="6" y="1"/>
                  </a:cubicBezTo>
                  <a:cubicBezTo>
                    <a:pt x="8" y="1"/>
                    <a:pt x="9" y="1"/>
                    <a:pt x="11" y="2"/>
                  </a:cubicBezTo>
                  <a:cubicBezTo>
                    <a:pt x="231" y="129"/>
                    <a:pt x="231" y="129"/>
                    <a:pt x="231" y="129"/>
                  </a:cubicBezTo>
                  <a:cubicBezTo>
                    <a:pt x="237" y="133"/>
                    <a:pt x="242" y="141"/>
                    <a:pt x="242" y="148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5"/>
                    <a:pt x="242" y="287"/>
                    <a:pt x="241" y="288"/>
                  </a:cubicBezTo>
                  <a:cubicBezTo>
                    <a:pt x="242" y="287"/>
                    <a:pt x="243" y="285"/>
                    <a:pt x="243" y="282"/>
                  </a:cubicBezTo>
                  <a:cubicBezTo>
                    <a:pt x="243" y="147"/>
                    <a:pt x="243" y="147"/>
                    <a:pt x="243" y="147"/>
                  </a:cubicBezTo>
                  <a:cubicBezTo>
                    <a:pt x="243" y="140"/>
                    <a:pt x="238" y="132"/>
                    <a:pt x="232" y="129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0" y="0"/>
                    <a:pt x="8" y="0"/>
                    <a:pt x="7" y="0"/>
                  </a:cubicBezTo>
                </a:path>
              </a:pathLst>
            </a:custGeom>
            <a:solidFill>
              <a:srgbClr val="373D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Freeform 181">
              <a:extLst>
                <a:ext uri="{FF2B5EF4-FFF2-40B4-BE49-F238E27FC236}">
                  <a16:creationId xmlns:a16="http://schemas.microsoft.com/office/drawing/2014/main" xmlns="" id="{2EC828FC-01D2-484F-9636-FEE3D4CC282C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Rectangle 182">
              <a:extLst>
                <a:ext uri="{FF2B5EF4-FFF2-40B4-BE49-F238E27FC236}">
                  <a16:creationId xmlns:a16="http://schemas.microsoft.com/office/drawing/2014/main" xmlns="" id="{66AE8E7E-FFF4-4CCB-8979-7822DC9AC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1588" cy="1588"/>
            </a:xfrm>
            <a:prstGeom prst="rect">
              <a:avLst/>
            </a:pr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183">
              <a:extLst>
                <a:ext uri="{FF2B5EF4-FFF2-40B4-BE49-F238E27FC236}">
                  <a16:creationId xmlns:a16="http://schemas.microsoft.com/office/drawing/2014/main" xmlns="" id="{8676D9B5-53AC-4347-9C36-47D1E2013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Freeform 186">
              <a:extLst>
                <a:ext uri="{FF2B5EF4-FFF2-40B4-BE49-F238E27FC236}">
                  <a16:creationId xmlns:a16="http://schemas.microsoft.com/office/drawing/2014/main" xmlns="" id="{BB5420F2-868C-45B1-BAC0-89DC0CF6F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9401" y="3365500"/>
              <a:ext cx="792163" cy="957263"/>
            </a:xfrm>
            <a:custGeom>
              <a:avLst/>
              <a:gdLst>
                <a:gd name="T0" fmla="*/ 4 w 240"/>
                <a:gd name="T1" fmla="*/ 0 h 290"/>
                <a:gd name="T2" fmla="*/ 0 w 240"/>
                <a:gd name="T3" fmla="*/ 1 h 290"/>
                <a:gd name="T4" fmla="*/ 0 w 240"/>
                <a:gd name="T5" fmla="*/ 1 h 290"/>
                <a:gd name="T6" fmla="*/ 0 w 240"/>
                <a:gd name="T7" fmla="*/ 1 h 290"/>
                <a:gd name="T8" fmla="*/ 0 w 240"/>
                <a:gd name="T9" fmla="*/ 1 h 290"/>
                <a:gd name="T10" fmla="*/ 0 w 240"/>
                <a:gd name="T11" fmla="*/ 1 h 290"/>
                <a:gd name="T12" fmla="*/ 1 w 240"/>
                <a:gd name="T13" fmla="*/ 1 h 290"/>
                <a:gd name="T14" fmla="*/ 5 w 240"/>
                <a:gd name="T15" fmla="*/ 3 h 290"/>
                <a:gd name="T16" fmla="*/ 5 w 240"/>
                <a:gd name="T17" fmla="*/ 3 h 290"/>
                <a:gd name="T18" fmla="*/ 226 w 240"/>
                <a:gd name="T19" fmla="*/ 130 h 290"/>
                <a:gd name="T20" fmla="*/ 236 w 240"/>
                <a:gd name="T21" fmla="*/ 149 h 290"/>
                <a:gd name="T22" fmla="*/ 236 w 240"/>
                <a:gd name="T23" fmla="*/ 284 h 290"/>
                <a:gd name="T24" fmla="*/ 236 w 240"/>
                <a:gd name="T25" fmla="*/ 284 h 290"/>
                <a:gd name="T26" fmla="*/ 236 w 240"/>
                <a:gd name="T27" fmla="*/ 284 h 290"/>
                <a:gd name="T28" fmla="*/ 236 w 240"/>
                <a:gd name="T29" fmla="*/ 284 h 290"/>
                <a:gd name="T30" fmla="*/ 236 w 240"/>
                <a:gd name="T31" fmla="*/ 284 h 290"/>
                <a:gd name="T32" fmla="*/ 236 w 240"/>
                <a:gd name="T33" fmla="*/ 284 h 290"/>
                <a:gd name="T34" fmla="*/ 236 w 240"/>
                <a:gd name="T35" fmla="*/ 284 h 290"/>
                <a:gd name="T36" fmla="*/ 236 w 240"/>
                <a:gd name="T37" fmla="*/ 284 h 290"/>
                <a:gd name="T38" fmla="*/ 236 w 240"/>
                <a:gd name="T39" fmla="*/ 284 h 290"/>
                <a:gd name="T40" fmla="*/ 236 w 240"/>
                <a:gd name="T41" fmla="*/ 284 h 290"/>
                <a:gd name="T42" fmla="*/ 234 w 240"/>
                <a:gd name="T43" fmla="*/ 290 h 290"/>
                <a:gd name="T44" fmla="*/ 235 w 240"/>
                <a:gd name="T45" fmla="*/ 290 h 290"/>
                <a:gd name="T46" fmla="*/ 237 w 240"/>
                <a:gd name="T47" fmla="*/ 288 h 290"/>
                <a:gd name="T48" fmla="*/ 237 w 240"/>
                <a:gd name="T49" fmla="*/ 288 h 290"/>
                <a:gd name="T50" fmla="*/ 237 w 240"/>
                <a:gd name="T51" fmla="*/ 288 h 290"/>
                <a:gd name="T52" fmla="*/ 237 w 240"/>
                <a:gd name="T53" fmla="*/ 288 h 290"/>
                <a:gd name="T54" fmla="*/ 239 w 240"/>
                <a:gd name="T55" fmla="*/ 287 h 290"/>
                <a:gd name="T56" fmla="*/ 240 w 240"/>
                <a:gd name="T57" fmla="*/ 282 h 290"/>
                <a:gd name="T58" fmla="*/ 240 w 240"/>
                <a:gd name="T59" fmla="*/ 147 h 290"/>
                <a:gd name="T60" fmla="*/ 229 w 240"/>
                <a:gd name="T61" fmla="*/ 128 h 290"/>
                <a:gd name="T62" fmla="*/ 9 w 240"/>
                <a:gd name="T63" fmla="*/ 1 h 290"/>
                <a:gd name="T64" fmla="*/ 4 w 240"/>
                <a:gd name="T65" fmla="*/ 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" h="290">
                  <a:moveTo>
                    <a:pt x="4" y="0"/>
                  </a:moveTo>
                  <a:cubicBezTo>
                    <a:pt x="3" y="0"/>
                    <a:pt x="1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2" y="1"/>
                    <a:pt x="4" y="2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226" y="130"/>
                    <a:pt x="226" y="130"/>
                    <a:pt x="226" y="130"/>
                  </a:cubicBezTo>
                  <a:cubicBezTo>
                    <a:pt x="232" y="133"/>
                    <a:pt x="236" y="142"/>
                    <a:pt x="236" y="149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7"/>
                    <a:pt x="236" y="289"/>
                    <a:pt x="234" y="290"/>
                  </a:cubicBezTo>
                  <a:cubicBezTo>
                    <a:pt x="235" y="290"/>
                    <a:pt x="235" y="290"/>
                    <a:pt x="235" y="290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8" y="288"/>
                    <a:pt x="239" y="288"/>
                    <a:pt x="239" y="287"/>
                  </a:cubicBezTo>
                  <a:cubicBezTo>
                    <a:pt x="240" y="286"/>
                    <a:pt x="240" y="284"/>
                    <a:pt x="240" y="282"/>
                  </a:cubicBezTo>
                  <a:cubicBezTo>
                    <a:pt x="240" y="147"/>
                    <a:pt x="240" y="147"/>
                    <a:pt x="240" y="147"/>
                  </a:cubicBezTo>
                  <a:cubicBezTo>
                    <a:pt x="240" y="140"/>
                    <a:pt x="235" y="132"/>
                    <a:pt x="229" y="12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0"/>
                    <a:pt x="6" y="0"/>
                    <a:pt x="4" y="0"/>
                  </a:cubicBezTo>
                </a:path>
              </a:pathLst>
            </a:custGeom>
            <a:solidFill>
              <a:srgbClr val="333D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187">
              <a:extLst>
                <a:ext uri="{FF2B5EF4-FFF2-40B4-BE49-F238E27FC236}">
                  <a16:creationId xmlns:a16="http://schemas.microsoft.com/office/drawing/2014/main" xmlns="" id="{212E335B-E0EE-4EA2-8379-C441DD026D17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779463" cy="952500"/>
            </a:xfrm>
            <a:custGeom>
              <a:avLst/>
              <a:gdLst>
                <a:gd name="T0" fmla="*/ 236 w 236"/>
                <a:gd name="T1" fmla="*/ 283 h 289"/>
                <a:gd name="T2" fmla="*/ 234 w 236"/>
                <a:gd name="T3" fmla="*/ 289 h 289"/>
                <a:gd name="T4" fmla="*/ 234 w 236"/>
                <a:gd name="T5" fmla="*/ 289 h 289"/>
                <a:gd name="T6" fmla="*/ 236 w 236"/>
                <a:gd name="T7" fmla="*/ 283 h 289"/>
                <a:gd name="T8" fmla="*/ 236 w 236"/>
                <a:gd name="T9" fmla="*/ 283 h 289"/>
                <a:gd name="T10" fmla="*/ 236 w 236"/>
                <a:gd name="T11" fmla="*/ 283 h 289"/>
                <a:gd name="T12" fmla="*/ 236 w 236"/>
                <a:gd name="T13" fmla="*/ 283 h 289"/>
                <a:gd name="T14" fmla="*/ 236 w 236"/>
                <a:gd name="T15" fmla="*/ 283 h 289"/>
                <a:gd name="T16" fmla="*/ 236 w 236"/>
                <a:gd name="T17" fmla="*/ 283 h 289"/>
                <a:gd name="T18" fmla="*/ 236 w 236"/>
                <a:gd name="T19" fmla="*/ 283 h 289"/>
                <a:gd name="T20" fmla="*/ 236 w 236"/>
                <a:gd name="T21" fmla="*/ 283 h 289"/>
                <a:gd name="T22" fmla="*/ 236 w 236"/>
                <a:gd name="T23" fmla="*/ 283 h 289"/>
                <a:gd name="T24" fmla="*/ 236 w 236"/>
                <a:gd name="T25" fmla="*/ 283 h 289"/>
                <a:gd name="T26" fmla="*/ 236 w 236"/>
                <a:gd name="T27" fmla="*/ 283 h 289"/>
                <a:gd name="T28" fmla="*/ 236 w 236"/>
                <a:gd name="T29" fmla="*/ 283 h 289"/>
                <a:gd name="T30" fmla="*/ 236 w 236"/>
                <a:gd name="T31" fmla="*/ 283 h 289"/>
                <a:gd name="T32" fmla="*/ 0 w 236"/>
                <a:gd name="T33" fmla="*/ 0 h 289"/>
                <a:gd name="T34" fmla="*/ 0 w 236"/>
                <a:gd name="T35" fmla="*/ 0 h 289"/>
                <a:gd name="T36" fmla="*/ 0 w 236"/>
                <a:gd name="T37" fmla="*/ 0 h 289"/>
                <a:gd name="T38" fmla="*/ 0 w 236"/>
                <a:gd name="T39" fmla="*/ 0 h 289"/>
                <a:gd name="T40" fmla="*/ 0 w 236"/>
                <a:gd name="T41" fmla="*/ 0 h 289"/>
                <a:gd name="T42" fmla="*/ 0 w 236"/>
                <a:gd name="T43" fmla="*/ 0 h 289"/>
                <a:gd name="T44" fmla="*/ 0 w 236"/>
                <a:gd name="T45" fmla="*/ 0 h 289"/>
                <a:gd name="T46" fmla="*/ 1 w 236"/>
                <a:gd name="T47" fmla="*/ 0 h 289"/>
                <a:gd name="T48" fmla="*/ 0 w 236"/>
                <a:gd name="T49" fmla="*/ 0 h 289"/>
                <a:gd name="T50" fmla="*/ 1 w 236"/>
                <a:gd name="T51" fmla="*/ 0 h 289"/>
                <a:gd name="T52" fmla="*/ 5 w 236"/>
                <a:gd name="T53" fmla="*/ 2 h 289"/>
                <a:gd name="T54" fmla="*/ 1 w 236"/>
                <a:gd name="T5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36" h="289">
                  <a:moveTo>
                    <a:pt x="236" y="283"/>
                  </a:moveTo>
                  <a:cubicBezTo>
                    <a:pt x="236" y="286"/>
                    <a:pt x="236" y="288"/>
                    <a:pt x="234" y="289"/>
                  </a:cubicBezTo>
                  <a:cubicBezTo>
                    <a:pt x="234" y="289"/>
                    <a:pt x="234" y="289"/>
                    <a:pt x="234" y="289"/>
                  </a:cubicBezTo>
                  <a:cubicBezTo>
                    <a:pt x="236" y="288"/>
                    <a:pt x="236" y="286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4" y="1"/>
                    <a:pt x="5" y="2"/>
                  </a:cubicBezTo>
                  <a:cubicBezTo>
                    <a:pt x="4" y="1"/>
                    <a:pt x="2" y="0"/>
                    <a:pt x="1" y="0"/>
                  </a:cubicBezTo>
                </a:path>
              </a:pathLst>
            </a:custGeom>
            <a:solidFill>
              <a:srgbClr val="333B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Freeform 209">
              <a:extLst>
                <a:ext uri="{FF2B5EF4-FFF2-40B4-BE49-F238E27FC236}">
                  <a16:creationId xmlns:a16="http://schemas.microsoft.com/office/drawing/2014/main" xmlns="" id="{E245FF98-59F8-42A9-8B51-D1B16ADCEA8A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934076" y="3379788"/>
              <a:ext cx="12700" cy="22225"/>
            </a:xfrm>
            <a:custGeom>
              <a:avLst/>
              <a:gdLst>
                <a:gd name="T0" fmla="*/ 3 w 4"/>
                <a:gd name="T1" fmla="*/ 0 h 7"/>
                <a:gd name="T2" fmla="*/ 0 w 4"/>
                <a:gd name="T3" fmla="*/ 7 h 7"/>
                <a:gd name="T4" fmla="*/ 1 w 4"/>
                <a:gd name="T5" fmla="*/ 6 h 7"/>
                <a:gd name="T6" fmla="*/ 3 w 4"/>
                <a:gd name="T7" fmla="*/ 0 h 7"/>
                <a:gd name="T8" fmla="*/ 4 w 4"/>
                <a:gd name="T9" fmla="*/ 0 h 7"/>
                <a:gd name="T10" fmla="*/ 3 w 4"/>
                <a:gd name="T11" fmla="*/ 0 h 7"/>
                <a:gd name="T12" fmla="*/ 4 w 4"/>
                <a:gd name="T13" fmla="*/ 0 h 7"/>
                <a:gd name="T14" fmla="*/ 4 w 4"/>
                <a:gd name="T15" fmla="*/ 0 h 7"/>
                <a:gd name="T16" fmla="*/ 4 w 4"/>
                <a:gd name="T17" fmla="*/ 0 h 7"/>
                <a:gd name="T18" fmla="*/ 4 w 4"/>
                <a:gd name="T19" fmla="*/ 0 h 7"/>
                <a:gd name="T20" fmla="*/ 4 w 4"/>
                <a:gd name="T21" fmla="*/ 0 h 7"/>
                <a:gd name="T22" fmla="*/ 4 w 4"/>
                <a:gd name="T23" fmla="*/ 0 h 7"/>
                <a:gd name="T24" fmla="*/ 4 w 4"/>
                <a:gd name="T25" fmla="*/ 0 h 7"/>
                <a:gd name="T26" fmla="*/ 4 w 4"/>
                <a:gd name="T27" fmla="*/ 0 h 7"/>
                <a:gd name="T28" fmla="*/ 4 w 4"/>
                <a:gd name="T29" fmla="*/ 0 h 7"/>
                <a:gd name="T30" fmla="*/ 4 w 4"/>
                <a:gd name="T3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" h="7">
                  <a:moveTo>
                    <a:pt x="3" y="0"/>
                  </a:moveTo>
                  <a:cubicBezTo>
                    <a:pt x="3" y="3"/>
                    <a:pt x="2" y="6"/>
                    <a:pt x="0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3"/>
                    <a:pt x="3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3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7" name="Freeform 168">
            <a:extLst>
              <a:ext uri="{FF2B5EF4-FFF2-40B4-BE49-F238E27FC236}">
                <a16:creationId xmlns:a16="http://schemas.microsoft.com/office/drawing/2014/main" xmlns="" id="{C0745924-2690-4861-BFA6-57FA63001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65338"/>
            <a:ext cx="1047750" cy="1231900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" name="Freeform 169">
            <a:extLst>
              <a:ext uri="{FF2B5EF4-FFF2-40B4-BE49-F238E27FC236}">
                <a16:creationId xmlns:a16="http://schemas.microsoft.com/office/drawing/2014/main" xmlns="" id="{3BA63241-B4F6-41AD-8097-BA7F17D9808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1225" y="2065338"/>
            <a:ext cx="1047750" cy="1231900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Freeform 170">
            <a:extLst>
              <a:ext uri="{FF2B5EF4-FFF2-40B4-BE49-F238E27FC236}">
                <a16:creationId xmlns:a16="http://schemas.microsoft.com/office/drawing/2014/main" xmlns="" id="{EE9F85AD-BD72-44CB-8220-D182FCEE2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8525" y="2089150"/>
            <a:ext cx="998538" cy="1220788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Freeform 171">
            <a:extLst>
              <a:ext uri="{FF2B5EF4-FFF2-40B4-BE49-F238E27FC236}">
                <a16:creationId xmlns:a16="http://schemas.microsoft.com/office/drawing/2014/main" xmlns="" id="{F9ED6832-E143-46A5-BEDE-DB6969F31A0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9163" y="20986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Freeform 175">
            <a:extLst>
              <a:ext uri="{FF2B5EF4-FFF2-40B4-BE49-F238E27FC236}">
                <a16:creationId xmlns:a16="http://schemas.microsoft.com/office/drawing/2014/main" xmlns="" id="{2A5206FA-8AC0-4D97-B849-CB9E5D956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5825" y="2108200"/>
            <a:ext cx="985838" cy="1195388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" name="Freeform 178">
            <a:extLst>
              <a:ext uri="{FF2B5EF4-FFF2-40B4-BE49-F238E27FC236}">
                <a16:creationId xmlns:a16="http://schemas.microsoft.com/office/drawing/2014/main" xmlns="" id="{0B844651-D0F8-4D4A-8564-83B4253D7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98675"/>
            <a:ext cx="3175" cy="3175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" name="Freeform 179">
            <a:extLst>
              <a:ext uri="{FF2B5EF4-FFF2-40B4-BE49-F238E27FC236}">
                <a16:creationId xmlns:a16="http://schemas.microsoft.com/office/drawing/2014/main" xmlns="" id="{2FB07380-BAF5-4752-BF7D-B046D6DD3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92325"/>
            <a:ext cx="17463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" name="Freeform 180">
            <a:extLst>
              <a:ext uri="{FF2B5EF4-FFF2-40B4-BE49-F238E27FC236}">
                <a16:creationId xmlns:a16="http://schemas.microsoft.com/office/drawing/2014/main" xmlns="" id="{5054D291-0697-4316-8BCA-AF35364DF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89150"/>
            <a:ext cx="1004888" cy="1192213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" name="Freeform 181">
            <a:extLst>
              <a:ext uri="{FF2B5EF4-FFF2-40B4-BE49-F238E27FC236}">
                <a16:creationId xmlns:a16="http://schemas.microsoft.com/office/drawing/2014/main" xmlns="" id="{34CE39BF-0A01-457A-B10F-2271DE79115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9163" y="20986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" name="Rectangle 182">
            <a:extLst>
              <a:ext uri="{FF2B5EF4-FFF2-40B4-BE49-F238E27FC236}">
                <a16:creationId xmlns:a16="http://schemas.microsoft.com/office/drawing/2014/main" xmlns="" id="{5AB752B0-98E4-4536-A922-C0F815996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101850"/>
            <a:ext cx="1588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" name="Freeform 183">
            <a:extLst>
              <a:ext uri="{FF2B5EF4-FFF2-40B4-BE49-F238E27FC236}">
                <a16:creationId xmlns:a16="http://schemas.microsoft.com/office/drawing/2014/main" xmlns="" id="{1FB66A94-FBB2-4076-9F76-9E9EAAC5E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10185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" name="Freeform 186">
            <a:extLst>
              <a:ext uri="{FF2B5EF4-FFF2-40B4-BE49-F238E27FC236}">
                <a16:creationId xmlns:a16="http://schemas.microsoft.com/office/drawing/2014/main" xmlns="" id="{59541746-04EE-4389-A2E2-39D3E067B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9163" y="2092325"/>
            <a:ext cx="993775" cy="1201738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" name="Freeform 187">
            <a:extLst>
              <a:ext uri="{FF2B5EF4-FFF2-40B4-BE49-F238E27FC236}">
                <a16:creationId xmlns:a16="http://schemas.microsoft.com/office/drawing/2014/main" xmlns="" id="{895B4344-C9C8-4955-9C22-E848BB0EBB9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9163" y="2098675"/>
            <a:ext cx="977900" cy="1195388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" name="Freeform 209">
            <a:extLst>
              <a:ext uri="{FF2B5EF4-FFF2-40B4-BE49-F238E27FC236}">
                <a16:creationId xmlns:a16="http://schemas.microsoft.com/office/drawing/2014/main" xmlns="" id="{2691B07F-7AEB-44A0-B4AE-1AF0FF1D0D8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909888" y="2109788"/>
            <a:ext cx="15875" cy="28575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" name="Freeform 175">
            <a:extLst>
              <a:ext uri="{FF2B5EF4-FFF2-40B4-BE49-F238E27FC236}">
                <a16:creationId xmlns:a16="http://schemas.microsoft.com/office/drawing/2014/main" xmlns="" id="{FB2E26C0-A535-4D34-870F-2DC9AB8C3E6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17788" y="3695700"/>
            <a:ext cx="568325" cy="387350"/>
          </a:xfrm>
          <a:custGeom>
            <a:avLst/>
            <a:gdLst>
              <a:gd name="T0" fmla="*/ 10425 w 11337"/>
              <a:gd name="T1" fmla="*/ 5220 h 8840"/>
              <a:gd name="T2" fmla="*/ 10284 w 11337"/>
              <a:gd name="T3" fmla="*/ 5233 h 8840"/>
              <a:gd name="T4" fmla="*/ 8287 w 11337"/>
              <a:gd name="T5" fmla="*/ 2042 h 8840"/>
              <a:gd name="T6" fmla="*/ 8594 w 11337"/>
              <a:gd name="T7" fmla="*/ 1228 h 8840"/>
              <a:gd name="T8" fmla="*/ 7374 w 11337"/>
              <a:gd name="T9" fmla="*/ 0 h 8840"/>
              <a:gd name="T10" fmla="*/ 6154 w 11337"/>
              <a:gd name="T11" fmla="*/ 1228 h 8840"/>
              <a:gd name="T12" fmla="*/ 6628 w 11337"/>
              <a:gd name="T13" fmla="*/ 2201 h 8840"/>
              <a:gd name="T14" fmla="*/ 4398 w 11337"/>
              <a:gd name="T15" fmla="*/ 6431 h 8840"/>
              <a:gd name="T16" fmla="*/ 4082 w 11337"/>
              <a:gd name="T17" fmla="*/ 6387 h 8840"/>
              <a:gd name="T18" fmla="*/ 3520 w 11337"/>
              <a:gd name="T19" fmla="*/ 6524 h 8840"/>
              <a:gd name="T20" fmla="*/ 1672 w 11337"/>
              <a:gd name="T21" fmla="*/ 4318 h 8840"/>
              <a:gd name="T22" fmla="*/ 1826 w 11337"/>
              <a:gd name="T23" fmla="*/ 3805 h 8840"/>
              <a:gd name="T24" fmla="*/ 913 w 11337"/>
              <a:gd name="T25" fmla="*/ 2886 h 8840"/>
              <a:gd name="T26" fmla="*/ 0 w 11337"/>
              <a:gd name="T27" fmla="*/ 3805 h 8840"/>
              <a:gd name="T28" fmla="*/ 913 w 11337"/>
              <a:gd name="T29" fmla="*/ 4725 h 8840"/>
              <a:gd name="T30" fmla="*/ 1181 w 11337"/>
              <a:gd name="T31" fmla="*/ 4685 h 8840"/>
              <a:gd name="T32" fmla="*/ 3064 w 11337"/>
              <a:gd name="T33" fmla="*/ 6930 h 8840"/>
              <a:gd name="T34" fmla="*/ 2862 w 11337"/>
              <a:gd name="T35" fmla="*/ 7611 h 8840"/>
              <a:gd name="T36" fmla="*/ 4082 w 11337"/>
              <a:gd name="T37" fmla="*/ 8840 h 8840"/>
              <a:gd name="T38" fmla="*/ 5302 w 11337"/>
              <a:gd name="T39" fmla="*/ 7611 h 8840"/>
              <a:gd name="T40" fmla="*/ 4929 w 11337"/>
              <a:gd name="T41" fmla="*/ 6731 h 8840"/>
              <a:gd name="T42" fmla="*/ 7194 w 11337"/>
              <a:gd name="T43" fmla="*/ 2439 h 8840"/>
              <a:gd name="T44" fmla="*/ 7374 w 11337"/>
              <a:gd name="T45" fmla="*/ 2453 h 8840"/>
              <a:gd name="T46" fmla="*/ 7782 w 11337"/>
              <a:gd name="T47" fmla="*/ 2382 h 8840"/>
              <a:gd name="T48" fmla="*/ 9744 w 11337"/>
              <a:gd name="T49" fmla="*/ 5520 h 8840"/>
              <a:gd name="T50" fmla="*/ 9507 w 11337"/>
              <a:gd name="T51" fmla="*/ 6135 h 8840"/>
              <a:gd name="T52" fmla="*/ 10420 w 11337"/>
              <a:gd name="T53" fmla="*/ 7054 h 8840"/>
              <a:gd name="T54" fmla="*/ 11333 w 11337"/>
              <a:gd name="T55" fmla="*/ 6135 h 8840"/>
              <a:gd name="T56" fmla="*/ 10425 w 11337"/>
              <a:gd name="T57" fmla="*/ 5220 h 8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337" h="8840">
                <a:moveTo>
                  <a:pt x="10425" y="5220"/>
                </a:moveTo>
                <a:cubicBezTo>
                  <a:pt x="10377" y="5220"/>
                  <a:pt x="10328" y="5224"/>
                  <a:pt x="10284" y="5233"/>
                </a:cubicBezTo>
                <a:lnTo>
                  <a:pt x="8287" y="2042"/>
                </a:lnTo>
                <a:cubicBezTo>
                  <a:pt x="8485" y="1817"/>
                  <a:pt x="8594" y="1528"/>
                  <a:pt x="8594" y="1228"/>
                </a:cubicBezTo>
                <a:cubicBezTo>
                  <a:pt x="8594" y="552"/>
                  <a:pt x="8050" y="0"/>
                  <a:pt x="7374" y="0"/>
                </a:cubicBezTo>
                <a:cubicBezTo>
                  <a:pt x="6698" y="0"/>
                  <a:pt x="6154" y="548"/>
                  <a:pt x="6154" y="1228"/>
                </a:cubicBezTo>
                <a:cubicBezTo>
                  <a:pt x="6154" y="1626"/>
                  <a:pt x="6343" y="1975"/>
                  <a:pt x="6628" y="2201"/>
                </a:cubicBezTo>
                <a:lnTo>
                  <a:pt x="4398" y="6431"/>
                </a:lnTo>
                <a:cubicBezTo>
                  <a:pt x="4295" y="6403"/>
                  <a:pt x="4189" y="6388"/>
                  <a:pt x="4082" y="6387"/>
                </a:cubicBezTo>
                <a:cubicBezTo>
                  <a:pt x="3880" y="6387"/>
                  <a:pt x="3687" y="6435"/>
                  <a:pt x="3520" y="6524"/>
                </a:cubicBezTo>
                <a:lnTo>
                  <a:pt x="1672" y="4318"/>
                </a:lnTo>
                <a:cubicBezTo>
                  <a:pt x="1769" y="4172"/>
                  <a:pt x="1826" y="3995"/>
                  <a:pt x="1826" y="3805"/>
                </a:cubicBezTo>
                <a:cubicBezTo>
                  <a:pt x="1826" y="3297"/>
                  <a:pt x="1418" y="2886"/>
                  <a:pt x="913" y="2886"/>
                </a:cubicBezTo>
                <a:cubicBezTo>
                  <a:pt x="408" y="2886"/>
                  <a:pt x="0" y="3297"/>
                  <a:pt x="0" y="3805"/>
                </a:cubicBezTo>
                <a:cubicBezTo>
                  <a:pt x="0" y="4314"/>
                  <a:pt x="408" y="4725"/>
                  <a:pt x="913" y="4725"/>
                </a:cubicBezTo>
                <a:cubicBezTo>
                  <a:pt x="1005" y="4725"/>
                  <a:pt x="1097" y="4711"/>
                  <a:pt x="1181" y="4685"/>
                </a:cubicBezTo>
                <a:lnTo>
                  <a:pt x="3064" y="6930"/>
                </a:lnTo>
                <a:cubicBezTo>
                  <a:pt x="2932" y="7132"/>
                  <a:pt x="2861" y="7369"/>
                  <a:pt x="2862" y="7611"/>
                </a:cubicBezTo>
                <a:cubicBezTo>
                  <a:pt x="2862" y="8287"/>
                  <a:pt x="3406" y="8840"/>
                  <a:pt x="4082" y="8840"/>
                </a:cubicBezTo>
                <a:cubicBezTo>
                  <a:pt x="4758" y="8840"/>
                  <a:pt x="5302" y="8292"/>
                  <a:pt x="5302" y="7611"/>
                </a:cubicBezTo>
                <a:cubicBezTo>
                  <a:pt x="5302" y="7266"/>
                  <a:pt x="5157" y="6952"/>
                  <a:pt x="4929" y="6731"/>
                </a:cubicBezTo>
                <a:lnTo>
                  <a:pt x="7194" y="2439"/>
                </a:lnTo>
                <a:cubicBezTo>
                  <a:pt x="7255" y="2448"/>
                  <a:pt x="7313" y="2453"/>
                  <a:pt x="7374" y="2453"/>
                </a:cubicBezTo>
                <a:cubicBezTo>
                  <a:pt x="7514" y="2453"/>
                  <a:pt x="7655" y="2426"/>
                  <a:pt x="7782" y="2382"/>
                </a:cubicBezTo>
                <a:lnTo>
                  <a:pt x="9744" y="5520"/>
                </a:lnTo>
                <a:cubicBezTo>
                  <a:pt x="9593" y="5689"/>
                  <a:pt x="9509" y="5908"/>
                  <a:pt x="9507" y="6135"/>
                </a:cubicBezTo>
                <a:cubicBezTo>
                  <a:pt x="9507" y="6643"/>
                  <a:pt x="9915" y="7054"/>
                  <a:pt x="10420" y="7054"/>
                </a:cubicBezTo>
                <a:cubicBezTo>
                  <a:pt x="10925" y="7054"/>
                  <a:pt x="11333" y="6643"/>
                  <a:pt x="11333" y="6135"/>
                </a:cubicBezTo>
                <a:cubicBezTo>
                  <a:pt x="11337" y="5630"/>
                  <a:pt x="10929" y="5220"/>
                  <a:pt x="10425" y="5220"/>
                </a:cubicBezTo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" name="Freeform 242">
            <a:extLst>
              <a:ext uri="{FF2B5EF4-FFF2-40B4-BE49-F238E27FC236}">
                <a16:creationId xmlns:a16="http://schemas.microsoft.com/office/drawing/2014/main" xmlns="" id="{BF2DDFB1-6C1B-4514-9752-CFBF77FA25B1}"/>
              </a:ext>
            </a:extLst>
          </p:cNvPr>
          <p:cNvSpPr/>
          <p:nvPr userDrawn="1"/>
        </p:nvSpPr>
        <p:spPr bwMode="auto">
          <a:xfrm>
            <a:off x="2508250" y="2522538"/>
            <a:ext cx="341313" cy="444500"/>
          </a:xfrm>
          <a:custGeom>
            <a:avLst/>
            <a:gdLst>
              <a:gd name="connsiteX0" fmla="*/ 203312 w 490994"/>
              <a:gd name="connsiteY0" fmla="*/ 568333 h 607497"/>
              <a:gd name="connsiteX1" fmla="*/ 287691 w 490994"/>
              <a:gd name="connsiteY1" fmla="*/ 568333 h 607497"/>
              <a:gd name="connsiteX2" fmla="*/ 307242 w 490994"/>
              <a:gd name="connsiteY2" fmla="*/ 587955 h 607497"/>
              <a:gd name="connsiteX3" fmla="*/ 287691 w 490994"/>
              <a:gd name="connsiteY3" fmla="*/ 607497 h 607497"/>
              <a:gd name="connsiteX4" fmla="*/ 203312 w 490994"/>
              <a:gd name="connsiteY4" fmla="*/ 607497 h 607497"/>
              <a:gd name="connsiteX5" fmla="*/ 183682 w 490994"/>
              <a:gd name="connsiteY5" fmla="*/ 587955 h 607497"/>
              <a:gd name="connsiteX6" fmla="*/ 203312 w 490994"/>
              <a:gd name="connsiteY6" fmla="*/ 568333 h 607497"/>
              <a:gd name="connsiteX7" fmla="*/ 186520 w 490994"/>
              <a:gd name="connsiteY7" fmla="*/ 510187 h 607497"/>
              <a:gd name="connsiteX8" fmla="*/ 304395 w 490994"/>
              <a:gd name="connsiteY8" fmla="*/ 510187 h 607497"/>
              <a:gd name="connsiteX9" fmla="*/ 324107 w 490994"/>
              <a:gd name="connsiteY9" fmla="*/ 529804 h 607497"/>
              <a:gd name="connsiteX10" fmla="*/ 304395 w 490994"/>
              <a:gd name="connsiteY10" fmla="*/ 549421 h 607497"/>
              <a:gd name="connsiteX11" fmla="*/ 186520 w 490994"/>
              <a:gd name="connsiteY11" fmla="*/ 549421 h 607497"/>
              <a:gd name="connsiteX12" fmla="*/ 166887 w 490994"/>
              <a:gd name="connsiteY12" fmla="*/ 529804 h 607497"/>
              <a:gd name="connsiteX13" fmla="*/ 186520 w 490994"/>
              <a:gd name="connsiteY13" fmla="*/ 510187 h 607497"/>
              <a:gd name="connsiteX14" fmla="*/ 62837 w 490994"/>
              <a:gd name="connsiteY14" fmla="*/ 319449 h 607497"/>
              <a:gd name="connsiteX15" fmla="*/ 79611 w 490994"/>
              <a:gd name="connsiteY15" fmla="*/ 330831 h 607497"/>
              <a:gd name="connsiteX16" fmla="*/ 87445 w 490994"/>
              <a:gd name="connsiteY16" fmla="*/ 348457 h 607497"/>
              <a:gd name="connsiteX17" fmla="*/ 79137 w 490994"/>
              <a:gd name="connsiteY17" fmla="*/ 374856 h 607497"/>
              <a:gd name="connsiteX18" fmla="*/ 64498 w 490994"/>
              <a:gd name="connsiteY18" fmla="*/ 383314 h 607497"/>
              <a:gd name="connsiteX19" fmla="*/ 54687 w 490994"/>
              <a:gd name="connsiteY19" fmla="*/ 385922 h 607497"/>
              <a:gd name="connsiteX20" fmla="*/ 37675 w 490994"/>
              <a:gd name="connsiteY20" fmla="*/ 376121 h 607497"/>
              <a:gd name="connsiteX21" fmla="*/ 28021 w 490994"/>
              <a:gd name="connsiteY21" fmla="*/ 359285 h 607497"/>
              <a:gd name="connsiteX22" fmla="*/ 26043 w 490994"/>
              <a:gd name="connsiteY22" fmla="*/ 344426 h 607497"/>
              <a:gd name="connsiteX23" fmla="*/ 35222 w 490994"/>
              <a:gd name="connsiteY23" fmla="*/ 332491 h 607497"/>
              <a:gd name="connsiteX24" fmla="*/ 53500 w 490994"/>
              <a:gd name="connsiteY24" fmla="*/ 321978 h 607497"/>
              <a:gd name="connsiteX25" fmla="*/ 62837 w 490994"/>
              <a:gd name="connsiteY25" fmla="*/ 319449 h 607497"/>
              <a:gd name="connsiteX26" fmla="*/ 427899 w 490994"/>
              <a:gd name="connsiteY26" fmla="*/ 319379 h 607497"/>
              <a:gd name="connsiteX27" fmla="*/ 437320 w 490994"/>
              <a:gd name="connsiteY27" fmla="*/ 321908 h 607497"/>
              <a:gd name="connsiteX28" fmla="*/ 455767 w 490994"/>
              <a:gd name="connsiteY28" fmla="*/ 332498 h 607497"/>
              <a:gd name="connsiteX29" fmla="*/ 464871 w 490994"/>
              <a:gd name="connsiteY29" fmla="*/ 344431 h 607497"/>
              <a:gd name="connsiteX30" fmla="*/ 462971 w 490994"/>
              <a:gd name="connsiteY30" fmla="*/ 359289 h 607497"/>
              <a:gd name="connsiteX31" fmla="*/ 453233 w 490994"/>
              <a:gd name="connsiteY31" fmla="*/ 376122 h 607497"/>
              <a:gd name="connsiteX32" fmla="*/ 436212 w 490994"/>
              <a:gd name="connsiteY32" fmla="*/ 385922 h 607497"/>
              <a:gd name="connsiteX33" fmla="*/ 426395 w 490994"/>
              <a:gd name="connsiteY33" fmla="*/ 383235 h 607497"/>
              <a:gd name="connsiteX34" fmla="*/ 411511 w 490994"/>
              <a:gd name="connsiteY34" fmla="*/ 374700 h 607497"/>
              <a:gd name="connsiteX35" fmla="*/ 403198 w 490994"/>
              <a:gd name="connsiteY35" fmla="*/ 348225 h 607497"/>
              <a:gd name="connsiteX36" fmla="*/ 411115 w 490994"/>
              <a:gd name="connsiteY36" fmla="*/ 330759 h 607497"/>
              <a:gd name="connsiteX37" fmla="*/ 427899 w 490994"/>
              <a:gd name="connsiteY37" fmla="*/ 319379 h 607497"/>
              <a:gd name="connsiteX38" fmla="*/ 19624 w 490994"/>
              <a:gd name="connsiteY38" fmla="*/ 215859 h 607497"/>
              <a:gd name="connsiteX39" fmla="*/ 40990 w 490994"/>
              <a:gd name="connsiteY39" fmla="*/ 215859 h 607497"/>
              <a:gd name="connsiteX40" fmla="*/ 54917 w 490994"/>
              <a:gd name="connsiteY40" fmla="*/ 222024 h 607497"/>
              <a:gd name="connsiteX41" fmla="*/ 59269 w 490994"/>
              <a:gd name="connsiteY41" fmla="*/ 236489 h 607497"/>
              <a:gd name="connsiteX42" fmla="*/ 58636 w 490994"/>
              <a:gd name="connsiteY42" fmla="*/ 245104 h 607497"/>
              <a:gd name="connsiteX43" fmla="*/ 59269 w 490994"/>
              <a:gd name="connsiteY43" fmla="*/ 253719 h 607497"/>
              <a:gd name="connsiteX44" fmla="*/ 54996 w 490994"/>
              <a:gd name="connsiteY44" fmla="*/ 268263 h 607497"/>
              <a:gd name="connsiteX45" fmla="*/ 41069 w 490994"/>
              <a:gd name="connsiteY45" fmla="*/ 274428 h 607497"/>
              <a:gd name="connsiteX46" fmla="*/ 19624 w 490994"/>
              <a:gd name="connsiteY46" fmla="*/ 274428 h 607497"/>
              <a:gd name="connsiteX47" fmla="*/ 0 w 490994"/>
              <a:gd name="connsiteY47" fmla="*/ 254826 h 607497"/>
              <a:gd name="connsiteX48" fmla="*/ 0 w 490994"/>
              <a:gd name="connsiteY48" fmla="*/ 235461 h 607497"/>
              <a:gd name="connsiteX49" fmla="*/ 19624 w 490994"/>
              <a:gd name="connsiteY49" fmla="*/ 215859 h 607497"/>
              <a:gd name="connsiteX50" fmla="*/ 450011 w 490994"/>
              <a:gd name="connsiteY50" fmla="*/ 215789 h 607497"/>
              <a:gd name="connsiteX51" fmla="*/ 471373 w 490994"/>
              <a:gd name="connsiteY51" fmla="*/ 215789 h 607497"/>
              <a:gd name="connsiteX52" fmla="*/ 490994 w 490994"/>
              <a:gd name="connsiteY52" fmla="*/ 235467 h 607497"/>
              <a:gd name="connsiteX53" fmla="*/ 490994 w 490994"/>
              <a:gd name="connsiteY53" fmla="*/ 254830 h 607497"/>
              <a:gd name="connsiteX54" fmla="*/ 471373 w 490994"/>
              <a:gd name="connsiteY54" fmla="*/ 274429 h 607497"/>
              <a:gd name="connsiteX55" fmla="*/ 449931 w 490994"/>
              <a:gd name="connsiteY55" fmla="*/ 274429 h 607497"/>
              <a:gd name="connsiteX56" fmla="*/ 436007 w 490994"/>
              <a:gd name="connsiteY56" fmla="*/ 268265 h 607497"/>
              <a:gd name="connsiteX57" fmla="*/ 431655 w 490994"/>
              <a:gd name="connsiteY57" fmla="*/ 253723 h 607497"/>
              <a:gd name="connsiteX58" fmla="*/ 432367 w 490994"/>
              <a:gd name="connsiteY58" fmla="*/ 245109 h 607497"/>
              <a:gd name="connsiteX59" fmla="*/ 431655 w 490994"/>
              <a:gd name="connsiteY59" fmla="*/ 236495 h 607497"/>
              <a:gd name="connsiteX60" fmla="*/ 436007 w 490994"/>
              <a:gd name="connsiteY60" fmla="*/ 221953 h 607497"/>
              <a:gd name="connsiteX61" fmla="*/ 450011 w 490994"/>
              <a:gd name="connsiteY61" fmla="*/ 215789 h 607497"/>
              <a:gd name="connsiteX62" fmla="*/ 245501 w 490994"/>
              <a:gd name="connsiteY62" fmla="*/ 133735 h 607497"/>
              <a:gd name="connsiteX63" fmla="*/ 137281 w 490994"/>
              <a:gd name="connsiteY63" fmla="*/ 241809 h 607497"/>
              <a:gd name="connsiteX64" fmla="*/ 171639 w 490994"/>
              <a:gd name="connsiteY64" fmla="*/ 338656 h 607497"/>
              <a:gd name="connsiteX65" fmla="*/ 208372 w 490994"/>
              <a:gd name="connsiteY65" fmla="*/ 425858 h 607497"/>
              <a:gd name="connsiteX66" fmla="*/ 211459 w 490994"/>
              <a:gd name="connsiteY66" fmla="*/ 428388 h 607497"/>
              <a:gd name="connsiteX67" fmla="*/ 279305 w 490994"/>
              <a:gd name="connsiteY67" fmla="*/ 428388 h 607497"/>
              <a:gd name="connsiteX68" fmla="*/ 282313 w 490994"/>
              <a:gd name="connsiteY68" fmla="*/ 425858 h 607497"/>
              <a:gd name="connsiteX69" fmla="*/ 319838 w 490994"/>
              <a:gd name="connsiteY69" fmla="*/ 336759 h 607497"/>
              <a:gd name="connsiteX70" fmla="*/ 319918 w 490994"/>
              <a:gd name="connsiteY70" fmla="*/ 336601 h 607497"/>
              <a:gd name="connsiteX71" fmla="*/ 353722 w 490994"/>
              <a:gd name="connsiteY71" fmla="*/ 241809 h 607497"/>
              <a:gd name="connsiteX72" fmla="*/ 245501 w 490994"/>
              <a:gd name="connsiteY72" fmla="*/ 133735 h 607497"/>
              <a:gd name="connsiteX73" fmla="*/ 436205 w 490994"/>
              <a:gd name="connsiteY73" fmla="*/ 104366 h 607497"/>
              <a:gd name="connsiteX74" fmla="*/ 453224 w 490994"/>
              <a:gd name="connsiteY74" fmla="*/ 114168 h 607497"/>
              <a:gd name="connsiteX75" fmla="*/ 462960 w 490994"/>
              <a:gd name="connsiteY75" fmla="*/ 131006 h 607497"/>
              <a:gd name="connsiteX76" fmla="*/ 455757 w 490994"/>
              <a:gd name="connsiteY76" fmla="*/ 157804 h 607497"/>
              <a:gd name="connsiteX77" fmla="*/ 437788 w 490994"/>
              <a:gd name="connsiteY77" fmla="*/ 168159 h 607497"/>
              <a:gd name="connsiteX78" fmla="*/ 428289 w 490994"/>
              <a:gd name="connsiteY78" fmla="*/ 170768 h 607497"/>
              <a:gd name="connsiteX79" fmla="*/ 411349 w 490994"/>
              <a:gd name="connsiteY79" fmla="*/ 160254 h 607497"/>
              <a:gd name="connsiteX80" fmla="*/ 402009 w 490994"/>
              <a:gd name="connsiteY80" fmla="*/ 144365 h 607497"/>
              <a:gd name="connsiteX81" fmla="*/ 399317 w 490994"/>
              <a:gd name="connsiteY81" fmla="*/ 129346 h 607497"/>
              <a:gd name="connsiteX82" fmla="*/ 408262 w 490994"/>
              <a:gd name="connsiteY82" fmla="*/ 117488 h 607497"/>
              <a:gd name="connsiteX83" fmla="*/ 426389 w 490994"/>
              <a:gd name="connsiteY83" fmla="*/ 107054 h 607497"/>
              <a:gd name="connsiteX84" fmla="*/ 436205 w 490994"/>
              <a:gd name="connsiteY84" fmla="*/ 104366 h 607497"/>
              <a:gd name="connsiteX85" fmla="*/ 54676 w 490994"/>
              <a:gd name="connsiteY85" fmla="*/ 104366 h 607497"/>
              <a:gd name="connsiteX86" fmla="*/ 64501 w 490994"/>
              <a:gd name="connsiteY86" fmla="*/ 107054 h 607497"/>
              <a:gd name="connsiteX87" fmla="*/ 82644 w 490994"/>
              <a:gd name="connsiteY87" fmla="*/ 117488 h 607497"/>
              <a:gd name="connsiteX88" fmla="*/ 91596 w 490994"/>
              <a:gd name="connsiteY88" fmla="*/ 129346 h 607497"/>
              <a:gd name="connsiteX89" fmla="*/ 88903 w 490994"/>
              <a:gd name="connsiteY89" fmla="*/ 144365 h 607497"/>
              <a:gd name="connsiteX90" fmla="*/ 79633 w 490994"/>
              <a:gd name="connsiteY90" fmla="*/ 160254 h 607497"/>
              <a:gd name="connsiteX91" fmla="*/ 62678 w 490994"/>
              <a:gd name="connsiteY91" fmla="*/ 170768 h 607497"/>
              <a:gd name="connsiteX92" fmla="*/ 53171 w 490994"/>
              <a:gd name="connsiteY92" fmla="*/ 168159 h 607497"/>
              <a:gd name="connsiteX93" fmla="*/ 35186 w 490994"/>
              <a:gd name="connsiteY93" fmla="*/ 157804 h 607497"/>
              <a:gd name="connsiteX94" fmla="*/ 27977 w 490994"/>
              <a:gd name="connsiteY94" fmla="*/ 131006 h 607497"/>
              <a:gd name="connsiteX95" fmla="*/ 37642 w 490994"/>
              <a:gd name="connsiteY95" fmla="*/ 114168 h 607497"/>
              <a:gd name="connsiteX96" fmla="*/ 54676 w 490994"/>
              <a:gd name="connsiteY96" fmla="*/ 104366 h 607497"/>
              <a:gd name="connsiteX97" fmla="*/ 245501 w 490994"/>
              <a:gd name="connsiteY97" fmla="*/ 75152 h 607497"/>
              <a:gd name="connsiteX98" fmla="*/ 412384 w 490994"/>
              <a:gd name="connsiteY98" fmla="*/ 241809 h 607497"/>
              <a:gd name="connsiteX99" fmla="*/ 372247 w 490994"/>
              <a:gd name="connsiteY99" fmla="*/ 363006 h 607497"/>
              <a:gd name="connsiteX100" fmla="*/ 334168 w 490994"/>
              <a:gd name="connsiteY100" fmla="*/ 468155 h 607497"/>
              <a:gd name="connsiteX101" fmla="*/ 314138 w 490994"/>
              <a:gd name="connsiteY101" fmla="*/ 486971 h 607497"/>
              <a:gd name="connsiteX102" fmla="*/ 176864 w 490994"/>
              <a:gd name="connsiteY102" fmla="*/ 486971 h 607497"/>
              <a:gd name="connsiteX103" fmla="*/ 156755 w 490994"/>
              <a:gd name="connsiteY103" fmla="*/ 468155 h 607497"/>
              <a:gd name="connsiteX104" fmla="*/ 119151 w 490994"/>
              <a:gd name="connsiteY104" fmla="*/ 364825 h 607497"/>
              <a:gd name="connsiteX105" fmla="*/ 78618 w 490994"/>
              <a:gd name="connsiteY105" fmla="*/ 241809 h 607497"/>
              <a:gd name="connsiteX106" fmla="*/ 245501 w 490994"/>
              <a:gd name="connsiteY106" fmla="*/ 75152 h 607497"/>
              <a:gd name="connsiteX107" fmla="*/ 350001 w 490994"/>
              <a:gd name="connsiteY107" fmla="*/ 25404 h 607497"/>
              <a:gd name="connsiteX108" fmla="*/ 359812 w 490994"/>
              <a:gd name="connsiteY108" fmla="*/ 28012 h 607497"/>
              <a:gd name="connsiteX109" fmla="*/ 376587 w 490994"/>
              <a:gd name="connsiteY109" fmla="*/ 37731 h 607497"/>
              <a:gd name="connsiteX110" fmla="*/ 383787 w 490994"/>
              <a:gd name="connsiteY110" fmla="*/ 64519 h 607497"/>
              <a:gd name="connsiteX111" fmla="*/ 373343 w 490994"/>
              <a:gd name="connsiteY111" fmla="*/ 82536 h 607497"/>
              <a:gd name="connsiteX112" fmla="*/ 357043 w 490994"/>
              <a:gd name="connsiteY112" fmla="*/ 92018 h 607497"/>
              <a:gd name="connsiteX113" fmla="*/ 346440 w 490994"/>
              <a:gd name="connsiteY113" fmla="*/ 88857 h 607497"/>
              <a:gd name="connsiteX114" fmla="*/ 330536 w 490994"/>
              <a:gd name="connsiteY114" fmla="*/ 79533 h 607497"/>
              <a:gd name="connsiteX115" fmla="*/ 320803 w 490994"/>
              <a:gd name="connsiteY115" fmla="*/ 67917 h 607497"/>
              <a:gd name="connsiteX116" fmla="*/ 322623 w 490994"/>
              <a:gd name="connsiteY116" fmla="*/ 53219 h 607497"/>
              <a:gd name="connsiteX117" fmla="*/ 332989 w 490994"/>
              <a:gd name="connsiteY117" fmla="*/ 35202 h 607497"/>
              <a:gd name="connsiteX118" fmla="*/ 350001 w 490994"/>
              <a:gd name="connsiteY118" fmla="*/ 25404 h 607497"/>
              <a:gd name="connsiteX119" fmla="*/ 140881 w 490994"/>
              <a:gd name="connsiteY119" fmla="*/ 25404 h 607497"/>
              <a:gd name="connsiteX120" fmla="*/ 157911 w 490994"/>
              <a:gd name="connsiteY120" fmla="*/ 35202 h 607497"/>
              <a:gd name="connsiteX121" fmla="*/ 168367 w 490994"/>
              <a:gd name="connsiteY121" fmla="*/ 53219 h 607497"/>
              <a:gd name="connsiteX122" fmla="*/ 170189 w 490994"/>
              <a:gd name="connsiteY122" fmla="*/ 67917 h 607497"/>
              <a:gd name="connsiteX123" fmla="*/ 160367 w 490994"/>
              <a:gd name="connsiteY123" fmla="*/ 79533 h 607497"/>
              <a:gd name="connsiteX124" fmla="*/ 144446 w 490994"/>
              <a:gd name="connsiteY124" fmla="*/ 88857 h 607497"/>
              <a:gd name="connsiteX125" fmla="*/ 133831 w 490994"/>
              <a:gd name="connsiteY125" fmla="*/ 92018 h 607497"/>
              <a:gd name="connsiteX126" fmla="*/ 117514 w 490994"/>
              <a:gd name="connsiteY126" fmla="*/ 82615 h 607497"/>
              <a:gd name="connsiteX127" fmla="*/ 107058 w 490994"/>
              <a:gd name="connsiteY127" fmla="*/ 64519 h 607497"/>
              <a:gd name="connsiteX128" fmla="*/ 105078 w 490994"/>
              <a:gd name="connsiteY128" fmla="*/ 49584 h 607497"/>
              <a:gd name="connsiteX129" fmla="*/ 114266 w 490994"/>
              <a:gd name="connsiteY129" fmla="*/ 37731 h 607497"/>
              <a:gd name="connsiteX130" fmla="*/ 131059 w 490994"/>
              <a:gd name="connsiteY130" fmla="*/ 28012 h 607497"/>
              <a:gd name="connsiteX131" fmla="*/ 140881 w 490994"/>
              <a:gd name="connsiteY131" fmla="*/ 25404 h 607497"/>
              <a:gd name="connsiteX132" fmla="*/ 235768 w 490994"/>
              <a:gd name="connsiteY132" fmla="*/ 0 h 607497"/>
              <a:gd name="connsiteX133" fmla="*/ 255156 w 490994"/>
              <a:gd name="connsiteY133" fmla="*/ 0 h 607497"/>
              <a:gd name="connsiteX134" fmla="*/ 274782 w 490994"/>
              <a:gd name="connsiteY134" fmla="*/ 19595 h 607497"/>
              <a:gd name="connsiteX135" fmla="*/ 274782 w 490994"/>
              <a:gd name="connsiteY135" fmla="*/ 40927 h 607497"/>
              <a:gd name="connsiteX136" fmla="*/ 256581 w 490994"/>
              <a:gd name="connsiteY136" fmla="*/ 59416 h 607497"/>
              <a:gd name="connsiteX137" fmla="*/ 254127 w 490994"/>
              <a:gd name="connsiteY137" fmla="*/ 59258 h 607497"/>
              <a:gd name="connsiteX138" fmla="*/ 245502 w 490994"/>
              <a:gd name="connsiteY138" fmla="*/ 58547 h 607497"/>
              <a:gd name="connsiteX139" fmla="*/ 236876 w 490994"/>
              <a:gd name="connsiteY139" fmla="*/ 59258 h 607497"/>
              <a:gd name="connsiteX140" fmla="*/ 234422 w 490994"/>
              <a:gd name="connsiteY140" fmla="*/ 59416 h 607497"/>
              <a:gd name="connsiteX141" fmla="*/ 216142 w 490994"/>
              <a:gd name="connsiteY141" fmla="*/ 40927 h 607497"/>
              <a:gd name="connsiteX142" fmla="*/ 216142 w 490994"/>
              <a:gd name="connsiteY142" fmla="*/ 19595 h 607497"/>
              <a:gd name="connsiteX143" fmla="*/ 235768 w 490994"/>
              <a:gd name="connsiteY143" fmla="*/ 0 h 607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490994" h="607497">
                <a:moveTo>
                  <a:pt x="203312" y="568333"/>
                </a:moveTo>
                <a:lnTo>
                  <a:pt x="287691" y="568333"/>
                </a:lnTo>
                <a:cubicBezTo>
                  <a:pt x="298456" y="568333"/>
                  <a:pt x="307242" y="577115"/>
                  <a:pt x="307242" y="587955"/>
                </a:cubicBezTo>
                <a:cubicBezTo>
                  <a:pt x="307242" y="598794"/>
                  <a:pt x="298456" y="607497"/>
                  <a:pt x="287691" y="607497"/>
                </a:cubicBezTo>
                <a:lnTo>
                  <a:pt x="203312" y="607497"/>
                </a:lnTo>
                <a:cubicBezTo>
                  <a:pt x="192468" y="607497"/>
                  <a:pt x="183682" y="598794"/>
                  <a:pt x="183682" y="587955"/>
                </a:cubicBezTo>
                <a:cubicBezTo>
                  <a:pt x="183682" y="577115"/>
                  <a:pt x="192468" y="568333"/>
                  <a:pt x="203312" y="568333"/>
                </a:cubicBezTo>
                <a:close/>
                <a:moveTo>
                  <a:pt x="186520" y="510187"/>
                </a:moveTo>
                <a:lnTo>
                  <a:pt x="304395" y="510187"/>
                </a:lnTo>
                <a:cubicBezTo>
                  <a:pt x="315320" y="510187"/>
                  <a:pt x="324107" y="518967"/>
                  <a:pt x="324107" y="529804"/>
                </a:cubicBezTo>
                <a:cubicBezTo>
                  <a:pt x="324107" y="540641"/>
                  <a:pt x="315320" y="549421"/>
                  <a:pt x="304395" y="549421"/>
                </a:cubicBezTo>
                <a:lnTo>
                  <a:pt x="186520" y="549421"/>
                </a:lnTo>
                <a:cubicBezTo>
                  <a:pt x="175674" y="549421"/>
                  <a:pt x="166887" y="540641"/>
                  <a:pt x="166887" y="529804"/>
                </a:cubicBezTo>
                <a:cubicBezTo>
                  <a:pt x="166887" y="518967"/>
                  <a:pt x="175674" y="510187"/>
                  <a:pt x="186520" y="510187"/>
                </a:cubicBezTo>
                <a:close/>
                <a:moveTo>
                  <a:pt x="62837" y="319449"/>
                </a:moveTo>
                <a:cubicBezTo>
                  <a:pt x="70116" y="319449"/>
                  <a:pt x="76684" y="323954"/>
                  <a:pt x="79611" y="330831"/>
                </a:cubicBezTo>
                <a:cubicBezTo>
                  <a:pt x="82064" y="336601"/>
                  <a:pt x="84676" y="342529"/>
                  <a:pt x="87445" y="348457"/>
                </a:cubicBezTo>
                <a:cubicBezTo>
                  <a:pt x="91876" y="358021"/>
                  <a:pt x="88236" y="369640"/>
                  <a:pt x="79137" y="374856"/>
                </a:cubicBezTo>
                <a:lnTo>
                  <a:pt x="64498" y="383314"/>
                </a:lnTo>
                <a:cubicBezTo>
                  <a:pt x="61571" y="384974"/>
                  <a:pt x="58168" y="385922"/>
                  <a:pt x="54687" y="385922"/>
                </a:cubicBezTo>
                <a:cubicBezTo>
                  <a:pt x="47724" y="385922"/>
                  <a:pt x="41156" y="382128"/>
                  <a:pt x="37675" y="376121"/>
                </a:cubicBezTo>
                <a:lnTo>
                  <a:pt x="28021" y="359285"/>
                </a:lnTo>
                <a:cubicBezTo>
                  <a:pt x="25410" y="354780"/>
                  <a:pt x="24698" y="349484"/>
                  <a:pt x="26043" y="344426"/>
                </a:cubicBezTo>
                <a:cubicBezTo>
                  <a:pt x="27388" y="339367"/>
                  <a:pt x="30632" y="335099"/>
                  <a:pt x="35222" y="332491"/>
                </a:cubicBezTo>
                <a:lnTo>
                  <a:pt x="53500" y="321978"/>
                </a:lnTo>
                <a:cubicBezTo>
                  <a:pt x="56348" y="320319"/>
                  <a:pt x="59593" y="319449"/>
                  <a:pt x="62837" y="319449"/>
                </a:cubicBezTo>
                <a:close/>
                <a:moveTo>
                  <a:pt x="427899" y="319379"/>
                </a:moveTo>
                <a:cubicBezTo>
                  <a:pt x="431145" y="319379"/>
                  <a:pt x="434391" y="320248"/>
                  <a:pt x="437320" y="321908"/>
                </a:cubicBezTo>
                <a:lnTo>
                  <a:pt x="455767" y="332498"/>
                </a:lnTo>
                <a:cubicBezTo>
                  <a:pt x="460279" y="335106"/>
                  <a:pt x="463525" y="339374"/>
                  <a:pt x="464871" y="344431"/>
                </a:cubicBezTo>
                <a:cubicBezTo>
                  <a:pt x="466296" y="349489"/>
                  <a:pt x="465583" y="354784"/>
                  <a:pt x="462971" y="359289"/>
                </a:cubicBezTo>
                <a:lnTo>
                  <a:pt x="453233" y="376122"/>
                </a:lnTo>
                <a:cubicBezTo>
                  <a:pt x="449750" y="382129"/>
                  <a:pt x="443258" y="385922"/>
                  <a:pt x="436212" y="385922"/>
                </a:cubicBezTo>
                <a:cubicBezTo>
                  <a:pt x="432808" y="385922"/>
                  <a:pt x="429403" y="384974"/>
                  <a:pt x="426395" y="383235"/>
                </a:cubicBezTo>
                <a:lnTo>
                  <a:pt x="411511" y="374700"/>
                </a:lnTo>
                <a:cubicBezTo>
                  <a:pt x="402407" y="369405"/>
                  <a:pt x="398765" y="357787"/>
                  <a:pt x="403198" y="348225"/>
                </a:cubicBezTo>
                <a:cubicBezTo>
                  <a:pt x="405969" y="342456"/>
                  <a:pt x="408582" y="336529"/>
                  <a:pt x="411115" y="330759"/>
                </a:cubicBezTo>
                <a:cubicBezTo>
                  <a:pt x="414045" y="323805"/>
                  <a:pt x="420616" y="319379"/>
                  <a:pt x="427899" y="319379"/>
                </a:cubicBezTo>
                <a:close/>
                <a:moveTo>
                  <a:pt x="19624" y="215859"/>
                </a:moveTo>
                <a:lnTo>
                  <a:pt x="40990" y="215859"/>
                </a:lnTo>
                <a:cubicBezTo>
                  <a:pt x="46371" y="215859"/>
                  <a:pt x="51435" y="218072"/>
                  <a:pt x="54917" y="222024"/>
                </a:cubicBezTo>
                <a:cubicBezTo>
                  <a:pt x="58398" y="225897"/>
                  <a:pt x="59981" y="231193"/>
                  <a:pt x="59269" y="236489"/>
                </a:cubicBezTo>
                <a:cubicBezTo>
                  <a:pt x="58952" y="239097"/>
                  <a:pt x="58636" y="242101"/>
                  <a:pt x="58636" y="245104"/>
                </a:cubicBezTo>
                <a:cubicBezTo>
                  <a:pt x="58636" y="248187"/>
                  <a:pt x="58952" y="251348"/>
                  <a:pt x="59269" y="253719"/>
                </a:cubicBezTo>
                <a:cubicBezTo>
                  <a:pt x="59981" y="259094"/>
                  <a:pt x="58398" y="264390"/>
                  <a:pt x="54996" y="268263"/>
                </a:cubicBezTo>
                <a:cubicBezTo>
                  <a:pt x="51514" y="272136"/>
                  <a:pt x="46450" y="274428"/>
                  <a:pt x="41069" y="274428"/>
                </a:cubicBezTo>
                <a:lnTo>
                  <a:pt x="19624" y="274428"/>
                </a:lnTo>
                <a:cubicBezTo>
                  <a:pt x="8783" y="274428"/>
                  <a:pt x="0" y="265576"/>
                  <a:pt x="0" y="254826"/>
                </a:cubicBezTo>
                <a:lnTo>
                  <a:pt x="0" y="235461"/>
                </a:lnTo>
                <a:cubicBezTo>
                  <a:pt x="0" y="224633"/>
                  <a:pt x="8783" y="215859"/>
                  <a:pt x="19624" y="215859"/>
                </a:cubicBezTo>
                <a:close/>
                <a:moveTo>
                  <a:pt x="450011" y="215789"/>
                </a:moveTo>
                <a:lnTo>
                  <a:pt x="471373" y="215789"/>
                </a:lnTo>
                <a:cubicBezTo>
                  <a:pt x="482133" y="215789"/>
                  <a:pt x="490994" y="224640"/>
                  <a:pt x="490994" y="235467"/>
                </a:cubicBezTo>
                <a:lnTo>
                  <a:pt x="490994" y="254830"/>
                </a:lnTo>
                <a:cubicBezTo>
                  <a:pt x="490994" y="265578"/>
                  <a:pt x="482133" y="274429"/>
                  <a:pt x="471373" y="274429"/>
                </a:cubicBezTo>
                <a:lnTo>
                  <a:pt x="449931" y="274429"/>
                </a:lnTo>
                <a:cubicBezTo>
                  <a:pt x="444472" y="274429"/>
                  <a:pt x="439409" y="272137"/>
                  <a:pt x="436007" y="268265"/>
                </a:cubicBezTo>
                <a:cubicBezTo>
                  <a:pt x="432525" y="264313"/>
                  <a:pt x="430943" y="259018"/>
                  <a:pt x="431655" y="253723"/>
                </a:cubicBezTo>
                <a:cubicBezTo>
                  <a:pt x="431972" y="251352"/>
                  <a:pt x="432367" y="248191"/>
                  <a:pt x="432367" y="245109"/>
                </a:cubicBezTo>
                <a:cubicBezTo>
                  <a:pt x="432367" y="242106"/>
                  <a:pt x="431972" y="239024"/>
                  <a:pt x="431655" y="236495"/>
                </a:cubicBezTo>
                <a:cubicBezTo>
                  <a:pt x="431022" y="231200"/>
                  <a:pt x="432604" y="225905"/>
                  <a:pt x="436007" y="221953"/>
                </a:cubicBezTo>
                <a:cubicBezTo>
                  <a:pt x="439488" y="218081"/>
                  <a:pt x="444551" y="215789"/>
                  <a:pt x="450011" y="215789"/>
                </a:cubicBezTo>
                <a:close/>
                <a:moveTo>
                  <a:pt x="245501" y="133735"/>
                </a:moveTo>
                <a:cubicBezTo>
                  <a:pt x="185810" y="133735"/>
                  <a:pt x="137281" y="182198"/>
                  <a:pt x="137281" y="241809"/>
                </a:cubicBezTo>
                <a:cubicBezTo>
                  <a:pt x="137281" y="269717"/>
                  <a:pt x="153905" y="303159"/>
                  <a:pt x="171639" y="338656"/>
                </a:cubicBezTo>
                <a:cubicBezTo>
                  <a:pt x="185572" y="366564"/>
                  <a:pt x="199901" y="395342"/>
                  <a:pt x="208372" y="425858"/>
                </a:cubicBezTo>
                <a:cubicBezTo>
                  <a:pt x="208768" y="427123"/>
                  <a:pt x="210430" y="428388"/>
                  <a:pt x="211459" y="428388"/>
                </a:cubicBezTo>
                <a:lnTo>
                  <a:pt x="279305" y="428388"/>
                </a:lnTo>
                <a:cubicBezTo>
                  <a:pt x="280255" y="428388"/>
                  <a:pt x="281997" y="427123"/>
                  <a:pt x="282313" y="425858"/>
                </a:cubicBezTo>
                <a:cubicBezTo>
                  <a:pt x="290863" y="394314"/>
                  <a:pt x="305588" y="364983"/>
                  <a:pt x="319838" y="336759"/>
                </a:cubicBezTo>
                <a:lnTo>
                  <a:pt x="319918" y="336601"/>
                </a:lnTo>
                <a:cubicBezTo>
                  <a:pt x="337255" y="301973"/>
                  <a:pt x="353722" y="269321"/>
                  <a:pt x="353722" y="241809"/>
                </a:cubicBezTo>
                <a:cubicBezTo>
                  <a:pt x="353722" y="182198"/>
                  <a:pt x="305113" y="133735"/>
                  <a:pt x="245501" y="133735"/>
                </a:cubicBezTo>
                <a:close/>
                <a:moveTo>
                  <a:pt x="436205" y="104366"/>
                </a:moveTo>
                <a:cubicBezTo>
                  <a:pt x="443250" y="104366"/>
                  <a:pt x="449741" y="108160"/>
                  <a:pt x="453224" y="114168"/>
                </a:cubicBezTo>
                <a:lnTo>
                  <a:pt x="462960" y="131006"/>
                </a:lnTo>
                <a:cubicBezTo>
                  <a:pt x="468343" y="140334"/>
                  <a:pt x="465098" y="152428"/>
                  <a:pt x="455757" y="157804"/>
                </a:cubicBezTo>
                <a:lnTo>
                  <a:pt x="437788" y="168159"/>
                </a:lnTo>
                <a:cubicBezTo>
                  <a:pt x="434859" y="169819"/>
                  <a:pt x="431535" y="170768"/>
                  <a:pt x="428289" y="170768"/>
                </a:cubicBezTo>
                <a:cubicBezTo>
                  <a:pt x="421165" y="170768"/>
                  <a:pt x="414674" y="166737"/>
                  <a:pt x="411349" y="160254"/>
                </a:cubicBezTo>
                <a:cubicBezTo>
                  <a:pt x="408579" y="154879"/>
                  <a:pt x="405413" y="149504"/>
                  <a:pt x="402009" y="144365"/>
                </a:cubicBezTo>
                <a:cubicBezTo>
                  <a:pt x="399080" y="139780"/>
                  <a:pt x="398130" y="134484"/>
                  <a:pt x="399317" y="129346"/>
                </a:cubicBezTo>
                <a:cubicBezTo>
                  <a:pt x="400505" y="124366"/>
                  <a:pt x="403671" y="120097"/>
                  <a:pt x="408262" y="117488"/>
                </a:cubicBezTo>
                <a:lnTo>
                  <a:pt x="426389" y="107054"/>
                </a:lnTo>
                <a:cubicBezTo>
                  <a:pt x="429397" y="105315"/>
                  <a:pt x="432801" y="104366"/>
                  <a:pt x="436205" y="104366"/>
                </a:cubicBezTo>
                <a:close/>
                <a:moveTo>
                  <a:pt x="54676" y="104366"/>
                </a:moveTo>
                <a:cubicBezTo>
                  <a:pt x="58162" y="104366"/>
                  <a:pt x="61569" y="105315"/>
                  <a:pt x="64501" y="107054"/>
                </a:cubicBezTo>
                <a:lnTo>
                  <a:pt x="82644" y="117488"/>
                </a:lnTo>
                <a:cubicBezTo>
                  <a:pt x="87239" y="120097"/>
                  <a:pt x="90408" y="124366"/>
                  <a:pt x="91596" y="129346"/>
                </a:cubicBezTo>
                <a:cubicBezTo>
                  <a:pt x="92864" y="134484"/>
                  <a:pt x="91913" y="139780"/>
                  <a:pt x="88903" y="144365"/>
                </a:cubicBezTo>
                <a:cubicBezTo>
                  <a:pt x="85575" y="149504"/>
                  <a:pt x="82406" y="154879"/>
                  <a:pt x="79633" y="160254"/>
                </a:cubicBezTo>
                <a:cubicBezTo>
                  <a:pt x="76305" y="166737"/>
                  <a:pt x="69809" y="170768"/>
                  <a:pt x="62678" y="170768"/>
                </a:cubicBezTo>
                <a:cubicBezTo>
                  <a:pt x="59430" y="170768"/>
                  <a:pt x="56102" y="169819"/>
                  <a:pt x="53171" y="168159"/>
                </a:cubicBezTo>
                <a:lnTo>
                  <a:pt x="35186" y="157804"/>
                </a:lnTo>
                <a:cubicBezTo>
                  <a:pt x="25758" y="152428"/>
                  <a:pt x="22510" y="140334"/>
                  <a:pt x="27977" y="131006"/>
                </a:cubicBezTo>
                <a:lnTo>
                  <a:pt x="37642" y="114168"/>
                </a:lnTo>
                <a:cubicBezTo>
                  <a:pt x="41128" y="108160"/>
                  <a:pt x="47704" y="104366"/>
                  <a:pt x="54676" y="104366"/>
                </a:cubicBezTo>
                <a:close/>
                <a:moveTo>
                  <a:pt x="245501" y="75152"/>
                </a:moveTo>
                <a:cubicBezTo>
                  <a:pt x="337493" y="75152"/>
                  <a:pt x="412384" y="149942"/>
                  <a:pt x="412384" y="241809"/>
                </a:cubicBezTo>
                <a:cubicBezTo>
                  <a:pt x="412384" y="283236"/>
                  <a:pt x="391959" y="323793"/>
                  <a:pt x="372247" y="363006"/>
                </a:cubicBezTo>
                <a:cubicBezTo>
                  <a:pt x="354909" y="397634"/>
                  <a:pt x="336859" y="433448"/>
                  <a:pt x="334168" y="468155"/>
                </a:cubicBezTo>
                <a:cubicBezTo>
                  <a:pt x="333297" y="478749"/>
                  <a:pt x="324509" y="486971"/>
                  <a:pt x="314138" y="486971"/>
                </a:cubicBezTo>
                <a:lnTo>
                  <a:pt x="176864" y="486971"/>
                </a:lnTo>
                <a:cubicBezTo>
                  <a:pt x="166493" y="486971"/>
                  <a:pt x="157705" y="478749"/>
                  <a:pt x="156755" y="468155"/>
                </a:cubicBezTo>
                <a:cubicBezTo>
                  <a:pt x="153985" y="434792"/>
                  <a:pt x="137043" y="400797"/>
                  <a:pt x="119151" y="364825"/>
                </a:cubicBezTo>
                <a:cubicBezTo>
                  <a:pt x="99201" y="324821"/>
                  <a:pt x="78539" y="283473"/>
                  <a:pt x="78618" y="241809"/>
                </a:cubicBezTo>
                <a:cubicBezTo>
                  <a:pt x="78618" y="149942"/>
                  <a:pt x="153430" y="75152"/>
                  <a:pt x="245501" y="75152"/>
                </a:cubicBezTo>
                <a:close/>
                <a:moveTo>
                  <a:pt x="350001" y="25404"/>
                </a:moveTo>
                <a:cubicBezTo>
                  <a:pt x="353482" y="25404"/>
                  <a:pt x="356885" y="26273"/>
                  <a:pt x="359812" y="28012"/>
                </a:cubicBezTo>
                <a:lnTo>
                  <a:pt x="376587" y="37731"/>
                </a:lnTo>
                <a:cubicBezTo>
                  <a:pt x="386003" y="43104"/>
                  <a:pt x="389168" y="55116"/>
                  <a:pt x="383787" y="64519"/>
                </a:cubicBezTo>
                <a:lnTo>
                  <a:pt x="373343" y="82536"/>
                </a:lnTo>
                <a:cubicBezTo>
                  <a:pt x="369940" y="88462"/>
                  <a:pt x="363848" y="92018"/>
                  <a:pt x="357043" y="92018"/>
                </a:cubicBezTo>
                <a:cubicBezTo>
                  <a:pt x="353324" y="92018"/>
                  <a:pt x="349684" y="90912"/>
                  <a:pt x="346440" y="88857"/>
                </a:cubicBezTo>
                <a:cubicBezTo>
                  <a:pt x="341297" y="85459"/>
                  <a:pt x="335916" y="82378"/>
                  <a:pt x="330536" y="79533"/>
                </a:cubicBezTo>
                <a:cubicBezTo>
                  <a:pt x="325788" y="77083"/>
                  <a:pt x="322307" y="72974"/>
                  <a:pt x="320803" y="67917"/>
                </a:cubicBezTo>
                <a:cubicBezTo>
                  <a:pt x="319379" y="62939"/>
                  <a:pt x="320012" y="57723"/>
                  <a:pt x="322623" y="53219"/>
                </a:cubicBezTo>
                <a:lnTo>
                  <a:pt x="332989" y="35202"/>
                </a:lnTo>
                <a:cubicBezTo>
                  <a:pt x="336549" y="29197"/>
                  <a:pt x="343038" y="25404"/>
                  <a:pt x="350001" y="25404"/>
                </a:cubicBezTo>
                <a:close/>
                <a:moveTo>
                  <a:pt x="140881" y="25404"/>
                </a:moveTo>
                <a:cubicBezTo>
                  <a:pt x="147931" y="25404"/>
                  <a:pt x="154426" y="29197"/>
                  <a:pt x="157911" y="35202"/>
                </a:cubicBezTo>
                <a:lnTo>
                  <a:pt x="168367" y="53219"/>
                </a:lnTo>
                <a:cubicBezTo>
                  <a:pt x="170981" y="57723"/>
                  <a:pt x="171615" y="62939"/>
                  <a:pt x="170189" y="67917"/>
                </a:cubicBezTo>
                <a:cubicBezTo>
                  <a:pt x="168684" y="72974"/>
                  <a:pt x="165199" y="77083"/>
                  <a:pt x="160367" y="79533"/>
                </a:cubicBezTo>
                <a:cubicBezTo>
                  <a:pt x="154981" y="82378"/>
                  <a:pt x="149673" y="85459"/>
                  <a:pt x="144446" y="88857"/>
                </a:cubicBezTo>
                <a:cubicBezTo>
                  <a:pt x="141198" y="90912"/>
                  <a:pt x="137554" y="92018"/>
                  <a:pt x="133831" y="92018"/>
                </a:cubicBezTo>
                <a:cubicBezTo>
                  <a:pt x="127019" y="92018"/>
                  <a:pt x="120999" y="88541"/>
                  <a:pt x="117514" y="82615"/>
                </a:cubicBezTo>
                <a:lnTo>
                  <a:pt x="107058" y="64519"/>
                </a:lnTo>
                <a:cubicBezTo>
                  <a:pt x="104444" y="59936"/>
                  <a:pt x="103731" y="54641"/>
                  <a:pt x="105078" y="49584"/>
                </a:cubicBezTo>
                <a:cubicBezTo>
                  <a:pt x="106424" y="44527"/>
                  <a:pt x="109672" y="40339"/>
                  <a:pt x="114266" y="37731"/>
                </a:cubicBezTo>
                <a:lnTo>
                  <a:pt x="131059" y="28012"/>
                </a:lnTo>
                <a:cubicBezTo>
                  <a:pt x="134069" y="26273"/>
                  <a:pt x="137475" y="25404"/>
                  <a:pt x="140881" y="25404"/>
                </a:cubicBezTo>
                <a:close/>
                <a:moveTo>
                  <a:pt x="235768" y="0"/>
                </a:moveTo>
                <a:lnTo>
                  <a:pt x="255156" y="0"/>
                </a:lnTo>
                <a:cubicBezTo>
                  <a:pt x="265998" y="0"/>
                  <a:pt x="274782" y="8770"/>
                  <a:pt x="274782" y="19595"/>
                </a:cubicBezTo>
                <a:lnTo>
                  <a:pt x="274782" y="40927"/>
                </a:lnTo>
                <a:cubicBezTo>
                  <a:pt x="274782" y="51278"/>
                  <a:pt x="266789" y="59416"/>
                  <a:pt x="256581" y="59416"/>
                </a:cubicBezTo>
                <a:cubicBezTo>
                  <a:pt x="255710" y="59416"/>
                  <a:pt x="254919" y="59337"/>
                  <a:pt x="254127" y="59258"/>
                </a:cubicBezTo>
                <a:cubicBezTo>
                  <a:pt x="251516" y="58863"/>
                  <a:pt x="248509" y="58547"/>
                  <a:pt x="245502" y="58547"/>
                </a:cubicBezTo>
                <a:cubicBezTo>
                  <a:pt x="242415" y="58547"/>
                  <a:pt x="239408" y="58863"/>
                  <a:pt x="236876" y="59258"/>
                </a:cubicBezTo>
                <a:cubicBezTo>
                  <a:pt x="236005" y="59337"/>
                  <a:pt x="235214" y="59416"/>
                  <a:pt x="234422" y="59416"/>
                </a:cubicBezTo>
                <a:cubicBezTo>
                  <a:pt x="224135" y="59416"/>
                  <a:pt x="216142" y="51278"/>
                  <a:pt x="216142" y="40927"/>
                </a:cubicBezTo>
                <a:lnTo>
                  <a:pt x="216142" y="19595"/>
                </a:lnTo>
                <a:cubicBezTo>
                  <a:pt x="216142" y="8770"/>
                  <a:pt x="224926" y="0"/>
                  <a:pt x="235768" y="0"/>
                </a:cubicBezTo>
                <a:close/>
              </a:path>
            </a:pathLst>
          </a:custGeom>
          <a:solidFill>
            <a:srgbClr val="FBBB3B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endParaRPr lang="zh-CN" altLang="en-US" noProof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3" name="increasing-stocks-graphic_38888">
            <a:extLst>
              <a:ext uri="{FF2B5EF4-FFF2-40B4-BE49-F238E27FC236}">
                <a16:creationId xmlns:a16="http://schemas.microsoft.com/office/drawing/2014/main" xmlns="" id="{7B945D96-5651-4B79-8CB4-95DD4AD2442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951288" y="2970213"/>
            <a:ext cx="347662" cy="342900"/>
          </a:xfrm>
          <a:custGeom>
            <a:avLst/>
            <a:gdLst>
              <a:gd name="T0" fmla="*/ 269730 w 593397"/>
              <a:gd name="T1" fmla="*/ 48345 h 586586"/>
              <a:gd name="T2" fmla="*/ 269730 w 593397"/>
              <a:gd name="T3" fmla="*/ 329207 h 586586"/>
              <a:gd name="T4" fmla="*/ 518251 w 593397"/>
              <a:gd name="T5" fmla="*/ 421753 h 586586"/>
              <a:gd name="T6" fmla="*/ 269730 w 593397"/>
              <a:gd name="T7" fmla="*/ 586586 h 586586"/>
              <a:gd name="T8" fmla="*/ 0 w 593397"/>
              <a:gd name="T9" fmla="*/ 317696 h 586586"/>
              <a:gd name="T10" fmla="*/ 269730 w 593397"/>
              <a:gd name="T11" fmla="*/ 48345 h 586586"/>
              <a:gd name="T12" fmla="*/ 323685 w 593397"/>
              <a:gd name="T13" fmla="*/ 0 h 586586"/>
              <a:gd name="T14" fmla="*/ 593397 w 593397"/>
              <a:gd name="T15" fmla="*/ 269372 h 586586"/>
              <a:gd name="T16" fmla="*/ 572189 w 593397"/>
              <a:gd name="T17" fmla="*/ 373437 h 586586"/>
              <a:gd name="T18" fmla="*/ 323685 w 593397"/>
              <a:gd name="T19" fmla="*/ 280884 h 586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93397" h="586586">
                <a:moveTo>
                  <a:pt x="269730" y="48345"/>
                </a:moveTo>
                <a:lnTo>
                  <a:pt x="269730" y="329207"/>
                </a:lnTo>
                <a:lnTo>
                  <a:pt x="518251" y="421753"/>
                </a:lnTo>
                <a:cubicBezTo>
                  <a:pt x="477215" y="518903"/>
                  <a:pt x="381311" y="586586"/>
                  <a:pt x="269730" y="586586"/>
                </a:cubicBezTo>
                <a:cubicBezTo>
                  <a:pt x="120802" y="586586"/>
                  <a:pt x="0" y="466414"/>
                  <a:pt x="0" y="317696"/>
                </a:cubicBezTo>
                <a:cubicBezTo>
                  <a:pt x="0" y="168977"/>
                  <a:pt x="120802" y="48345"/>
                  <a:pt x="269730" y="48345"/>
                </a:cubicBezTo>
                <a:close/>
                <a:moveTo>
                  <a:pt x="323685" y="0"/>
                </a:moveTo>
                <a:cubicBezTo>
                  <a:pt x="472603" y="0"/>
                  <a:pt x="593397" y="120642"/>
                  <a:pt x="593397" y="269372"/>
                </a:cubicBezTo>
                <a:cubicBezTo>
                  <a:pt x="593397" y="306209"/>
                  <a:pt x="585559" y="341665"/>
                  <a:pt x="572189" y="373437"/>
                </a:cubicBezTo>
                <a:lnTo>
                  <a:pt x="323685" y="280884"/>
                </a:lnTo>
                <a:close/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4" name="组合 123">
            <a:extLst>
              <a:ext uri="{FF2B5EF4-FFF2-40B4-BE49-F238E27FC236}">
                <a16:creationId xmlns:a16="http://schemas.microsoft.com/office/drawing/2014/main" xmlns="" id="{408B5205-2A4B-456E-8135-3354FC249D20}"/>
              </a:ext>
            </a:extLst>
          </p:cNvPr>
          <p:cNvGrpSpPr/>
          <p:nvPr/>
        </p:nvGrpSpPr>
        <p:grpSpPr>
          <a:xfrm>
            <a:off x="937172" y="1836665"/>
            <a:ext cx="10459150" cy="3921025"/>
            <a:chOff x="1728788" y="7356475"/>
            <a:chExt cx="10683874" cy="4005263"/>
          </a:xfrm>
          <a:solidFill>
            <a:schemeClr val="bg1">
              <a:alpha val="20000"/>
            </a:schemeClr>
          </a:solidFill>
        </p:grpSpPr>
        <p:sp>
          <p:nvSpPr>
            <p:cNvPr id="125" name="Freeform 192">
              <a:extLst>
                <a:ext uri="{FF2B5EF4-FFF2-40B4-BE49-F238E27FC236}">
                  <a16:creationId xmlns:a16="http://schemas.microsoft.com/office/drawing/2014/main" xmlns="" id="{58A50D4B-E781-4B8E-B0B8-717CFC9A36B8}"/>
                </a:ext>
              </a:extLst>
            </p:cNvPr>
            <p:cNvSpPr/>
            <p:nvPr userDrawn="1"/>
          </p:nvSpPr>
          <p:spPr bwMode="auto">
            <a:xfrm>
              <a:off x="2941638" y="9977438"/>
              <a:ext cx="4075112" cy="1090613"/>
            </a:xfrm>
            <a:custGeom>
              <a:avLst/>
              <a:gdLst>
                <a:gd name="T0" fmla="*/ 834 w 834"/>
                <a:gd name="T1" fmla="*/ 0 h 223"/>
                <a:gd name="T2" fmla="*/ 105 w 834"/>
                <a:gd name="T3" fmla="*/ 0 h 223"/>
                <a:gd name="T4" fmla="*/ 0 w 834"/>
                <a:gd name="T5" fmla="*/ 105 h 223"/>
                <a:gd name="T6" fmla="*/ 0 w 834"/>
                <a:gd name="T7" fmla="*/ 223 h 223"/>
                <a:gd name="T8" fmla="*/ 2 w 834"/>
                <a:gd name="T9" fmla="*/ 223 h 223"/>
                <a:gd name="T10" fmla="*/ 4 w 834"/>
                <a:gd name="T11" fmla="*/ 223 h 223"/>
                <a:gd name="T12" fmla="*/ 4 w 834"/>
                <a:gd name="T13" fmla="*/ 105 h 223"/>
                <a:gd name="T14" fmla="*/ 105 w 834"/>
                <a:gd name="T15" fmla="*/ 3 h 223"/>
                <a:gd name="T16" fmla="*/ 834 w 834"/>
                <a:gd name="T17" fmla="*/ 3 h 223"/>
                <a:gd name="T18" fmla="*/ 834 w 834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3">
                  <a:moveTo>
                    <a:pt x="834" y="0"/>
                  </a:moveTo>
                  <a:cubicBezTo>
                    <a:pt x="105" y="0"/>
                    <a:pt x="105" y="0"/>
                    <a:pt x="105" y="0"/>
                  </a:cubicBezTo>
                  <a:cubicBezTo>
                    <a:pt x="47" y="0"/>
                    <a:pt x="0" y="47"/>
                    <a:pt x="0" y="105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1" y="223"/>
                    <a:pt x="1" y="223"/>
                    <a:pt x="2" y="223"/>
                  </a:cubicBezTo>
                  <a:cubicBezTo>
                    <a:pt x="3" y="223"/>
                    <a:pt x="3" y="223"/>
                    <a:pt x="4" y="223"/>
                  </a:cubicBezTo>
                  <a:cubicBezTo>
                    <a:pt x="4" y="105"/>
                    <a:pt x="4" y="105"/>
                    <a:pt x="4" y="105"/>
                  </a:cubicBezTo>
                  <a:cubicBezTo>
                    <a:pt x="4" y="49"/>
                    <a:pt x="49" y="3"/>
                    <a:pt x="105" y="3"/>
                  </a:cubicBezTo>
                  <a:cubicBezTo>
                    <a:pt x="834" y="3"/>
                    <a:pt x="834" y="3"/>
                    <a:pt x="834" y="3"/>
                  </a:cubicBezTo>
                  <a:cubicBezTo>
                    <a:pt x="834" y="0"/>
                    <a:pt x="834" y="0"/>
                    <a:pt x="83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6" name="Freeform 193">
              <a:extLst>
                <a:ext uri="{FF2B5EF4-FFF2-40B4-BE49-F238E27FC236}">
                  <a16:creationId xmlns:a16="http://schemas.microsoft.com/office/drawing/2014/main" xmlns="" id="{42C3B884-6BFA-42E8-B0D5-E83D66B476DD}"/>
                </a:ext>
              </a:extLst>
            </p:cNvPr>
            <p:cNvSpPr/>
            <p:nvPr userDrawn="1"/>
          </p:nvSpPr>
          <p:spPr bwMode="auto">
            <a:xfrm>
              <a:off x="2789238" y="9840913"/>
              <a:ext cx="4227512" cy="885825"/>
            </a:xfrm>
            <a:custGeom>
              <a:avLst/>
              <a:gdLst>
                <a:gd name="T0" fmla="*/ 865 w 865"/>
                <a:gd name="T1" fmla="*/ 0 h 181"/>
                <a:gd name="T2" fmla="*/ 130 w 865"/>
                <a:gd name="T3" fmla="*/ 0 h 181"/>
                <a:gd name="T4" fmla="*/ 0 w 865"/>
                <a:gd name="T5" fmla="*/ 131 h 181"/>
                <a:gd name="T6" fmla="*/ 0 w 865"/>
                <a:gd name="T7" fmla="*/ 181 h 181"/>
                <a:gd name="T8" fmla="*/ 2 w 865"/>
                <a:gd name="T9" fmla="*/ 181 h 181"/>
                <a:gd name="T10" fmla="*/ 3 w 865"/>
                <a:gd name="T11" fmla="*/ 181 h 181"/>
                <a:gd name="T12" fmla="*/ 3 w 865"/>
                <a:gd name="T13" fmla="*/ 131 h 181"/>
                <a:gd name="T14" fmla="*/ 130 w 865"/>
                <a:gd name="T15" fmla="*/ 3 h 181"/>
                <a:gd name="T16" fmla="*/ 865 w 865"/>
                <a:gd name="T17" fmla="*/ 3 h 181"/>
                <a:gd name="T18" fmla="*/ 865 w 865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5" h="181">
                  <a:moveTo>
                    <a:pt x="865" y="0"/>
                  </a:moveTo>
                  <a:cubicBezTo>
                    <a:pt x="130" y="0"/>
                    <a:pt x="130" y="0"/>
                    <a:pt x="130" y="0"/>
                  </a:cubicBezTo>
                  <a:cubicBezTo>
                    <a:pt x="58" y="0"/>
                    <a:pt x="0" y="59"/>
                    <a:pt x="0" y="131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0" y="181"/>
                    <a:pt x="1" y="181"/>
                    <a:pt x="2" y="181"/>
                  </a:cubicBezTo>
                  <a:cubicBezTo>
                    <a:pt x="2" y="181"/>
                    <a:pt x="3" y="181"/>
                    <a:pt x="3" y="181"/>
                  </a:cubicBezTo>
                  <a:cubicBezTo>
                    <a:pt x="3" y="131"/>
                    <a:pt x="3" y="131"/>
                    <a:pt x="3" y="131"/>
                  </a:cubicBezTo>
                  <a:cubicBezTo>
                    <a:pt x="3" y="60"/>
                    <a:pt x="60" y="3"/>
                    <a:pt x="130" y="3"/>
                  </a:cubicBezTo>
                  <a:cubicBezTo>
                    <a:pt x="865" y="3"/>
                    <a:pt x="865" y="3"/>
                    <a:pt x="865" y="3"/>
                  </a:cubicBezTo>
                  <a:cubicBezTo>
                    <a:pt x="865" y="0"/>
                    <a:pt x="865" y="0"/>
                    <a:pt x="8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7" name="Freeform 194">
              <a:extLst>
                <a:ext uri="{FF2B5EF4-FFF2-40B4-BE49-F238E27FC236}">
                  <a16:creationId xmlns:a16="http://schemas.microsoft.com/office/drawing/2014/main" xmlns="" id="{AC649642-D428-4D63-A6C3-FCE5F6FC2ECD}"/>
                </a:ext>
              </a:extLst>
            </p:cNvPr>
            <p:cNvSpPr/>
            <p:nvPr userDrawn="1"/>
          </p:nvSpPr>
          <p:spPr bwMode="auto">
            <a:xfrm>
              <a:off x="2627313" y="9694863"/>
              <a:ext cx="4389437" cy="1168400"/>
            </a:xfrm>
            <a:custGeom>
              <a:avLst/>
              <a:gdLst>
                <a:gd name="T0" fmla="*/ 898 w 898"/>
                <a:gd name="T1" fmla="*/ 0 h 239"/>
                <a:gd name="T2" fmla="*/ 159 w 898"/>
                <a:gd name="T3" fmla="*/ 0 h 239"/>
                <a:gd name="T4" fmla="*/ 0 w 898"/>
                <a:gd name="T5" fmla="*/ 160 h 239"/>
                <a:gd name="T6" fmla="*/ 0 w 898"/>
                <a:gd name="T7" fmla="*/ 239 h 239"/>
                <a:gd name="T8" fmla="*/ 1 w 898"/>
                <a:gd name="T9" fmla="*/ 239 h 239"/>
                <a:gd name="T10" fmla="*/ 3 w 898"/>
                <a:gd name="T11" fmla="*/ 239 h 239"/>
                <a:gd name="T12" fmla="*/ 3 w 898"/>
                <a:gd name="T13" fmla="*/ 160 h 239"/>
                <a:gd name="T14" fmla="*/ 159 w 898"/>
                <a:gd name="T15" fmla="*/ 3 h 239"/>
                <a:gd name="T16" fmla="*/ 898 w 898"/>
                <a:gd name="T17" fmla="*/ 3 h 239"/>
                <a:gd name="T18" fmla="*/ 898 w 898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8" h="239">
                  <a:moveTo>
                    <a:pt x="898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71" y="0"/>
                    <a:pt x="0" y="72"/>
                    <a:pt x="0" y="160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0" y="239"/>
                    <a:pt x="1" y="239"/>
                    <a:pt x="1" y="239"/>
                  </a:cubicBezTo>
                  <a:cubicBezTo>
                    <a:pt x="2" y="239"/>
                    <a:pt x="2" y="239"/>
                    <a:pt x="3" y="239"/>
                  </a:cubicBezTo>
                  <a:cubicBezTo>
                    <a:pt x="3" y="160"/>
                    <a:pt x="3" y="160"/>
                    <a:pt x="3" y="160"/>
                  </a:cubicBezTo>
                  <a:cubicBezTo>
                    <a:pt x="3" y="74"/>
                    <a:pt x="73" y="3"/>
                    <a:pt x="159" y="3"/>
                  </a:cubicBezTo>
                  <a:cubicBezTo>
                    <a:pt x="898" y="3"/>
                    <a:pt x="898" y="3"/>
                    <a:pt x="898" y="3"/>
                  </a:cubicBezTo>
                  <a:cubicBezTo>
                    <a:pt x="898" y="0"/>
                    <a:pt x="898" y="0"/>
                    <a:pt x="89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8" name="Freeform 195">
              <a:extLst>
                <a:ext uri="{FF2B5EF4-FFF2-40B4-BE49-F238E27FC236}">
                  <a16:creationId xmlns:a16="http://schemas.microsoft.com/office/drawing/2014/main" xmlns="" id="{B582B9E6-10D1-4810-BDCB-33CEB9AE5C13}"/>
                </a:ext>
              </a:extLst>
            </p:cNvPr>
            <p:cNvSpPr/>
            <p:nvPr userDrawn="1"/>
          </p:nvSpPr>
          <p:spPr bwMode="auto">
            <a:xfrm>
              <a:off x="2495550" y="9547225"/>
              <a:ext cx="4521200" cy="1731963"/>
            </a:xfrm>
            <a:custGeom>
              <a:avLst/>
              <a:gdLst>
                <a:gd name="T0" fmla="*/ 925 w 925"/>
                <a:gd name="T1" fmla="*/ 0 h 354"/>
                <a:gd name="T2" fmla="*/ 180 w 925"/>
                <a:gd name="T3" fmla="*/ 0 h 354"/>
                <a:gd name="T4" fmla="*/ 0 w 925"/>
                <a:gd name="T5" fmla="*/ 180 h 354"/>
                <a:gd name="T6" fmla="*/ 0 w 925"/>
                <a:gd name="T7" fmla="*/ 354 h 354"/>
                <a:gd name="T8" fmla="*/ 2 w 925"/>
                <a:gd name="T9" fmla="*/ 353 h 354"/>
                <a:gd name="T10" fmla="*/ 3 w 925"/>
                <a:gd name="T11" fmla="*/ 354 h 354"/>
                <a:gd name="T12" fmla="*/ 3 w 925"/>
                <a:gd name="T13" fmla="*/ 180 h 354"/>
                <a:gd name="T14" fmla="*/ 180 w 925"/>
                <a:gd name="T15" fmla="*/ 3 h 354"/>
                <a:gd name="T16" fmla="*/ 925 w 925"/>
                <a:gd name="T17" fmla="*/ 3 h 354"/>
                <a:gd name="T18" fmla="*/ 925 w 925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5" h="354">
                  <a:moveTo>
                    <a:pt x="925" y="0"/>
                  </a:moveTo>
                  <a:cubicBezTo>
                    <a:pt x="180" y="0"/>
                    <a:pt x="180" y="0"/>
                    <a:pt x="180" y="0"/>
                  </a:cubicBezTo>
                  <a:cubicBezTo>
                    <a:pt x="81" y="0"/>
                    <a:pt x="0" y="81"/>
                    <a:pt x="0" y="180"/>
                  </a:cubicBezTo>
                  <a:cubicBezTo>
                    <a:pt x="0" y="354"/>
                    <a:pt x="0" y="354"/>
                    <a:pt x="0" y="354"/>
                  </a:cubicBezTo>
                  <a:cubicBezTo>
                    <a:pt x="1" y="353"/>
                    <a:pt x="1" y="353"/>
                    <a:pt x="2" y="353"/>
                  </a:cubicBezTo>
                  <a:cubicBezTo>
                    <a:pt x="2" y="353"/>
                    <a:pt x="3" y="353"/>
                    <a:pt x="3" y="354"/>
                  </a:cubicBezTo>
                  <a:cubicBezTo>
                    <a:pt x="3" y="180"/>
                    <a:pt x="3" y="180"/>
                    <a:pt x="3" y="180"/>
                  </a:cubicBezTo>
                  <a:cubicBezTo>
                    <a:pt x="3" y="82"/>
                    <a:pt x="82" y="3"/>
                    <a:pt x="180" y="3"/>
                  </a:cubicBezTo>
                  <a:cubicBezTo>
                    <a:pt x="925" y="3"/>
                    <a:pt x="925" y="3"/>
                    <a:pt x="925" y="3"/>
                  </a:cubicBezTo>
                  <a:cubicBezTo>
                    <a:pt x="925" y="0"/>
                    <a:pt x="925" y="0"/>
                    <a:pt x="92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9" name="Freeform 196">
              <a:extLst>
                <a:ext uri="{FF2B5EF4-FFF2-40B4-BE49-F238E27FC236}">
                  <a16:creationId xmlns:a16="http://schemas.microsoft.com/office/drawing/2014/main" xmlns="" id="{2D64AF32-6592-48F7-8F90-F628B250CB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6713" y="11068050"/>
              <a:ext cx="87312" cy="84138"/>
            </a:xfrm>
            <a:custGeom>
              <a:avLst/>
              <a:gdLst>
                <a:gd name="T0" fmla="*/ 9 w 18"/>
                <a:gd name="T1" fmla="*/ 14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4 h 17"/>
                <a:gd name="T10" fmla="*/ 9 w 18"/>
                <a:gd name="T11" fmla="*/ 0 h 17"/>
                <a:gd name="T12" fmla="*/ 7 w 18"/>
                <a:gd name="T13" fmla="*/ 0 h 17"/>
                <a:gd name="T14" fmla="*/ 0 w 18"/>
                <a:gd name="T15" fmla="*/ 8 h 17"/>
                <a:gd name="T16" fmla="*/ 9 w 18"/>
                <a:gd name="T17" fmla="*/ 17 h 17"/>
                <a:gd name="T18" fmla="*/ 18 w 18"/>
                <a:gd name="T19" fmla="*/ 8 h 17"/>
                <a:gd name="T20" fmla="*/ 11 w 18"/>
                <a:gd name="T21" fmla="*/ 0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4"/>
                  </a:moveTo>
                  <a:cubicBezTo>
                    <a:pt x="6" y="14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4"/>
                    <a:pt x="15" y="1"/>
                    <a:pt x="11" y="0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0" name="Freeform 197">
              <a:extLst>
                <a:ext uri="{FF2B5EF4-FFF2-40B4-BE49-F238E27FC236}">
                  <a16:creationId xmlns:a16="http://schemas.microsoft.com/office/drawing/2014/main" xmlns="" id="{C7B7BC44-F60B-4CFC-A762-DC1B77B900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5900" y="10726738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1" name="Freeform 198">
              <a:extLst>
                <a:ext uri="{FF2B5EF4-FFF2-40B4-BE49-F238E27FC236}">
                  <a16:creationId xmlns:a16="http://schemas.microsoft.com/office/drawing/2014/main" xmlns="" id="{D1A0F323-7BE9-4760-A08B-DC0C71F822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93975" y="10863263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2" name="Freeform 199">
              <a:extLst>
                <a:ext uri="{FF2B5EF4-FFF2-40B4-BE49-F238E27FC236}">
                  <a16:creationId xmlns:a16="http://schemas.microsoft.com/office/drawing/2014/main" xmlns="" id="{573B7176-9E7C-4448-8B97-7BC840646C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62213" y="11274425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7 w 17"/>
                <a:gd name="T13" fmla="*/ 1 h 18"/>
                <a:gd name="T14" fmla="*/ 0 w 17"/>
                <a:gd name="T15" fmla="*/ 9 h 18"/>
                <a:gd name="T16" fmla="*/ 9 w 17"/>
                <a:gd name="T17" fmla="*/ 18 h 18"/>
                <a:gd name="T18" fmla="*/ 17 w 17"/>
                <a:gd name="T19" fmla="*/ 9 h 18"/>
                <a:gd name="T20" fmla="*/ 10 w 17"/>
                <a:gd name="T21" fmla="*/ 1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1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3" y="18"/>
                    <a:pt x="17" y="14"/>
                    <a:pt x="17" y="9"/>
                  </a:cubicBezTo>
                  <a:cubicBezTo>
                    <a:pt x="17" y="5"/>
                    <a:pt x="14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3" name="Freeform 200">
              <a:extLst>
                <a:ext uri="{FF2B5EF4-FFF2-40B4-BE49-F238E27FC236}">
                  <a16:creationId xmlns:a16="http://schemas.microsoft.com/office/drawing/2014/main" xmlns="" id="{25B855A5-D691-4AB7-80BC-8C8ABA078521}"/>
                </a:ext>
              </a:extLst>
            </p:cNvPr>
            <p:cNvSpPr/>
            <p:nvPr userDrawn="1"/>
          </p:nvSpPr>
          <p:spPr bwMode="auto">
            <a:xfrm>
              <a:off x="2935288" y="7650163"/>
              <a:ext cx="4076700" cy="1085850"/>
            </a:xfrm>
            <a:custGeom>
              <a:avLst/>
              <a:gdLst>
                <a:gd name="T0" fmla="*/ 3 w 834"/>
                <a:gd name="T1" fmla="*/ 0 h 222"/>
                <a:gd name="T2" fmla="*/ 1 w 834"/>
                <a:gd name="T3" fmla="*/ 0 h 222"/>
                <a:gd name="T4" fmla="*/ 0 w 834"/>
                <a:gd name="T5" fmla="*/ 0 h 222"/>
                <a:gd name="T6" fmla="*/ 0 w 834"/>
                <a:gd name="T7" fmla="*/ 118 h 222"/>
                <a:gd name="T8" fmla="*/ 105 w 834"/>
                <a:gd name="T9" fmla="*/ 222 h 222"/>
                <a:gd name="T10" fmla="*/ 834 w 834"/>
                <a:gd name="T11" fmla="*/ 222 h 222"/>
                <a:gd name="T12" fmla="*/ 834 w 834"/>
                <a:gd name="T13" fmla="*/ 219 h 222"/>
                <a:gd name="T14" fmla="*/ 105 w 834"/>
                <a:gd name="T15" fmla="*/ 219 h 222"/>
                <a:gd name="T16" fmla="*/ 3 w 834"/>
                <a:gd name="T17" fmla="*/ 118 h 222"/>
                <a:gd name="T18" fmla="*/ 3 w 834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2">
                  <a:moveTo>
                    <a:pt x="3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75"/>
                    <a:pt x="47" y="222"/>
                    <a:pt x="105" y="222"/>
                  </a:cubicBezTo>
                  <a:cubicBezTo>
                    <a:pt x="834" y="222"/>
                    <a:pt x="834" y="222"/>
                    <a:pt x="834" y="222"/>
                  </a:cubicBezTo>
                  <a:cubicBezTo>
                    <a:pt x="834" y="219"/>
                    <a:pt x="834" y="219"/>
                    <a:pt x="834" y="219"/>
                  </a:cubicBezTo>
                  <a:cubicBezTo>
                    <a:pt x="105" y="219"/>
                    <a:pt x="105" y="219"/>
                    <a:pt x="105" y="219"/>
                  </a:cubicBezTo>
                  <a:cubicBezTo>
                    <a:pt x="49" y="219"/>
                    <a:pt x="3" y="174"/>
                    <a:pt x="3" y="118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4" name="Freeform 201">
              <a:extLst>
                <a:ext uri="{FF2B5EF4-FFF2-40B4-BE49-F238E27FC236}">
                  <a16:creationId xmlns:a16="http://schemas.microsoft.com/office/drawing/2014/main" xmlns="" id="{0E66EEBF-B104-499C-99BF-2232A7CFAA86}"/>
                </a:ext>
              </a:extLst>
            </p:cNvPr>
            <p:cNvSpPr/>
            <p:nvPr userDrawn="1"/>
          </p:nvSpPr>
          <p:spPr bwMode="auto">
            <a:xfrm>
              <a:off x="2779713" y="7986713"/>
              <a:ext cx="4232275" cy="885825"/>
            </a:xfrm>
            <a:custGeom>
              <a:avLst/>
              <a:gdLst>
                <a:gd name="T0" fmla="*/ 0 w 866"/>
                <a:gd name="T1" fmla="*/ 0 h 181"/>
                <a:gd name="T2" fmla="*/ 0 w 866"/>
                <a:gd name="T3" fmla="*/ 51 h 181"/>
                <a:gd name="T4" fmla="*/ 131 w 866"/>
                <a:gd name="T5" fmla="*/ 181 h 181"/>
                <a:gd name="T6" fmla="*/ 866 w 866"/>
                <a:gd name="T7" fmla="*/ 181 h 181"/>
                <a:gd name="T8" fmla="*/ 866 w 866"/>
                <a:gd name="T9" fmla="*/ 178 h 181"/>
                <a:gd name="T10" fmla="*/ 131 w 866"/>
                <a:gd name="T11" fmla="*/ 178 h 181"/>
                <a:gd name="T12" fmla="*/ 3 w 866"/>
                <a:gd name="T13" fmla="*/ 51 h 181"/>
                <a:gd name="T14" fmla="*/ 3 w 866"/>
                <a:gd name="T15" fmla="*/ 0 h 181"/>
                <a:gd name="T16" fmla="*/ 2 w 866"/>
                <a:gd name="T17" fmla="*/ 0 h 181"/>
                <a:gd name="T18" fmla="*/ 0 w 866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6" h="181">
                  <a:moveTo>
                    <a:pt x="0" y="0"/>
                  </a:moveTo>
                  <a:cubicBezTo>
                    <a:pt x="0" y="51"/>
                    <a:pt x="0" y="51"/>
                    <a:pt x="0" y="51"/>
                  </a:cubicBezTo>
                  <a:cubicBezTo>
                    <a:pt x="0" y="123"/>
                    <a:pt x="59" y="181"/>
                    <a:pt x="131" y="181"/>
                  </a:cubicBezTo>
                  <a:cubicBezTo>
                    <a:pt x="866" y="181"/>
                    <a:pt x="866" y="181"/>
                    <a:pt x="866" y="181"/>
                  </a:cubicBezTo>
                  <a:cubicBezTo>
                    <a:pt x="866" y="178"/>
                    <a:pt x="866" y="178"/>
                    <a:pt x="866" y="178"/>
                  </a:cubicBezTo>
                  <a:cubicBezTo>
                    <a:pt x="131" y="178"/>
                    <a:pt x="131" y="178"/>
                    <a:pt x="131" y="178"/>
                  </a:cubicBezTo>
                  <a:cubicBezTo>
                    <a:pt x="61" y="178"/>
                    <a:pt x="3" y="121"/>
                    <a:pt x="3" y="5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5" name="Freeform 202">
              <a:extLst>
                <a:ext uri="{FF2B5EF4-FFF2-40B4-BE49-F238E27FC236}">
                  <a16:creationId xmlns:a16="http://schemas.microsoft.com/office/drawing/2014/main" xmlns="" id="{C46644B0-DEA0-494B-80FF-FF2998E8968E}"/>
                </a:ext>
              </a:extLst>
            </p:cNvPr>
            <p:cNvSpPr/>
            <p:nvPr userDrawn="1"/>
          </p:nvSpPr>
          <p:spPr bwMode="auto">
            <a:xfrm>
              <a:off x="2617788" y="7850188"/>
              <a:ext cx="4394200" cy="1168400"/>
            </a:xfrm>
            <a:custGeom>
              <a:avLst/>
              <a:gdLst>
                <a:gd name="T0" fmla="*/ 0 w 899"/>
                <a:gd name="T1" fmla="*/ 0 h 239"/>
                <a:gd name="T2" fmla="*/ 0 w 899"/>
                <a:gd name="T3" fmla="*/ 80 h 239"/>
                <a:gd name="T4" fmla="*/ 160 w 899"/>
                <a:gd name="T5" fmla="*/ 239 h 239"/>
                <a:gd name="T6" fmla="*/ 899 w 899"/>
                <a:gd name="T7" fmla="*/ 239 h 239"/>
                <a:gd name="T8" fmla="*/ 899 w 899"/>
                <a:gd name="T9" fmla="*/ 236 h 239"/>
                <a:gd name="T10" fmla="*/ 160 w 899"/>
                <a:gd name="T11" fmla="*/ 236 h 239"/>
                <a:gd name="T12" fmla="*/ 3 w 899"/>
                <a:gd name="T13" fmla="*/ 80 h 239"/>
                <a:gd name="T14" fmla="*/ 3 w 899"/>
                <a:gd name="T15" fmla="*/ 0 h 239"/>
                <a:gd name="T16" fmla="*/ 2 w 899"/>
                <a:gd name="T17" fmla="*/ 1 h 239"/>
                <a:gd name="T18" fmla="*/ 0 w 899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9" h="239">
                  <a:moveTo>
                    <a:pt x="0" y="0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0" y="168"/>
                    <a:pt x="72" y="239"/>
                    <a:pt x="160" y="239"/>
                  </a:cubicBezTo>
                  <a:cubicBezTo>
                    <a:pt x="899" y="239"/>
                    <a:pt x="899" y="239"/>
                    <a:pt x="899" y="239"/>
                  </a:cubicBezTo>
                  <a:cubicBezTo>
                    <a:pt x="899" y="236"/>
                    <a:pt x="899" y="236"/>
                    <a:pt x="899" y="236"/>
                  </a:cubicBezTo>
                  <a:cubicBezTo>
                    <a:pt x="160" y="236"/>
                    <a:pt x="160" y="236"/>
                    <a:pt x="160" y="236"/>
                  </a:cubicBezTo>
                  <a:cubicBezTo>
                    <a:pt x="73" y="236"/>
                    <a:pt x="3" y="166"/>
                    <a:pt x="3" y="8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2" y="1"/>
                    <a:pt x="2" y="1"/>
                  </a:cubicBezTo>
                  <a:cubicBezTo>
                    <a:pt x="1" y="1"/>
                    <a:pt x="0" y="1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6" name="Freeform 203">
              <a:extLst>
                <a:ext uri="{FF2B5EF4-FFF2-40B4-BE49-F238E27FC236}">
                  <a16:creationId xmlns:a16="http://schemas.microsoft.com/office/drawing/2014/main" xmlns="" id="{84843ED1-8455-4781-88CA-CEDE3EA329A2}"/>
                </a:ext>
              </a:extLst>
            </p:cNvPr>
            <p:cNvSpPr/>
            <p:nvPr userDrawn="1"/>
          </p:nvSpPr>
          <p:spPr bwMode="auto">
            <a:xfrm>
              <a:off x="2486025" y="7439025"/>
              <a:ext cx="4525962" cy="1727200"/>
            </a:xfrm>
            <a:custGeom>
              <a:avLst/>
              <a:gdLst>
                <a:gd name="T0" fmla="*/ 4 w 926"/>
                <a:gd name="T1" fmla="*/ 0 h 353"/>
                <a:gd name="T2" fmla="*/ 2 w 926"/>
                <a:gd name="T3" fmla="*/ 0 h 353"/>
                <a:gd name="T4" fmla="*/ 0 w 926"/>
                <a:gd name="T5" fmla="*/ 0 h 353"/>
                <a:gd name="T6" fmla="*/ 0 w 926"/>
                <a:gd name="T7" fmla="*/ 174 h 353"/>
                <a:gd name="T8" fmla="*/ 180 w 926"/>
                <a:gd name="T9" fmla="*/ 353 h 353"/>
                <a:gd name="T10" fmla="*/ 926 w 926"/>
                <a:gd name="T11" fmla="*/ 353 h 353"/>
                <a:gd name="T12" fmla="*/ 926 w 926"/>
                <a:gd name="T13" fmla="*/ 350 h 353"/>
                <a:gd name="T14" fmla="*/ 180 w 926"/>
                <a:gd name="T15" fmla="*/ 350 h 353"/>
                <a:gd name="T16" fmla="*/ 4 w 926"/>
                <a:gd name="T17" fmla="*/ 174 h 353"/>
                <a:gd name="T18" fmla="*/ 4 w 926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6" h="353">
                  <a:moveTo>
                    <a:pt x="4" y="0"/>
                  </a:move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0" y="174"/>
                    <a:pt x="0" y="174"/>
                    <a:pt x="0" y="174"/>
                  </a:cubicBezTo>
                  <a:cubicBezTo>
                    <a:pt x="0" y="273"/>
                    <a:pt x="81" y="353"/>
                    <a:pt x="180" y="353"/>
                  </a:cubicBezTo>
                  <a:cubicBezTo>
                    <a:pt x="926" y="353"/>
                    <a:pt x="926" y="353"/>
                    <a:pt x="926" y="353"/>
                  </a:cubicBezTo>
                  <a:cubicBezTo>
                    <a:pt x="926" y="350"/>
                    <a:pt x="926" y="350"/>
                    <a:pt x="926" y="350"/>
                  </a:cubicBezTo>
                  <a:cubicBezTo>
                    <a:pt x="180" y="350"/>
                    <a:pt x="180" y="350"/>
                    <a:pt x="180" y="350"/>
                  </a:cubicBezTo>
                  <a:cubicBezTo>
                    <a:pt x="83" y="350"/>
                    <a:pt x="4" y="271"/>
                    <a:pt x="4" y="17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7" name="Freeform 204">
              <a:extLst>
                <a:ext uri="{FF2B5EF4-FFF2-40B4-BE49-F238E27FC236}">
                  <a16:creationId xmlns:a16="http://schemas.microsoft.com/office/drawing/2014/main" xmlns="" id="{2794E835-85EE-4FB3-B9C5-7B829D4418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1950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4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4" y="5"/>
                    <a:pt x="14" y="8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8" name="Freeform 205">
              <a:extLst>
                <a:ext uri="{FF2B5EF4-FFF2-40B4-BE49-F238E27FC236}">
                  <a16:creationId xmlns:a16="http://schemas.microsoft.com/office/drawing/2014/main" xmlns="" id="{A6A96DDD-881F-4933-8141-B1079D43E40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4788" y="7904163"/>
              <a:ext cx="84137" cy="82550"/>
            </a:xfrm>
            <a:custGeom>
              <a:avLst/>
              <a:gdLst>
                <a:gd name="T0" fmla="*/ 9 w 17"/>
                <a:gd name="T1" fmla="*/ 14 h 17"/>
                <a:gd name="T2" fmla="*/ 4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9" name="Freeform 206">
              <a:extLst>
                <a:ext uri="{FF2B5EF4-FFF2-40B4-BE49-F238E27FC236}">
                  <a16:creationId xmlns:a16="http://schemas.microsoft.com/office/drawing/2014/main" xmlns="" id="{91CCE4F0-4E3B-4FC0-9A28-7D5532D360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84450" y="7767638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0 w 17"/>
                <a:gd name="T13" fmla="*/ 9 h 18"/>
                <a:gd name="T14" fmla="*/ 7 w 17"/>
                <a:gd name="T15" fmla="*/ 17 h 18"/>
                <a:gd name="T16" fmla="*/ 9 w 17"/>
                <a:gd name="T17" fmla="*/ 18 h 18"/>
                <a:gd name="T18" fmla="*/ 10 w 17"/>
                <a:gd name="T19" fmla="*/ 17 h 18"/>
                <a:gd name="T20" fmla="*/ 17 w 17"/>
                <a:gd name="T21" fmla="*/ 9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1" y="4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7" y="18"/>
                    <a:pt x="8" y="18"/>
                    <a:pt x="9" y="18"/>
                  </a:cubicBezTo>
                  <a:cubicBezTo>
                    <a:pt x="9" y="18"/>
                    <a:pt x="10" y="18"/>
                    <a:pt x="10" y="17"/>
                  </a:cubicBezTo>
                  <a:cubicBezTo>
                    <a:pt x="14" y="17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0" name="Freeform 207">
              <a:extLst>
                <a:ext uri="{FF2B5EF4-FFF2-40B4-BE49-F238E27FC236}">
                  <a16:creationId xmlns:a16="http://schemas.microsoft.com/office/drawing/2014/main" xmlns="" id="{7AD7E107-798E-44E5-9A60-81D6063E55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57450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3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6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3" y="6"/>
                    <a:pt x="13" y="9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3" y="16"/>
                    <a:pt x="6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1" name="Freeform 208">
              <a:extLst>
                <a:ext uri="{FF2B5EF4-FFF2-40B4-BE49-F238E27FC236}">
                  <a16:creationId xmlns:a16="http://schemas.microsoft.com/office/drawing/2014/main" xmlns="" id="{B6F24CC8-64D4-45EC-A81B-8E268510B2AE}"/>
                </a:ext>
              </a:extLst>
            </p:cNvPr>
            <p:cNvSpPr/>
            <p:nvPr userDrawn="1"/>
          </p:nvSpPr>
          <p:spPr bwMode="auto">
            <a:xfrm>
              <a:off x="2217738" y="9415463"/>
              <a:ext cx="4789487" cy="14288"/>
            </a:xfrm>
            <a:custGeom>
              <a:avLst/>
              <a:gdLst>
                <a:gd name="T0" fmla="*/ 980 w 980"/>
                <a:gd name="T1" fmla="*/ 0 h 3"/>
                <a:gd name="T2" fmla="*/ 0 w 980"/>
                <a:gd name="T3" fmla="*/ 0 h 3"/>
                <a:gd name="T4" fmla="*/ 0 w 980"/>
                <a:gd name="T5" fmla="*/ 1 h 3"/>
                <a:gd name="T6" fmla="*/ 0 w 980"/>
                <a:gd name="T7" fmla="*/ 3 h 3"/>
                <a:gd name="T8" fmla="*/ 980 w 980"/>
                <a:gd name="T9" fmla="*/ 3 h 3"/>
                <a:gd name="T10" fmla="*/ 980 w 980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0" h="3">
                  <a:moveTo>
                    <a:pt x="98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980" y="3"/>
                    <a:pt x="980" y="3"/>
                    <a:pt x="980" y="3"/>
                  </a:cubicBezTo>
                  <a:cubicBezTo>
                    <a:pt x="980" y="0"/>
                    <a:pt x="980" y="0"/>
                    <a:pt x="98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2" name="Freeform 209">
              <a:extLst>
                <a:ext uri="{FF2B5EF4-FFF2-40B4-BE49-F238E27FC236}">
                  <a16:creationId xmlns:a16="http://schemas.microsoft.com/office/drawing/2014/main" xmlns="" id="{570606B0-14CE-456E-916D-7B0EF100926A}"/>
                </a:ext>
              </a:extLst>
            </p:cNvPr>
            <p:cNvSpPr/>
            <p:nvPr userDrawn="1"/>
          </p:nvSpPr>
          <p:spPr bwMode="auto">
            <a:xfrm>
              <a:off x="1811338" y="9283700"/>
              <a:ext cx="5205412" cy="14288"/>
            </a:xfrm>
            <a:custGeom>
              <a:avLst/>
              <a:gdLst>
                <a:gd name="T0" fmla="*/ 1065 w 1065"/>
                <a:gd name="T1" fmla="*/ 0 h 3"/>
                <a:gd name="T2" fmla="*/ 0 w 1065"/>
                <a:gd name="T3" fmla="*/ 0 h 3"/>
                <a:gd name="T4" fmla="*/ 0 w 1065"/>
                <a:gd name="T5" fmla="*/ 1 h 3"/>
                <a:gd name="T6" fmla="*/ 0 w 1065"/>
                <a:gd name="T7" fmla="*/ 3 h 3"/>
                <a:gd name="T8" fmla="*/ 1065 w 1065"/>
                <a:gd name="T9" fmla="*/ 3 h 3"/>
                <a:gd name="T10" fmla="*/ 1065 w 1065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65" h="3">
                  <a:moveTo>
                    <a:pt x="10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065" y="3"/>
                    <a:pt x="1065" y="3"/>
                    <a:pt x="1065" y="3"/>
                  </a:cubicBezTo>
                  <a:cubicBezTo>
                    <a:pt x="1065" y="0"/>
                    <a:pt x="1065" y="0"/>
                    <a:pt x="10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3" name="Freeform 210">
              <a:extLst>
                <a:ext uri="{FF2B5EF4-FFF2-40B4-BE49-F238E27FC236}">
                  <a16:creationId xmlns:a16="http://schemas.microsoft.com/office/drawing/2014/main" xmlns="" id="{21926438-26C9-485F-8528-D4EBD2FCD3B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35188" y="9380538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4" name="Freeform 211">
              <a:extLst>
                <a:ext uri="{FF2B5EF4-FFF2-40B4-BE49-F238E27FC236}">
                  <a16:creationId xmlns:a16="http://schemas.microsoft.com/office/drawing/2014/main" xmlns="" id="{D6F8F4F0-E282-4028-BD0A-14FE37212B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28788" y="924877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5" name="Freeform 212">
              <a:extLst>
                <a:ext uri="{FF2B5EF4-FFF2-40B4-BE49-F238E27FC236}">
                  <a16:creationId xmlns:a16="http://schemas.microsoft.com/office/drawing/2014/main" xmlns="" id="{49F2D76C-E743-4E53-BCD9-3B76409A0C70}"/>
                </a:ext>
              </a:extLst>
            </p:cNvPr>
            <p:cNvSpPr/>
            <p:nvPr userDrawn="1"/>
          </p:nvSpPr>
          <p:spPr bwMode="auto">
            <a:xfrm>
              <a:off x="7011988" y="7650163"/>
              <a:ext cx="4183062" cy="1085850"/>
            </a:xfrm>
            <a:custGeom>
              <a:avLst/>
              <a:gdLst>
                <a:gd name="T0" fmla="*/ 853 w 856"/>
                <a:gd name="T1" fmla="*/ 0 h 222"/>
                <a:gd name="T2" fmla="*/ 853 w 856"/>
                <a:gd name="T3" fmla="*/ 118 h 222"/>
                <a:gd name="T4" fmla="*/ 751 w 856"/>
                <a:gd name="T5" fmla="*/ 219 h 222"/>
                <a:gd name="T6" fmla="*/ 0 w 856"/>
                <a:gd name="T7" fmla="*/ 219 h 222"/>
                <a:gd name="T8" fmla="*/ 0 w 856"/>
                <a:gd name="T9" fmla="*/ 222 h 222"/>
                <a:gd name="T10" fmla="*/ 751 w 856"/>
                <a:gd name="T11" fmla="*/ 222 h 222"/>
                <a:gd name="T12" fmla="*/ 856 w 856"/>
                <a:gd name="T13" fmla="*/ 118 h 222"/>
                <a:gd name="T14" fmla="*/ 856 w 856"/>
                <a:gd name="T15" fmla="*/ 0 h 222"/>
                <a:gd name="T16" fmla="*/ 854 w 856"/>
                <a:gd name="T17" fmla="*/ 0 h 222"/>
                <a:gd name="T18" fmla="*/ 853 w 856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6" h="222">
                  <a:moveTo>
                    <a:pt x="853" y="0"/>
                  </a:moveTo>
                  <a:cubicBezTo>
                    <a:pt x="853" y="118"/>
                    <a:pt x="853" y="118"/>
                    <a:pt x="853" y="118"/>
                  </a:cubicBezTo>
                  <a:cubicBezTo>
                    <a:pt x="853" y="174"/>
                    <a:pt x="807" y="219"/>
                    <a:pt x="751" y="219"/>
                  </a:cubicBezTo>
                  <a:cubicBezTo>
                    <a:pt x="0" y="219"/>
                    <a:pt x="0" y="219"/>
                    <a:pt x="0" y="219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751" y="222"/>
                    <a:pt x="751" y="222"/>
                    <a:pt x="751" y="222"/>
                  </a:cubicBezTo>
                  <a:cubicBezTo>
                    <a:pt x="809" y="222"/>
                    <a:pt x="856" y="175"/>
                    <a:pt x="856" y="118"/>
                  </a:cubicBezTo>
                  <a:cubicBezTo>
                    <a:pt x="856" y="0"/>
                    <a:pt x="856" y="0"/>
                    <a:pt x="856" y="0"/>
                  </a:cubicBezTo>
                  <a:cubicBezTo>
                    <a:pt x="855" y="0"/>
                    <a:pt x="855" y="0"/>
                    <a:pt x="854" y="0"/>
                  </a:cubicBezTo>
                  <a:cubicBezTo>
                    <a:pt x="854" y="0"/>
                    <a:pt x="853" y="0"/>
                    <a:pt x="85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6" name="Freeform 213">
              <a:extLst>
                <a:ext uri="{FF2B5EF4-FFF2-40B4-BE49-F238E27FC236}">
                  <a16:creationId xmlns:a16="http://schemas.microsoft.com/office/drawing/2014/main" xmlns="" id="{3EC33C70-C173-4119-886B-05C6A3FEE621}"/>
                </a:ext>
              </a:extLst>
            </p:cNvPr>
            <p:cNvSpPr/>
            <p:nvPr userDrawn="1"/>
          </p:nvSpPr>
          <p:spPr bwMode="auto">
            <a:xfrm>
              <a:off x="7011988" y="7986713"/>
              <a:ext cx="4335462" cy="885825"/>
            </a:xfrm>
            <a:custGeom>
              <a:avLst/>
              <a:gdLst>
                <a:gd name="T0" fmla="*/ 884 w 887"/>
                <a:gd name="T1" fmla="*/ 0 h 181"/>
                <a:gd name="T2" fmla="*/ 884 w 887"/>
                <a:gd name="T3" fmla="*/ 51 h 181"/>
                <a:gd name="T4" fmla="*/ 757 w 887"/>
                <a:gd name="T5" fmla="*/ 178 h 181"/>
                <a:gd name="T6" fmla="*/ 0 w 887"/>
                <a:gd name="T7" fmla="*/ 178 h 181"/>
                <a:gd name="T8" fmla="*/ 0 w 887"/>
                <a:gd name="T9" fmla="*/ 181 h 181"/>
                <a:gd name="T10" fmla="*/ 757 w 887"/>
                <a:gd name="T11" fmla="*/ 181 h 181"/>
                <a:gd name="T12" fmla="*/ 887 w 887"/>
                <a:gd name="T13" fmla="*/ 51 h 181"/>
                <a:gd name="T14" fmla="*/ 887 w 887"/>
                <a:gd name="T15" fmla="*/ 0 h 181"/>
                <a:gd name="T16" fmla="*/ 886 w 887"/>
                <a:gd name="T17" fmla="*/ 0 h 181"/>
                <a:gd name="T18" fmla="*/ 884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884" y="0"/>
                  </a:moveTo>
                  <a:cubicBezTo>
                    <a:pt x="884" y="51"/>
                    <a:pt x="884" y="51"/>
                    <a:pt x="884" y="51"/>
                  </a:cubicBezTo>
                  <a:cubicBezTo>
                    <a:pt x="884" y="121"/>
                    <a:pt x="827" y="178"/>
                    <a:pt x="757" y="178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757" y="181"/>
                    <a:pt x="757" y="181"/>
                    <a:pt x="757" y="181"/>
                  </a:cubicBezTo>
                  <a:cubicBezTo>
                    <a:pt x="829" y="181"/>
                    <a:pt x="887" y="123"/>
                    <a:pt x="887" y="51"/>
                  </a:cubicBezTo>
                  <a:cubicBezTo>
                    <a:pt x="887" y="0"/>
                    <a:pt x="887" y="0"/>
                    <a:pt x="887" y="0"/>
                  </a:cubicBezTo>
                  <a:cubicBezTo>
                    <a:pt x="887" y="0"/>
                    <a:pt x="886" y="0"/>
                    <a:pt x="886" y="0"/>
                  </a:cubicBezTo>
                  <a:cubicBezTo>
                    <a:pt x="885" y="0"/>
                    <a:pt x="885" y="0"/>
                    <a:pt x="88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7" name="Freeform 214">
              <a:extLst>
                <a:ext uri="{FF2B5EF4-FFF2-40B4-BE49-F238E27FC236}">
                  <a16:creationId xmlns:a16="http://schemas.microsoft.com/office/drawing/2014/main" xmlns="" id="{5B0986E0-9102-4FE8-8A78-F43B1948E199}"/>
                </a:ext>
              </a:extLst>
            </p:cNvPr>
            <p:cNvSpPr/>
            <p:nvPr userDrawn="1"/>
          </p:nvSpPr>
          <p:spPr bwMode="auto">
            <a:xfrm>
              <a:off x="7011988" y="7850188"/>
              <a:ext cx="4502150" cy="1168400"/>
            </a:xfrm>
            <a:custGeom>
              <a:avLst/>
              <a:gdLst>
                <a:gd name="T0" fmla="*/ 917 w 921"/>
                <a:gd name="T1" fmla="*/ 0 h 239"/>
                <a:gd name="T2" fmla="*/ 917 w 921"/>
                <a:gd name="T3" fmla="*/ 80 h 239"/>
                <a:gd name="T4" fmla="*/ 761 w 921"/>
                <a:gd name="T5" fmla="*/ 236 h 239"/>
                <a:gd name="T6" fmla="*/ 0 w 921"/>
                <a:gd name="T7" fmla="*/ 236 h 239"/>
                <a:gd name="T8" fmla="*/ 0 w 921"/>
                <a:gd name="T9" fmla="*/ 239 h 239"/>
                <a:gd name="T10" fmla="*/ 761 w 921"/>
                <a:gd name="T11" fmla="*/ 239 h 239"/>
                <a:gd name="T12" fmla="*/ 921 w 921"/>
                <a:gd name="T13" fmla="*/ 80 h 239"/>
                <a:gd name="T14" fmla="*/ 921 w 921"/>
                <a:gd name="T15" fmla="*/ 0 h 239"/>
                <a:gd name="T16" fmla="*/ 919 w 921"/>
                <a:gd name="T17" fmla="*/ 1 h 239"/>
                <a:gd name="T18" fmla="*/ 917 w 921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1" h="239">
                  <a:moveTo>
                    <a:pt x="917" y="0"/>
                  </a:moveTo>
                  <a:cubicBezTo>
                    <a:pt x="917" y="80"/>
                    <a:pt x="917" y="80"/>
                    <a:pt x="917" y="80"/>
                  </a:cubicBezTo>
                  <a:cubicBezTo>
                    <a:pt x="917" y="166"/>
                    <a:pt x="847" y="236"/>
                    <a:pt x="761" y="236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761" y="239"/>
                    <a:pt x="761" y="239"/>
                    <a:pt x="761" y="239"/>
                  </a:cubicBezTo>
                  <a:cubicBezTo>
                    <a:pt x="849" y="239"/>
                    <a:pt x="921" y="168"/>
                    <a:pt x="921" y="80"/>
                  </a:cubicBezTo>
                  <a:cubicBezTo>
                    <a:pt x="921" y="0"/>
                    <a:pt x="921" y="0"/>
                    <a:pt x="921" y="0"/>
                  </a:cubicBezTo>
                  <a:cubicBezTo>
                    <a:pt x="920" y="1"/>
                    <a:pt x="920" y="1"/>
                    <a:pt x="919" y="1"/>
                  </a:cubicBezTo>
                  <a:cubicBezTo>
                    <a:pt x="918" y="1"/>
                    <a:pt x="918" y="1"/>
                    <a:pt x="91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8" name="Freeform 215">
              <a:extLst>
                <a:ext uri="{FF2B5EF4-FFF2-40B4-BE49-F238E27FC236}">
                  <a16:creationId xmlns:a16="http://schemas.microsoft.com/office/drawing/2014/main" xmlns="" id="{4C2CE224-C3E4-435C-9E5F-DFAD396A9B39}"/>
                </a:ext>
              </a:extLst>
            </p:cNvPr>
            <p:cNvSpPr/>
            <p:nvPr userDrawn="1"/>
          </p:nvSpPr>
          <p:spPr bwMode="auto">
            <a:xfrm>
              <a:off x="7011988" y="7439025"/>
              <a:ext cx="4629150" cy="1727200"/>
            </a:xfrm>
            <a:custGeom>
              <a:avLst/>
              <a:gdLst>
                <a:gd name="T0" fmla="*/ 944 w 947"/>
                <a:gd name="T1" fmla="*/ 0 h 353"/>
                <a:gd name="T2" fmla="*/ 944 w 947"/>
                <a:gd name="T3" fmla="*/ 174 h 353"/>
                <a:gd name="T4" fmla="*/ 768 w 947"/>
                <a:gd name="T5" fmla="*/ 350 h 353"/>
                <a:gd name="T6" fmla="*/ 0 w 947"/>
                <a:gd name="T7" fmla="*/ 350 h 353"/>
                <a:gd name="T8" fmla="*/ 0 w 947"/>
                <a:gd name="T9" fmla="*/ 353 h 353"/>
                <a:gd name="T10" fmla="*/ 768 w 947"/>
                <a:gd name="T11" fmla="*/ 353 h 353"/>
                <a:gd name="T12" fmla="*/ 947 w 947"/>
                <a:gd name="T13" fmla="*/ 174 h 353"/>
                <a:gd name="T14" fmla="*/ 947 w 947"/>
                <a:gd name="T15" fmla="*/ 0 h 353"/>
                <a:gd name="T16" fmla="*/ 945 w 947"/>
                <a:gd name="T17" fmla="*/ 0 h 353"/>
                <a:gd name="T18" fmla="*/ 944 w 947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3">
                  <a:moveTo>
                    <a:pt x="944" y="0"/>
                  </a:moveTo>
                  <a:cubicBezTo>
                    <a:pt x="944" y="174"/>
                    <a:pt x="944" y="174"/>
                    <a:pt x="944" y="174"/>
                  </a:cubicBezTo>
                  <a:cubicBezTo>
                    <a:pt x="944" y="271"/>
                    <a:pt x="865" y="350"/>
                    <a:pt x="768" y="350"/>
                  </a:cubicBezTo>
                  <a:cubicBezTo>
                    <a:pt x="0" y="350"/>
                    <a:pt x="0" y="350"/>
                    <a:pt x="0" y="35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768" y="353"/>
                    <a:pt x="768" y="353"/>
                    <a:pt x="768" y="353"/>
                  </a:cubicBezTo>
                  <a:cubicBezTo>
                    <a:pt x="867" y="353"/>
                    <a:pt x="947" y="273"/>
                    <a:pt x="947" y="174"/>
                  </a:cubicBezTo>
                  <a:cubicBezTo>
                    <a:pt x="947" y="0"/>
                    <a:pt x="947" y="0"/>
                    <a:pt x="947" y="0"/>
                  </a:cubicBezTo>
                  <a:cubicBezTo>
                    <a:pt x="947" y="0"/>
                    <a:pt x="946" y="0"/>
                    <a:pt x="945" y="0"/>
                  </a:cubicBezTo>
                  <a:cubicBezTo>
                    <a:pt x="945" y="0"/>
                    <a:pt x="944" y="0"/>
                    <a:pt x="94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9" name="Freeform 216">
              <a:extLst>
                <a:ext uri="{FF2B5EF4-FFF2-40B4-BE49-F238E27FC236}">
                  <a16:creationId xmlns:a16="http://schemas.microsoft.com/office/drawing/2014/main" xmlns="" id="{3EE7E84E-9FDD-4C43-AEB8-3A0270CCBE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47425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0" name="Freeform 217">
              <a:extLst>
                <a:ext uri="{FF2B5EF4-FFF2-40B4-BE49-F238E27FC236}">
                  <a16:creationId xmlns:a16="http://schemas.microsoft.com/office/drawing/2014/main" xmlns="" id="{9076291C-4C90-4904-AF06-A94D0A908F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98238" y="79041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1" name="Freeform 218">
              <a:extLst>
                <a:ext uri="{FF2B5EF4-FFF2-40B4-BE49-F238E27FC236}">
                  <a16:creationId xmlns:a16="http://schemas.microsoft.com/office/drawing/2014/main" xmlns="" id="{77350675-95D4-42C4-937D-B9404ED3D2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0163" y="7767638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0 w 18"/>
                <a:gd name="T13" fmla="*/ 9 h 18"/>
                <a:gd name="T14" fmla="*/ 7 w 18"/>
                <a:gd name="T15" fmla="*/ 17 h 18"/>
                <a:gd name="T16" fmla="*/ 9 w 18"/>
                <a:gd name="T17" fmla="*/ 18 h 18"/>
                <a:gd name="T18" fmla="*/ 11 w 18"/>
                <a:gd name="T19" fmla="*/ 17 h 18"/>
                <a:gd name="T20" fmla="*/ 18 w 18"/>
                <a:gd name="T21" fmla="*/ 9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8" y="18"/>
                    <a:pt x="8" y="18"/>
                    <a:pt x="9" y="18"/>
                  </a:cubicBezTo>
                  <a:cubicBezTo>
                    <a:pt x="10" y="18"/>
                    <a:pt x="10" y="18"/>
                    <a:pt x="11" y="17"/>
                  </a:cubicBezTo>
                  <a:cubicBezTo>
                    <a:pt x="15" y="17"/>
                    <a:pt x="18" y="13"/>
                    <a:pt x="18" y="9"/>
                  </a:cubicBezTo>
                  <a:cubicBezTo>
                    <a:pt x="18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2" name="Freeform 219">
              <a:extLst>
                <a:ext uri="{FF2B5EF4-FFF2-40B4-BE49-F238E27FC236}">
                  <a16:creationId xmlns:a16="http://schemas.microsoft.com/office/drawing/2014/main" xmlns="" id="{F4C520F9-6C53-4FC2-AE08-184ABD428A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1925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3" name="Freeform 220">
              <a:extLst>
                <a:ext uri="{FF2B5EF4-FFF2-40B4-BE49-F238E27FC236}">
                  <a16:creationId xmlns:a16="http://schemas.microsoft.com/office/drawing/2014/main" xmlns="" id="{51775C85-78BA-4BC7-9DA7-E65A8D3570D1}"/>
                </a:ext>
              </a:extLst>
            </p:cNvPr>
            <p:cNvSpPr/>
            <p:nvPr userDrawn="1"/>
          </p:nvSpPr>
          <p:spPr bwMode="auto">
            <a:xfrm>
              <a:off x="7021513" y="9977438"/>
              <a:ext cx="4178300" cy="1090613"/>
            </a:xfrm>
            <a:custGeom>
              <a:avLst/>
              <a:gdLst>
                <a:gd name="T0" fmla="*/ 751 w 855"/>
                <a:gd name="T1" fmla="*/ 0 h 223"/>
                <a:gd name="T2" fmla="*/ 0 w 855"/>
                <a:gd name="T3" fmla="*/ 0 h 223"/>
                <a:gd name="T4" fmla="*/ 0 w 855"/>
                <a:gd name="T5" fmla="*/ 3 h 223"/>
                <a:gd name="T6" fmla="*/ 751 w 855"/>
                <a:gd name="T7" fmla="*/ 3 h 223"/>
                <a:gd name="T8" fmla="*/ 852 w 855"/>
                <a:gd name="T9" fmla="*/ 105 h 223"/>
                <a:gd name="T10" fmla="*/ 852 w 855"/>
                <a:gd name="T11" fmla="*/ 223 h 223"/>
                <a:gd name="T12" fmla="*/ 854 w 855"/>
                <a:gd name="T13" fmla="*/ 223 h 223"/>
                <a:gd name="T14" fmla="*/ 855 w 855"/>
                <a:gd name="T15" fmla="*/ 223 h 223"/>
                <a:gd name="T16" fmla="*/ 855 w 855"/>
                <a:gd name="T17" fmla="*/ 105 h 223"/>
                <a:gd name="T18" fmla="*/ 751 w 855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5" h="223">
                  <a:moveTo>
                    <a:pt x="75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1" y="3"/>
                    <a:pt x="751" y="3"/>
                    <a:pt x="751" y="3"/>
                  </a:cubicBezTo>
                  <a:cubicBezTo>
                    <a:pt x="807" y="3"/>
                    <a:pt x="852" y="49"/>
                    <a:pt x="852" y="105"/>
                  </a:cubicBezTo>
                  <a:cubicBezTo>
                    <a:pt x="852" y="223"/>
                    <a:pt x="852" y="223"/>
                    <a:pt x="852" y="223"/>
                  </a:cubicBezTo>
                  <a:cubicBezTo>
                    <a:pt x="853" y="223"/>
                    <a:pt x="853" y="223"/>
                    <a:pt x="854" y="223"/>
                  </a:cubicBezTo>
                  <a:cubicBezTo>
                    <a:pt x="854" y="223"/>
                    <a:pt x="855" y="223"/>
                    <a:pt x="855" y="223"/>
                  </a:cubicBezTo>
                  <a:cubicBezTo>
                    <a:pt x="855" y="105"/>
                    <a:pt x="855" y="105"/>
                    <a:pt x="855" y="105"/>
                  </a:cubicBezTo>
                  <a:cubicBezTo>
                    <a:pt x="855" y="47"/>
                    <a:pt x="808" y="0"/>
                    <a:pt x="751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4" name="Freeform 221">
              <a:extLst>
                <a:ext uri="{FF2B5EF4-FFF2-40B4-BE49-F238E27FC236}">
                  <a16:creationId xmlns:a16="http://schemas.microsoft.com/office/drawing/2014/main" xmlns="" id="{066B28FA-F507-4F6A-866B-CBEEE43D6578}"/>
                </a:ext>
              </a:extLst>
            </p:cNvPr>
            <p:cNvSpPr/>
            <p:nvPr userDrawn="1"/>
          </p:nvSpPr>
          <p:spPr bwMode="auto">
            <a:xfrm>
              <a:off x="7021513" y="9840913"/>
              <a:ext cx="4335462" cy="885825"/>
            </a:xfrm>
            <a:custGeom>
              <a:avLst/>
              <a:gdLst>
                <a:gd name="T0" fmla="*/ 756 w 887"/>
                <a:gd name="T1" fmla="*/ 0 h 181"/>
                <a:gd name="T2" fmla="*/ 0 w 887"/>
                <a:gd name="T3" fmla="*/ 0 h 181"/>
                <a:gd name="T4" fmla="*/ 0 w 887"/>
                <a:gd name="T5" fmla="*/ 3 h 181"/>
                <a:gd name="T6" fmla="*/ 756 w 887"/>
                <a:gd name="T7" fmla="*/ 3 h 181"/>
                <a:gd name="T8" fmla="*/ 884 w 887"/>
                <a:gd name="T9" fmla="*/ 131 h 181"/>
                <a:gd name="T10" fmla="*/ 884 w 887"/>
                <a:gd name="T11" fmla="*/ 181 h 181"/>
                <a:gd name="T12" fmla="*/ 885 w 887"/>
                <a:gd name="T13" fmla="*/ 181 h 181"/>
                <a:gd name="T14" fmla="*/ 887 w 887"/>
                <a:gd name="T15" fmla="*/ 181 h 181"/>
                <a:gd name="T16" fmla="*/ 887 w 887"/>
                <a:gd name="T17" fmla="*/ 131 h 181"/>
                <a:gd name="T18" fmla="*/ 756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75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6" y="3"/>
                    <a:pt x="756" y="3"/>
                    <a:pt x="756" y="3"/>
                  </a:cubicBezTo>
                  <a:cubicBezTo>
                    <a:pt x="827" y="3"/>
                    <a:pt x="884" y="60"/>
                    <a:pt x="884" y="131"/>
                  </a:cubicBezTo>
                  <a:cubicBezTo>
                    <a:pt x="884" y="181"/>
                    <a:pt x="884" y="181"/>
                    <a:pt x="884" y="181"/>
                  </a:cubicBezTo>
                  <a:cubicBezTo>
                    <a:pt x="884" y="181"/>
                    <a:pt x="885" y="181"/>
                    <a:pt x="885" y="181"/>
                  </a:cubicBezTo>
                  <a:cubicBezTo>
                    <a:pt x="886" y="181"/>
                    <a:pt x="886" y="181"/>
                    <a:pt x="887" y="181"/>
                  </a:cubicBezTo>
                  <a:cubicBezTo>
                    <a:pt x="887" y="131"/>
                    <a:pt x="887" y="131"/>
                    <a:pt x="887" y="131"/>
                  </a:cubicBezTo>
                  <a:cubicBezTo>
                    <a:pt x="887" y="59"/>
                    <a:pt x="828" y="0"/>
                    <a:pt x="756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5" name="Freeform 222">
              <a:extLst>
                <a:ext uri="{FF2B5EF4-FFF2-40B4-BE49-F238E27FC236}">
                  <a16:creationId xmlns:a16="http://schemas.microsoft.com/office/drawing/2014/main" xmlns="" id="{9BA823AC-0A54-4561-9AF2-6668DED5210E}"/>
                </a:ext>
              </a:extLst>
            </p:cNvPr>
            <p:cNvSpPr/>
            <p:nvPr userDrawn="1"/>
          </p:nvSpPr>
          <p:spPr bwMode="auto">
            <a:xfrm>
              <a:off x="7021513" y="9694863"/>
              <a:ext cx="4497387" cy="1168400"/>
            </a:xfrm>
            <a:custGeom>
              <a:avLst/>
              <a:gdLst>
                <a:gd name="T0" fmla="*/ 760 w 920"/>
                <a:gd name="T1" fmla="*/ 0 h 239"/>
                <a:gd name="T2" fmla="*/ 0 w 920"/>
                <a:gd name="T3" fmla="*/ 0 h 239"/>
                <a:gd name="T4" fmla="*/ 0 w 920"/>
                <a:gd name="T5" fmla="*/ 3 h 239"/>
                <a:gd name="T6" fmla="*/ 760 w 920"/>
                <a:gd name="T7" fmla="*/ 3 h 239"/>
                <a:gd name="T8" fmla="*/ 917 w 920"/>
                <a:gd name="T9" fmla="*/ 160 h 239"/>
                <a:gd name="T10" fmla="*/ 917 w 920"/>
                <a:gd name="T11" fmla="*/ 239 h 239"/>
                <a:gd name="T12" fmla="*/ 919 w 920"/>
                <a:gd name="T13" fmla="*/ 239 h 239"/>
                <a:gd name="T14" fmla="*/ 920 w 920"/>
                <a:gd name="T15" fmla="*/ 239 h 239"/>
                <a:gd name="T16" fmla="*/ 920 w 920"/>
                <a:gd name="T17" fmla="*/ 160 h 239"/>
                <a:gd name="T18" fmla="*/ 760 w 920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0" h="239">
                  <a:moveTo>
                    <a:pt x="76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0" y="3"/>
                    <a:pt x="760" y="3"/>
                    <a:pt x="760" y="3"/>
                  </a:cubicBezTo>
                  <a:cubicBezTo>
                    <a:pt x="847" y="3"/>
                    <a:pt x="917" y="74"/>
                    <a:pt x="917" y="160"/>
                  </a:cubicBezTo>
                  <a:cubicBezTo>
                    <a:pt x="917" y="239"/>
                    <a:pt x="917" y="239"/>
                    <a:pt x="917" y="239"/>
                  </a:cubicBezTo>
                  <a:cubicBezTo>
                    <a:pt x="918" y="239"/>
                    <a:pt x="918" y="239"/>
                    <a:pt x="919" y="239"/>
                  </a:cubicBezTo>
                  <a:cubicBezTo>
                    <a:pt x="919" y="239"/>
                    <a:pt x="920" y="239"/>
                    <a:pt x="920" y="239"/>
                  </a:cubicBezTo>
                  <a:cubicBezTo>
                    <a:pt x="920" y="160"/>
                    <a:pt x="920" y="160"/>
                    <a:pt x="920" y="160"/>
                  </a:cubicBezTo>
                  <a:cubicBezTo>
                    <a:pt x="920" y="72"/>
                    <a:pt x="848" y="0"/>
                    <a:pt x="76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6" name="Freeform 223">
              <a:extLst>
                <a:ext uri="{FF2B5EF4-FFF2-40B4-BE49-F238E27FC236}">
                  <a16:creationId xmlns:a16="http://schemas.microsoft.com/office/drawing/2014/main" xmlns="" id="{CD76A1BD-849B-40B9-8635-849C526453AC}"/>
                </a:ext>
              </a:extLst>
            </p:cNvPr>
            <p:cNvSpPr/>
            <p:nvPr userDrawn="1"/>
          </p:nvSpPr>
          <p:spPr bwMode="auto">
            <a:xfrm>
              <a:off x="7021513" y="9547225"/>
              <a:ext cx="4629150" cy="1731963"/>
            </a:xfrm>
            <a:custGeom>
              <a:avLst/>
              <a:gdLst>
                <a:gd name="T0" fmla="*/ 767 w 947"/>
                <a:gd name="T1" fmla="*/ 0 h 354"/>
                <a:gd name="T2" fmla="*/ 0 w 947"/>
                <a:gd name="T3" fmla="*/ 0 h 354"/>
                <a:gd name="T4" fmla="*/ 0 w 947"/>
                <a:gd name="T5" fmla="*/ 3 h 354"/>
                <a:gd name="T6" fmla="*/ 767 w 947"/>
                <a:gd name="T7" fmla="*/ 3 h 354"/>
                <a:gd name="T8" fmla="*/ 943 w 947"/>
                <a:gd name="T9" fmla="*/ 180 h 354"/>
                <a:gd name="T10" fmla="*/ 943 w 947"/>
                <a:gd name="T11" fmla="*/ 354 h 354"/>
                <a:gd name="T12" fmla="*/ 945 w 947"/>
                <a:gd name="T13" fmla="*/ 353 h 354"/>
                <a:gd name="T14" fmla="*/ 947 w 947"/>
                <a:gd name="T15" fmla="*/ 354 h 354"/>
                <a:gd name="T16" fmla="*/ 947 w 947"/>
                <a:gd name="T17" fmla="*/ 180 h 354"/>
                <a:gd name="T18" fmla="*/ 767 w 947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4">
                  <a:moveTo>
                    <a:pt x="76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7" y="3"/>
                    <a:pt x="767" y="3"/>
                    <a:pt x="767" y="3"/>
                  </a:cubicBezTo>
                  <a:cubicBezTo>
                    <a:pt x="864" y="3"/>
                    <a:pt x="943" y="82"/>
                    <a:pt x="943" y="180"/>
                  </a:cubicBezTo>
                  <a:cubicBezTo>
                    <a:pt x="943" y="354"/>
                    <a:pt x="943" y="354"/>
                    <a:pt x="943" y="354"/>
                  </a:cubicBezTo>
                  <a:cubicBezTo>
                    <a:pt x="944" y="353"/>
                    <a:pt x="945" y="353"/>
                    <a:pt x="945" y="353"/>
                  </a:cubicBezTo>
                  <a:cubicBezTo>
                    <a:pt x="946" y="353"/>
                    <a:pt x="946" y="353"/>
                    <a:pt x="947" y="354"/>
                  </a:cubicBezTo>
                  <a:cubicBezTo>
                    <a:pt x="947" y="180"/>
                    <a:pt x="947" y="180"/>
                    <a:pt x="947" y="180"/>
                  </a:cubicBezTo>
                  <a:cubicBezTo>
                    <a:pt x="947" y="81"/>
                    <a:pt x="866" y="0"/>
                    <a:pt x="76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7" name="Freeform 224">
              <a:extLst>
                <a:ext uri="{FF2B5EF4-FFF2-40B4-BE49-F238E27FC236}">
                  <a16:creationId xmlns:a16="http://schemas.microsoft.com/office/drawing/2014/main" xmlns="" id="{2A0EB56E-B765-4A6E-9CB1-93948BBDAD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52188" y="11068050"/>
              <a:ext cx="82550" cy="84138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8 h 17"/>
                <a:gd name="T4" fmla="*/ 9 w 17"/>
                <a:gd name="T5" fmla="*/ 3 h 17"/>
                <a:gd name="T6" fmla="*/ 14 w 17"/>
                <a:gd name="T7" fmla="*/ 8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8 h 17"/>
                <a:gd name="T16" fmla="*/ 9 w 17"/>
                <a:gd name="T17" fmla="*/ 17 h 17"/>
                <a:gd name="T18" fmla="*/ 17 w 17"/>
                <a:gd name="T19" fmla="*/ 8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8"/>
                  </a:cubicBezTo>
                  <a:cubicBezTo>
                    <a:pt x="3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8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8" name="Freeform 225">
              <a:extLst>
                <a:ext uri="{FF2B5EF4-FFF2-40B4-BE49-F238E27FC236}">
                  <a16:creationId xmlns:a16="http://schemas.microsoft.com/office/drawing/2014/main" xmlns="" id="{8C224592-BDF6-4F7C-8D70-391E726A53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7763" y="10726738"/>
              <a:ext cx="84137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2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9" name="Freeform 226">
              <a:extLst>
                <a:ext uri="{FF2B5EF4-FFF2-40B4-BE49-F238E27FC236}">
                  <a16:creationId xmlns:a16="http://schemas.microsoft.com/office/drawing/2014/main" xmlns="" id="{643D17BB-AB5D-40B5-B26F-B16C717896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9688" y="108632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0" name="Freeform 227">
              <a:extLst>
                <a:ext uri="{FF2B5EF4-FFF2-40B4-BE49-F238E27FC236}">
                  <a16:creationId xmlns:a16="http://schemas.microsoft.com/office/drawing/2014/main" xmlns="" id="{B15EAFBD-9DE6-430C-9E4C-0D0EC0E135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6688" y="11274425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7 w 18"/>
                <a:gd name="T13" fmla="*/ 1 h 18"/>
                <a:gd name="T14" fmla="*/ 0 w 18"/>
                <a:gd name="T15" fmla="*/ 9 h 18"/>
                <a:gd name="T16" fmla="*/ 9 w 18"/>
                <a:gd name="T17" fmla="*/ 18 h 18"/>
                <a:gd name="T18" fmla="*/ 18 w 18"/>
                <a:gd name="T19" fmla="*/ 9 h 18"/>
                <a:gd name="T20" fmla="*/ 11 w 18"/>
                <a:gd name="T21" fmla="*/ 1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9" y="0"/>
                    <a:pt x="8" y="0"/>
                    <a:pt x="7" y="1"/>
                  </a:cubicBezTo>
                  <a:cubicBezTo>
                    <a:pt x="4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4" y="18"/>
                    <a:pt x="18" y="14"/>
                    <a:pt x="18" y="9"/>
                  </a:cubicBezTo>
                  <a:cubicBezTo>
                    <a:pt x="18" y="5"/>
                    <a:pt x="15" y="1"/>
                    <a:pt x="11" y="1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1" name="Freeform 228">
              <a:extLst>
                <a:ext uri="{FF2B5EF4-FFF2-40B4-BE49-F238E27FC236}">
                  <a16:creationId xmlns:a16="http://schemas.microsoft.com/office/drawing/2014/main" xmlns="" id="{1EE8533E-7B34-4C1A-9D4C-F3F650020B8E}"/>
                </a:ext>
              </a:extLst>
            </p:cNvPr>
            <p:cNvSpPr/>
            <p:nvPr userDrawn="1"/>
          </p:nvSpPr>
          <p:spPr bwMode="auto">
            <a:xfrm>
              <a:off x="7026275" y="9283700"/>
              <a:ext cx="4897437" cy="19050"/>
            </a:xfrm>
            <a:custGeom>
              <a:avLst/>
              <a:gdLst>
                <a:gd name="T0" fmla="*/ 1002 w 1002"/>
                <a:gd name="T1" fmla="*/ 0 h 4"/>
                <a:gd name="T2" fmla="*/ 0 w 1002"/>
                <a:gd name="T3" fmla="*/ 0 h 4"/>
                <a:gd name="T4" fmla="*/ 0 w 1002"/>
                <a:gd name="T5" fmla="*/ 4 h 4"/>
                <a:gd name="T6" fmla="*/ 1002 w 1002"/>
                <a:gd name="T7" fmla="*/ 4 h 4"/>
                <a:gd name="T8" fmla="*/ 1001 w 1002"/>
                <a:gd name="T9" fmla="*/ 2 h 4"/>
                <a:gd name="T10" fmla="*/ 1002 w 1002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2" h="4">
                  <a:moveTo>
                    <a:pt x="100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02" y="4"/>
                    <a:pt x="1002" y="4"/>
                    <a:pt x="1002" y="4"/>
                  </a:cubicBezTo>
                  <a:cubicBezTo>
                    <a:pt x="1001" y="3"/>
                    <a:pt x="1001" y="3"/>
                    <a:pt x="1001" y="2"/>
                  </a:cubicBezTo>
                  <a:cubicBezTo>
                    <a:pt x="1001" y="2"/>
                    <a:pt x="1001" y="1"/>
                    <a:pt x="1002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2" name="Freeform 229">
              <a:extLst>
                <a:ext uri="{FF2B5EF4-FFF2-40B4-BE49-F238E27FC236}">
                  <a16:creationId xmlns:a16="http://schemas.microsoft.com/office/drawing/2014/main" xmlns="" id="{AA8EB42A-15EF-4218-9E89-09E076600191}"/>
                </a:ext>
              </a:extLst>
            </p:cNvPr>
            <p:cNvSpPr/>
            <p:nvPr userDrawn="1"/>
          </p:nvSpPr>
          <p:spPr bwMode="auto">
            <a:xfrm>
              <a:off x="7011988" y="9415463"/>
              <a:ext cx="5318125" cy="19050"/>
            </a:xfrm>
            <a:custGeom>
              <a:avLst/>
              <a:gdLst>
                <a:gd name="T0" fmla="*/ 1088 w 1088"/>
                <a:gd name="T1" fmla="*/ 0 h 4"/>
                <a:gd name="T2" fmla="*/ 0 w 1088"/>
                <a:gd name="T3" fmla="*/ 0 h 4"/>
                <a:gd name="T4" fmla="*/ 0 w 1088"/>
                <a:gd name="T5" fmla="*/ 4 h 4"/>
                <a:gd name="T6" fmla="*/ 1088 w 1088"/>
                <a:gd name="T7" fmla="*/ 4 h 4"/>
                <a:gd name="T8" fmla="*/ 1087 w 1088"/>
                <a:gd name="T9" fmla="*/ 2 h 4"/>
                <a:gd name="T10" fmla="*/ 1088 w 1088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8" h="4">
                  <a:moveTo>
                    <a:pt x="108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88" y="4"/>
                    <a:pt x="1088" y="4"/>
                    <a:pt x="1088" y="4"/>
                  </a:cubicBezTo>
                  <a:cubicBezTo>
                    <a:pt x="1087" y="3"/>
                    <a:pt x="1087" y="3"/>
                    <a:pt x="1087" y="2"/>
                  </a:cubicBezTo>
                  <a:cubicBezTo>
                    <a:pt x="1087" y="2"/>
                    <a:pt x="1087" y="1"/>
                    <a:pt x="108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3" name="Freeform 230">
              <a:extLst>
                <a:ext uri="{FF2B5EF4-FFF2-40B4-BE49-F238E27FC236}">
                  <a16:creationId xmlns:a16="http://schemas.microsoft.com/office/drawing/2014/main" xmlns="" id="{F00CE7C7-86EA-4002-BE71-087D77E8B1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18950" y="9253538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4" name="Freeform 231">
              <a:extLst>
                <a:ext uri="{FF2B5EF4-FFF2-40B4-BE49-F238E27FC236}">
                  <a16:creationId xmlns:a16="http://schemas.microsoft.com/office/drawing/2014/main" xmlns="" id="{E3C7619A-36B1-4B70-8DF7-CCC35E451F7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325350" y="9385300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</p:grp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6283316" y="2193080"/>
            <a:ext cx="4950229" cy="1621509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US" altLang="zh-CN" noProof="1"/>
              <a:t>Thanks</a:t>
            </a:r>
            <a:endParaRPr lang="zh-CN" altLang="en-US" noProof="1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283316" y="4499316"/>
            <a:ext cx="4950229" cy="310871"/>
          </a:xfrm>
        </p:spPr>
        <p:txBody>
          <a:bodyPr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noProof="1"/>
              <a:t>Data</a:t>
            </a:r>
          </a:p>
        </p:txBody>
      </p:sp>
      <p:sp>
        <p:nvSpPr>
          <p:cNvPr id="6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283318" y="4203045"/>
            <a:ext cx="4950229" cy="296271"/>
          </a:xfrm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noProof="1"/>
              <a:t>Signature</a:t>
            </a:r>
          </a:p>
        </p:txBody>
      </p:sp>
    </p:spTree>
    <p:extLst>
      <p:ext uri="{BB962C8B-B14F-4D97-AF65-F5344CB8AC3E}">
        <p14:creationId xmlns:p14="http://schemas.microsoft.com/office/powerpoint/2010/main" val="10832876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xmlns="" id="{6113CD24-F3A3-42C2-A4C2-4BE6EE2CFDE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69925" y="0"/>
            <a:ext cx="10850563" cy="93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xmlns="" id="{2020242A-7B51-4433-88E0-4DA53E65485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69925" y="1123950"/>
            <a:ext cx="10850563" cy="501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xmlns="" id="{9227C1A2-BF7A-415F-B2D5-10EAE8FD94C6}"/>
              </a:ext>
            </a:extLst>
          </p:cNvPr>
          <p:cNvCxnSpPr>
            <a:cxnSpLocks/>
          </p:cNvCxnSpPr>
          <p:nvPr userDrawn="1"/>
        </p:nvCxnSpPr>
        <p:spPr>
          <a:xfrm>
            <a:off x="669925" y="1028700"/>
            <a:ext cx="10850563" cy="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FAC81E72-FAA7-4B1C-89A3-27C0490C863A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669925" y="6240463"/>
            <a:ext cx="4170693" cy="20637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82F02BE1-6CD5-45BD-B93A-34CD7D9B7B0D}"/>
              </a:ext>
            </a:extLst>
          </p:cNvPr>
          <p:cNvSpPr txBox="1"/>
          <p:nvPr userDrawn="1"/>
        </p:nvSpPr>
        <p:spPr>
          <a:xfrm>
            <a:off x="10023648" y="6185228"/>
            <a:ext cx="1496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997917E-8DE7-4105-8BB1-AECB6DED54F8}" type="slidenum">
              <a:rPr lang="zh-CN" altLang="en-US" sz="11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r"/>
              <a:t>‹#›</a:t>
            </a:fld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3" r:id="rId6"/>
    <p:sldLayoutId id="2147483681" r:id="rId7"/>
  </p:sldLayoutIdLst>
  <p:hf sldNum="0"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t-firefly.com/doc/download/65.html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realvnc.com/download/viewer/" TargetMode="Externa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="" xmlns:a16="http://schemas.microsoft.com/office/drawing/2014/main" id="{5C674A10-3091-4452-A509-500FDC13F4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mtClean="0"/>
              <a:t>实验：嵌入式</a:t>
            </a:r>
            <a:r>
              <a:rPr lang="zh-CN" altLang="en-US" dirty="0" smtClean="0"/>
              <a:t>开发板环境配置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="" xmlns:a16="http://schemas.microsoft.com/office/drawing/2014/main" id="{37B72B94-1F12-468F-939B-26F0B436D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8718" y="1785931"/>
            <a:ext cx="6022533" cy="1198382"/>
          </a:xfrm>
        </p:spPr>
        <p:txBody>
          <a:bodyPr/>
          <a:lstStyle/>
          <a:p>
            <a:r>
              <a:rPr lang="zh-CN" altLang="en-US" dirty="0" smtClean="0"/>
              <a:t>嵌入式设备实现目标检测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D30CE500-237B-4E6E-B7FE-6735EA2F0F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杭州钛比科技有限公司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="" xmlns:a16="http://schemas.microsoft.com/office/drawing/2014/main" id="{CB507061-DD1C-4DEB-9AE0-8D195E8974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www.terabits.cn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9147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课程目标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 defTabSz="24003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学习完本课程后，你将能够</a:t>
            </a:r>
            <a:r>
              <a:rPr kumimoji="1"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marL="342900" indent="-342900" defTabSz="2400300">
              <a:lnSpc>
                <a:spcPct val="150000"/>
              </a:lnSpc>
              <a:buAutoNum type="arabicPeriod"/>
            </a:pP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kumimoji="1"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端远程控制嵌入式开发板并传输文件</a:t>
            </a:r>
            <a:endParaRPr kumimoji="1"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2400300">
              <a:lnSpc>
                <a:spcPct val="150000"/>
              </a:lnSpc>
              <a:buAutoNum type="arabicPeriod"/>
            </a:pP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完成</a:t>
            </a:r>
            <a:r>
              <a:rPr kumimoji="1"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rknn</a:t>
            </a: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模型所需环境配置</a:t>
            </a:r>
            <a:endParaRPr kumimoji="1"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2400300">
              <a:lnSpc>
                <a:spcPct val="150000"/>
              </a:lnSpc>
              <a:buAutoNum type="arabicPeriod"/>
            </a:pPr>
            <a:endParaRPr kumimoji="1"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46861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xmlns="" id="{3D28A7FA-9777-482F-9F1D-686C9423C48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实验介绍</a:t>
            </a:r>
            <a:endParaRPr lang="en-US" altLang="zh-CN" dirty="0" smtClean="0"/>
          </a:p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实验环境</a:t>
            </a:r>
            <a:endParaRPr lang="en-US" altLang="zh-CN" dirty="0" smtClean="0"/>
          </a:p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实验步骤</a:t>
            </a:r>
            <a:endParaRPr lang="en-US" altLang="zh-CN" dirty="0" smtClean="0"/>
          </a:p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/>
              <a:t>注意</a:t>
            </a:r>
            <a:r>
              <a:rPr lang="zh-CN" altLang="en-US" dirty="0" smtClean="0"/>
              <a:t>事项</a:t>
            </a:r>
          </a:p>
          <a:p>
            <a:pPr>
              <a:lnSpc>
                <a:spcPct val="125000"/>
              </a:lnSpc>
              <a:buFont typeface="+mj-lt"/>
              <a:buAutoNum type="arabi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4989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/01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实验介绍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74987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D1C72729-F3E7-4C78-9AAA-4821B9CC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实验介绍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563A06F3-7CD2-4EAF-8250-D2FE6CCEE6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安装嵌入式开发板操作系统</a:t>
            </a:r>
            <a:endParaRPr lang="en-US" altLang="zh-CN" dirty="0" smtClean="0"/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远程控制传输文件</a:t>
            </a:r>
            <a:endParaRPr lang="en-US" altLang="zh-CN" dirty="0" smtClean="0"/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配置</a:t>
            </a:r>
            <a:r>
              <a:rPr lang="en-US" altLang="zh-CN" dirty="0" err="1" smtClean="0"/>
              <a:t>rknn</a:t>
            </a:r>
            <a:r>
              <a:rPr lang="zh-CN" altLang="en-US" dirty="0" smtClean="0"/>
              <a:t>模型所需环境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8265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</a:t>
            </a:r>
            <a:r>
              <a:rPr lang="en-US" altLang="zh-CN" dirty="0" smtClean="0"/>
              <a:t>02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实验环境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2778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D1C72729-F3E7-4C78-9AAA-4821B9CC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实验环境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563A06F3-7CD2-4EAF-8250-D2FE6CCEE6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zh-CN" altLang="zh-CN" dirty="0"/>
              <a:t>运行</a:t>
            </a:r>
            <a:r>
              <a:rPr lang="en-US" altLang="zh-CN" dirty="0"/>
              <a:t>Windows</a:t>
            </a:r>
            <a:r>
              <a:rPr lang="zh-CN" altLang="zh-CN" dirty="0"/>
              <a:t>系统的</a:t>
            </a:r>
            <a:r>
              <a:rPr lang="en-US" altLang="zh-CN" dirty="0"/>
              <a:t> PC</a:t>
            </a:r>
            <a:r>
              <a:rPr lang="zh-CN" altLang="zh-CN" dirty="0"/>
              <a:t>机一台</a:t>
            </a:r>
          </a:p>
          <a:p>
            <a:pPr lvl="0"/>
            <a:r>
              <a:rPr lang="zh-CN" altLang="zh-CN" dirty="0"/>
              <a:t>嵌入式开发板</a:t>
            </a:r>
            <a:r>
              <a:rPr lang="en-US" altLang="zh-CN" dirty="0"/>
              <a:t>RK3399Pro</a:t>
            </a:r>
            <a:r>
              <a:rPr lang="zh-CN" altLang="zh-CN" dirty="0"/>
              <a:t>一块</a:t>
            </a:r>
          </a:p>
          <a:p>
            <a:pPr>
              <a:lnSpc>
                <a:spcPct val="125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3417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</a:t>
            </a:r>
            <a:r>
              <a:rPr lang="en-US" altLang="zh-CN" dirty="0" smtClean="0"/>
              <a:t>03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实验步骤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5384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D1C72729-F3E7-4C78-9AAA-4821B9CC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实验步骤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563A06F3-7CD2-4EAF-8250-D2FE6CCEE6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dirty="0" smtClean="0"/>
              <a:t>导入操作系统</a:t>
            </a:r>
            <a:endParaRPr lang="en-US" altLang="zh-CN" dirty="0" smtClean="0"/>
          </a:p>
          <a:p>
            <a:pPr>
              <a:lnSpc>
                <a:spcPct val="125000"/>
              </a:lnSpc>
            </a:pPr>
            <a:r>
              <a:rPr lang="zh-CN" altLang="en-US" dirty="0" smtClean="0"/>
              <a:t>远程连接</a:t>
            </a:r>
            <a:endParaRPr lang="en-US" altLang="zh-CN" dirty="0" smtClean="0"/>
          </a:p>
          <a:p>
            <a:pPr>
              <a:lnSpc>
                <a:spcPct val="125000"/>
              </a:lnSpc>
            </a:pPr>
            <a:r>
              <a:rPr lang="zh-CN" altLang="en-US" dirty="0" smtClean="0"/>
              <a:t>环境配置</a:t>
            </a:r>
            <a:endParaRPr lang="en-US" altLang="zh-CN" dirty="0" smtClean="0"/>
          </a:p>
          <a:p>
            <a:pPr>
              <a:lnSpc>
                <a:spcPct val="125000"/>
              </a:lnSpc>
            </a:pPr>
            <a:endParaRPr lang="en-US" altLang="zh-CN" dirty="0"/>
          </a:p>
          <a:p>
            <a:pPr>
              <a:lnSpc>
                <a:spcPct val="125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0115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2714525394"/>
              </p:ext>
            </p:extLst>
          </p:nvPr>
        </p:nvGraphicFramePr>
        <p:xfrm>
          <a:off x="669924" y="3368778"/>
          <a:ext cx="10850564" cy="540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1966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导入操作系统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在</a:t>
            </a:r>
            <a:r>
              <a:rPr lang="en-US" altLang="zh-CN" dirty="0"/>
              <a:t>Windows</a:t>
            </a:r>
            <a:r>
              <a:rPr lang="zh-CN" altLang="zh-CN" dirty="0"/>
              <a:t>系统的</a:t>
            </a:r>
            <a:r>
              <a:rPr lang="en-US" altLang="zh-CN" dirty="0"/>
              <a:t> PC</a:t>
            </a:r>
            <a:r>
              <a:rPr lang="zh-CN" altLang="zh-CN" dirty="0"/>
              <a:t>端下，下载</a:t>
            </a:r>
            <a:r>
              <a:rPr lang="en-US" altLang="zh-CN" dirty="0"/>
              <a:t>Linux</a:t>
            </a:r>
            <a:r>
              <a:rPr lang="zh-CN" altLang="zh-CN" dirty="0"/>
              <a:t>操作系统</a:t>
            </a:r>
            <a:r>
              <a:rPr lang="en-US" altLang="zh-CN" dirty="0"/>
              <a:t>Ubuntu</a:t>
            </a:r>
            <a:r>
              <a:rPr lang="zh-CN" altLang="zh-CN" dirty="0"/>
              <a:t>，安装驱动程序以及烧写工具</a:t>
            </a:r>
            <a:r>
              <a:rPr lang="en-US" altLang="zh-CN" dirty="0" err="1"/>
              <a:t>AndroidTool</a:t>
            </a:r>
            <a:r>
              <a:rPr lang="zh-CN" altLang="zh-CN" dirty="0"/>
              <a:t>。</a:t>
            </a:r>
          </a:p>
          <a:p>
            <a:r>
              <a:rPr lang="zh-CN" altLang="zh-CN" dirty="0"/>
              <a:t>官方下载网址：</a:t>
            </a:r>
            <a:r>
              <a:rPr lang="en-US" altLang="zh-CN" u="sng" dirty="0">
                <a:hlinkClick r:id="rId2"/>
              </a:rPr>
              <a:t>https://</a:t>
            </a:r>
            <a:r>
              <a:rPr lang="en-US" altLang="zh-CN" u="sng" dirty="0" smtClean="0">
                <a:hlinkClick r:id="rId2"/>
              </a:rPr>
              <a:t>www.t-firefly.com/doc/download/65.html</a:t>
            </a:r>
            <a:endParaRPr lang="en-US" altLang="zh-CN" u="sng" dirty="0" smtClean="0"/>
          </a:p>
          <a:p>
            <a:r>
              <a:rPr lang="zh-CN" altLang="zh-CN" dirty="0"/>
              <a:t>安装驱动程序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zh-CN" dirty="0" smtClean="0"/>
              <a:t>只有</a:t>
            </a:r>
            <a:r>
              <a:rPr lang="zh-CN" altLang="zh-CN" dirty="0"/>
              <a:t>一个版本，点击下载：</a:t>
            </a:r>
          </a:p>
          <a:p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8255" y="2045040"/>
            <a:ext cx="6652233" cy="317749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8255" y="5222532"/>
            <a:ext cx="5239265" cy="940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762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导入操作系统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安装</a:t>
            </a:r>
            <a:r>
              <a:rPr lang="en-US" altLang="zh-CN" dirty="0"/>
              <a:t>Ubuntu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r>
              <a:rPr lang="zh-CN" altLang="zh-CN" dirty="0"/>
              <a:t>选择</a:t>
            </a:r>
            <a:r>
              <a:rPr lang="en-US" altLang="zh-CN" dirty="0"/>
              <a:t>Ubuntu</a:t>
            </a:r>
            <a:r>
              <a:rPr lang="zh-CN" altLang="zh-CN" dirty="0"/>
              <a:t>（</a:t>
            </a:r>
            <a:r>
              <a:rPr lang="en-US" altLang="zh-CN" dirty="0"/>
              <a:t>GPT</a:t>
            </a:r>
            <a:r>
              <a:rPr lang="zh-CN" altLang="zh-CN" dirty="0"/>
              <a:t>），只有百度云下载。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750" y="2079752"/>
            <a:ext cx="6371738" cy="405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493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导入操作系统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网盘中</a:t>
            </a:r>
            <a:r>
              <a:rPr lang="en-US" altLang="zh-CN" dirty="0"/>
              <a:t>Ubuntu→Ubuntu18.04→Public→2021</a:t>
            </a:r>
            <a:r>
              <a:rPr lang="zh-CN" altLang="zh-CN" dirty="0"/>
              <a:t>选择要下载的操作系统，这里选择第二个：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682" y="1700452"/>
            <a:ext cx="10019048" cy="38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762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导入操作系统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安装烧写工具</a:t>
            </a:r>
            <a:r>
              <a:rPr lang="en-US" altLang="zh-CN" dirty="0" err="1"/>
              <a:t>AndroidTool</a:t>
            </a:r>
            <a:r>
              <a:rPr lang="zh-CN" altLang="zh-CN" dirty="0"/>
              <a:t>（</a:t>
            </a:r>
            <a:r>
              <a:rPr lang="en-US" altLang="zh-CN" dirty="0" err="1"/>
              <a:t>RKDevTool</a:t>
            </a:r>
            <a:r>
              <a:rPr lang="zh-CN" altLang="zh-CN" dirty="0"/>
              <a:t>），选择官方下载：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767" y="1612645"/>
            <a:ext cx="7070878" cy="428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2363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导入操作系统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在</a:t>
            </a:r>
            <a:r>
              <a:rPr lang="en-US" altLang="zh-CN" dirty="0"/>
              <a:t>windows</a:t>
            </a:r>
            <a:r>
              <a:rPr lang="zh-CN" altLang="zh-CN" dirty="0"/>
              <a:t>下安装版本必须高于</a:t>
            </a:r>
            <a:r>
              <a:rPr lang="en-US" altLang="zh-CN" dirty="0"/>
              <a:t>2.58</a:t>
            </a:r>
            <a:r>
              <a:rPr lang="zh-CN" altLang="zh-CN" dirty="0"/>
              <a:t>，这里下载最轻量的</a:t>
            </a:r>
            <a:r>
              <a:rPr lang="en-US" altLang="zh-CN" dirty="0"/>
              <a:t>2.65</a:t>
            </a:r>
            <a:r>
              <a:rPr lang="zh-CN" altLang="zh-CN" dirty="0"/>
              <a:t>版本为例：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396" y="2014738"/>
            <a:ext cx="9847619" cy="32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966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导入操作系统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全部下载完成后，解压所有文件，得到文件夹应如下：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063" y="2219500"/>
            <a:ext cx="6514286" cy="28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458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导入操作系统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第一步进入</a:t>
            </a:r>
            <a:r>
              <a:rPr lang="en-US" altLang="zh-CN" dirty="0"/>
              <a:t>DriverAssitant_v4.5</a:t>
            </a:r>
            <a:r>
              <a:rPr lang="zh-CN" altLang="zh-CN" dirty="0"/>
              <a:t>文件夹，直接运行</a:t>
            </a:r>
            <a:r>
              <a:rPr lang="en-US" altLang="zh-CN" dirty="0"/>
              <a:t>DriverInstall.exe</a:t>
            </a:r>
            <a:r>
              <a:rPr lang="zh-CN" altLang="zh-CN" dirty="0"/>
              <a:t>，选择驱动安装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zh-CN" dirty="0" smtClean="0"/>
              <a:t>注</a:t>
            </a:r>
            <a:r>
              <a:rPr lang="zh-CN" altLang="zh-CN" dirty="0"/>
              <a:t>：运行后会自动生成一个</a:t>
            </a:r>
            <a:r>
              <a:rPr lang="en-US" altLang="zh-CN" dirty="0"/>
              <a:t>Log</a:t>
            </a:r>
            <a:r>
              <a:rPr lang="zh-CN" altLang="zh-CN" dirty="0"/>
              <a:t>文件夹，不影响实际使用。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954" y="1705232"/>
            <a:ext cx="5827973" cy="385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112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导入操作系统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等待驱动程序的安装，显示下图说明安装完毕：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5206" y="2714738"/>
            <a:ext cx="3800000" cy="18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4347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导入操作系统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第二步进入</a:t>
            </a:r>
            <a:r>
              <a:rPr lang="en-US" altLang="zh-CN" dirty="0"/>
              <a:t>AndroidTool_Release_v2.65</a:t>
            </a:r>
            <a:r>
              <a:rPr lang="zh-CN" altLang="zh-CN" dirty="0"/>
              <a:t>文件夹，运行</a:t>
            </a:r>
            <a:r>
              <a:rPr lang="en-US" altLang="zh-CN" dirty="0"/>
              <a:t>AndroidTool.exe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zh-CN" dirty="0"/>
              <a:t>此时界面显示为</a:t>
            </a:r>
            <a:r>
              <a:rPr lang="en-US" altLang="zh-CN" dirty="0"/>
              <a:t>“</a:t>
            </a:r>
            <a:r>
              <a:rPr lang="zh-CN" altLang="zh-CN" dirty="0"/>
              <a:t>没有发现设备</a:t>
            </a:r>
            <a:r>
              <a:rPr lang="en-US" altLang="zh-CN" dirty="0"/>
              <a:t>”</a:t>
            </a:r>
            <a:r>
              <a:rPr lang="zh-CN" altLang="zh-CN" dirty="0"/>
              <a:t>。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4979" y="1634473"/>
            <a:ext cx="5280454" cy="399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4906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导入操作系统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用一根两头都是</a:t>
            </a:r>
            <a:r>
              <a:rPr lang="en-US" altLang="zh-CN" dirty="0"/>
              <a:t>USB</a:t>
            </a:r>
            <a:r>
              <a:rPr lang="zh-CN" altLang="zh-CN" dirty="0"/>
              <a:t>接口连接电脑和开发板，按住设备上的</a:t>
            </a:r>
            <a:r>
              <a:rPr lang="en-US" altLang="zh-CN" dirty="0"/>
              <a:t> RECOVER</a:t>
            </a:r>
            <a:r>
              <a:rPr lang="zh-CN" altLang="zh-CN" dirty="0"/>
              <a:t>（恢复）键并保持。接上电源大约两秒钟后松开</a:t>
            </a:r>
            <a:r>
              <a:rPr lang="en-US" altLang="zh-CN" dirty="0"/>
              <a:t>RECOVER</a:t>
            </a:r>
            <a:r>
              <a:rPr lang="zh-CN" altLang="zh-CN" dirty="0" smtClean="0"/>
              <a:t>键：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0072" y="1629043"/>
            <a:ext cx="6010416" cy="4506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0376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导入操作系统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此时界面应该显示“发现一个</a:t>
            </a:r>
            <a:r>
              <a:rPr lang="en-US" altLang="zh-CN" dirty="0"/>
              <a:t>LOADER</a:t>
            </a:r>
            <a:r>
              <a:rPr lang="zh-CN" altLang="zh-CN" dirty="0"/>
              <a:t>设备”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r>
              <a:rPr lang="zh-CN" altLang="zh-CN" dirty="0"/>
              <a:t>注：如果没有发现设备请重试几次，仍未发现则需要回到上一步卸载驱动重新安装。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240" y="1647568"/>
            <a:ext cx="7886486" cy="3969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09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</a:t>
            </a:r>
            <a:r>
              <a:rPr lang="zh-CN" altLang="en-US" dirty="0" smtClean="0"/>
              <a:t>入操作系统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点击升级固件，选择固件，选择之前解压的</a:t>
            </a:r>
            <a:r>
              <a:rPr lang="en-US" altLang="zh-CN" dirty="0"/>
              <a:t>Ubuntu</a:t>
            </a:r>
            <a:r>
              <a:rPr lang="zh-CN" altLang="zh-CN" dirty="0"/>
              <a:t>镜像文件的地址后，点击升级完成固件升级：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594" y="1603883"/>
            <a:ext cx="8583223" cy="439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9258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</a:t>
            </a:r>
            <a:r>
              <a:rPr lang="zh-CN" altLang="en-US" dirty="0" smtClean="0"/>
              <a:t>入操作系统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固件升级需要一点时间。升级完成后重启开发板，系统安装完成。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3121" y="1618692"/>
            <a:ext cx="8564170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9056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导</a:t>
            </a:r>
            <a:r>
              <a:rPr lang="zh-CN" altLang="en-US" dirty="0" smtClean="0"/>
              <a:t>入操作系统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插上显示器和键鼠套装，即可进入系统界面：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4517" y="1828800"/>
            <a:ext cx="5481377" cy="411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5763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3552710836"/>
              </p:ext>
            </p:extLst>
          </p:nvPr>
        </p:nvGraphicFramePr>
        <p:xfrm>
          <a:off x="669924" y="3368778"/>
          <a:ext cx="10850564" cy="540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2318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远程连接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Firefly-RK3399Pro</a:t>
            </a:r>
            <a:r>
              <a:rPr lang="zh-CN" altLang="zh-CN" dirty="0"/>
              <a:t>默认用户名和密码为</a:t>
            </a:r>
            <a:r>
              <a:rPr lang="en-US" altLang="zh-CN" dirty="0"/>
              <a:t>firefly</a:t>
            </a:r>
            <a:r>
              <a:rPr lang="zh-CN" altLang="zh-CN" dirty="0"/>
              <a:t>，标配不含有屏幕，大多数情况下开发板当做服务器使用，接屏幕必要性不大。我们可以采用</a:t>
            </a:r>
            <a:r>
              <a:rPr lang="en-US" altLang="zh-CN" dirty="0"/>
              <a:t>VNC</a:t>
            </a:r>
            <a:r>
              <a:rPr lang="zh-CN" altLang="zh-CN" dirty="0"/>
              <a:t>进行远程登陆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r>
              <a:rPr lang="zh-CN" altLang="zh-CN" dirty="0"/>
              <a:t>进入系统界面后，</a:t>
            </a:r>
            <a:r>
              <a:rPr lang="zh-CN" altLang="zh-CN" b="1" dirty="0"/>
              <a:t>插上网线</a:t>
            </a:r>
            <a:r>
              <a:rPr lang="zh-CN" altLang="zh-CN" dirty="0"/>
              <a:t>，点击左上角黑色的</a:t>
            </a:r>
            <a:r>
              <a:rPr lang="en-US" altLang="zh-CN" dirty="0"/>
              <a:t>terminal</a:t>
            </a:r>
            <a:r>
              <a:rPr lang="zh-CN" altLang="zh-CN" dirty="0"/>
              <a:t>打开终端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429" y="2553730"/>
            <a:ext cx="4778059" cy="358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8096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远程连接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终端输入指令查询设备</a:t>
            </a:r>
            <a:r>
              <a:rPr lang="en-US" altLang="zh-CN" dirty="0" err="1"/>
              <a:t>ip</a:t>
            </a:r>
            <a:r>
              <a:rPr lang="zh-CN" altLang="zh-CN" dirty="0"/>
              <a:t>地址：</a:t>
            </a:r>
          </a:p>
          <a:p>
            <a:pPr lvl="1"/>
            <a:r>
              <a:rPr lang="en-US" altLang="zh-CN" dirty="0" err="1"/>
              <a:t>ifconfig</a:t>
            </a:r>
            <a:endParaRPr lang="zh-CN" altLang="zh-CN" dirty="0"/>
          </a:p>
          <a:p>
            <a:r>
              <a:rPr lang="en-US" altLang="zh-CN" dirty="0"/>
              <a:t>eth0</a:t>
            </a:r>
            <a:r>
              <a:rPr lang="zh-CN" altLang="zh-CN" dirty="0"/>
              <a:t>下的</a:t>
            </a:r>
            <a:r>
              <a:rPr lang="en-US" altLang="zh-CN" dirty="0" err="1"/>
              <a:t>inet</a:t>
            </a:r>
            <a:r>
              <a:rPr lang="zh-CN" altLang="zh-CN" dirty="0"/>
              <a:t>值就是当前设备的</a:t>
            </a:r>
            <a:r>
              <a:rPr lang="en-US" altLang="zh-CN" dirty="0" err="1"/>
              <a:t>ip</a:t>
            </a:r>
            <a:r>
              <a:rPr lang="zh-CN" altLang="zh-CN" dirty="0"/>
              <a:t>地址。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6878" y="1445825"/>
            <a:ext cx="6263610" cy="469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8376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远程连接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在</a:t>
            </a:r>
            <a:r>
              <a:rPr lang="en-US" altLang="zh-CN" dirty="0"/>
              <a:t>PC</a:t>
            </a:r>
            <a:r>
              <a:rPr lang="zh-CN" altLang="zh-CN" dirty="0"/>
              <a:t>端按下</a:t>
            </a:r>
            <a:r>
              <a:rPr lang="en-US" altLang="zh-CN" dirty="0" err="1"/>
              <a:t>Windows+R</a:t>
            </a:r>
            <a:r>
              <a:rPr lang="zh-CN" altLang="zh-CN" dirty="0"/>
              <a:t>，输入</a:t>
            </a:r>
            <a:r>
              <a:rPr lang="en-US" altLang="zh-CN" dirty="0" err="1"/>
              <a:t>cmd</a:t>
            </a:r>
            <a:r>
              <a:rPr lang="zh-CN" altLang="zh-CN" dirty="0"/>
              <a:t>打开命令提示符：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968" y="2538548"/>
            <a:ext cx="3790476" cy="21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3880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远程连接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命令提示符下输入指令，</a:t>
            </a:r>
            <a:r>
              <a:rPr lang="en-US" altLang="zh-CN" dirty="0" err="1"/>
              <a:t>ip</a:t>
            </a:r>
            <a:r>
              <a:rPr lang="zh-CN" altLang="zh-CN" dirty="0"/>
              <a:t>即为刚才查询到的</a:t>
            </a:r>
            <a:r>
              <a:rPr lang="en-US" altLang="zh-CN" dirty="0" err="1"/>
              <a:t>ip</a:t>
            </a:r>
            <a:r>
              <a:rPr lang="zh-CN" altLang="zh-CN" dirty="0" smtClean="0"/>
              <a:t>地址：</a:t>
            </a:r>
            <a:endParaRPr lang="zh-CN" altLang="zh-CN" dirty="0"/>
          </a:p>
          <a:p>
            <a:pPr lvl="1"/>
            <a:r>
              <a:rPr lang="en-US" altLang="zh-CN" dirty="0" err="1"/>
              <a:t>ssh</a:t>
            </a:r>
            <a:r>
              <a:rPr lang="en-US" altLang="zh-CN" dirty="0"/>
              <a:t> firefly@&lt;</a:t>
            </a:r>
            <a:r>
              <a:rPr lang="en-US" altLang="zh-CN" dirty="0" err="1"/>
              <a:t>ip</a:t>
            </a:r>
            <a:r>
              <a:rPr lang="en-US" altLang="zh-CN" dirty="0" smtClean="0"/>
              <a:t>&gt;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endParaRPr lang="en-US" altLang="zh-CN" dirty="0" smtClean="0"/>
          </a:p>
          <a:p>
            <a:r>
              <a:rPr lang="zh-CN" altLang="zh-CN" dirty="0"/>
              <a:t>这样就实现了远程登录，第一次登录可能还需要确认设备是否可信任。注：密码为</a:t>
            </a:r>
            <a:r>
              <a:rPr lang="en-US" altLang="zh-CN" dirty="0"/>
              <a:t>firefly</a:t>
            </a:r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130" y="1545025"/>
            <a:ext cx="8052358" cy="418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1213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远程连接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连接上开发板后，为了实时显示开发板上的屏幕，我们还需要安装</a:t>
            </a:r>
            <a:r>
              <a:rPr lang="en-US" altLang="zh-CN" dirty="0"/>
              <a:t>VNC</a:t>
            </a:r>
            <a:r>
              <a:rPr lang="zh-CN" altLang="zh-CN" dirty="0"/>
              <a:t>。</a:t>
            </a:r>
          </a:p>
          <a:p>
            <a:r>
              <a:rPr lang="zh-CN" altLang="zh-CN" dirty="0"/>
              <a:t>在开发板终端依次输入指令，安装</a:t>
            </a:r>
            <a:r>
              <a:rPr lang="en-US" altLang="zh-CN" dirty="0"/>
              <a:t>VNC</a:t>
            </a:r>
            <a:r>
              <a:rPr lang="zh-CN" altLang="zh-CN" dirty="0"/>
              <a:t>轻量版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pPr lvl="1"/>
            <a:r>
              <a:rPr lang="en-US" altLang="zh-CN" dirty="0" err="1"/>
              <a:t>sudo</a:t>
            </a:r>
            <a:r>
              <a:rPr lang="en-US" altLang="zh-CN" dirty="0"/>
              <a:t> apt-get update</a:t>
            </a:r>
            <a:endParaRPr lang="zh-CN" altLang="zh-CN" dirty="0"/>
          </a:p>
          <a:p>
            <a:pPr lvl="1"/>
            <a:r>
              <a:rPr lang="en-US" altLang="zh-CN" dirty="0" err="1"/>
              <a:t>sudo</a:t>
            </a:r>
            <a:r>
              <a:rPr lang="en-US" altLang="zh-CN" dirty="0"/>
              <a:t> apt-get upgrade</a:t>
            </a:r>
            <a:endParaRPr lang="zh-CN" altLang="zh-CN" dirty="0"/>
          </a:p>
          <a:p>
            <a:pPr lvl="1"/>
            <a:r>
              <a:rPr lang="en-US" altLang="zh-CN" dirty="0" err="1"/>
              <a:t>sudo</a:t>
            </a:r>
            <a:r>
              <a:rPr lang="en-US" altLang="zh-CN" dirty="0"/>
              <a:t> apt-get install </a:t>
            </a:r>
            <a:r>
              <a:rPr lang="en-US" altLang="zh-CN" dirty="0" err="1"/>
              <a:t>tightvncserver</a:t>
            </a:r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0011" y="1815183"/>
            <a:ext cx="5770477" cy="4322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2137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远程连接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安装完毕后，在开发板终端输入指令运行</a:t>
            </a:r>
            <a:r>
              <a:rPr lang="en-US" altLang="zh-CN" dirty="0"/>
              <a:t>VNC</a:t>
            </a:r>
            <a:r>
              <a:rPr lang="zh-CN" altLang="zh-CN" dirty="0"/>
              <a:t>：</a:t>
            </a:r>
          </a:p>
          <a:p>
            <a:pPr lvl="1"/>
            <a:r>
              <a:rPr lang="en-US" altLang="zh-CN" dirty="0" err="1"/>
              <a:t>tightvncserver</a:t>
            </a:r>
            <a:endParaRPr lang="zh-CN" altLang="zh-CN" dirty="0"/>
          </a:p>
          <a:p>
            <a:r>
              <a:rPr lang="zh-CN" altLang="zh-CN" dirty="0"/>
              <a:t>按照要求输入确认。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/>
              <a:t>输入密码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/>
              <a:t>确认密码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/>
              <a:t>输入</a:t>
            </a:r>
            <a:r>
              <a:rPr lang="en-US" altLang="zh-CN" dirty="0"/>
              <a:t>y</a:t>
            </a:r>
            <a:r>
              <a:rPr lang="zh-CN" altLang="zh-CN" dirty="0"/>
              <a:t>确认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/>
              <a:t>输入密码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zh-CN" dirty="0"/>
              <a:t>确认密码</a:t>
            </a:r>
          </a:p>
          <a:p>
            <a:r>
              <a:rPr lang="zh-CN" altLang="zh-CN" dirty="0"/>
              <a:t>密码均为</a:t>
            </a:r>
            <a:r>
              <a:rPr lang="en-US" altLang="zh-CN" dirty="0"/>
              <a:t>“firefly”</a:t>
            </a:r>
            <a:r>
              <a:rPr lang="zh-CN" altLang="zh-CN" dirty="0"/>
              <a:t>。</a:t>
            </a:r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zh-CN" dirty="0" smtClean="0"/>
              <a:t>全部</a:t>
            </a:r>
            <a:r>
              <a:rPr lang="zh-CN" altLang="zh-CN" dirty="0"/>
              <a:t>输入完成后，会产生一个日志</a:t>
            </a:r>
            <a:r>
              <a:rPr lang="en-US" altLang="zh-CN" dirty="0"/>
              <a:t>“1.log”</a:t>
            </a:r>
            <a:r>
              <a:rPr lang="zh-CN" altLang="zh-CN" dirty="0"/>
              <a:t>，后续需要这个日志来完成远程连接。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0954" y="1505666"/>
            <a:ext cx="5679534" cy="425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1094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远程连接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在</a:t>
            </a:r>
            <a:r>
              <a:rPr lang="en-US" altLang="zh-CN" dirty="0"/>
              <a:t>PC</a:t>
            </a:r>
            <a:r>
              <a:rPr lang="zh-CN" altLang="zh-CN" dirty="0"/>
              <a:t>端安装</a:t>
            </a:r>
            <a:r>
              <a:rPr lang="en-US" altLang="zh-CN" dirty="0" err="1"/>
              <a:t>vnc</a:t>
            </a:r>
            <a:r>
              <a:rPr lang="en-US" altLang="zh-CN" dirty="0"/>
              <a:t> viewer</a:t>
            </a:r>
            <a:r>
              <a:rPr lang="zh-CN" altLang="zh-CN" dirty="0"/>
              <a:t>客户端，官方网址：</a:t>
            </a:r>
            <a:r>
              <a:rPr lang="en-US" altLang="zh-CN" u="sng" dirty="0">
                <a:hlinkClick r:id="rId2"/>
              </a:rPr>
              <a:t>https://www.realvnc.com/download/viewer/</a:t>
            </a:r>
            <a:endParaRPr lang="zh-CN" altLang="zh-CN" dirty="0"/>
          </a:p>
          <a:p>
            <a:r>
              <a:rPr lang="zh-CN" altLang="zh-CN" dirty="0"/>
              <a:t>下载后得到一个可执行文件（</a:t>
            </a:r>
            <a:r>
              <a:rPr lang="en-US" altLang="zh-CN" dirty="0"/>
              <a:t>.exe</a:t>
            </a:r>
            <a:r>
              <a:rPr lang="zh-CN" altLang="zh-CN" dirty="0"/>
              <a:t>），直接运行完成安装。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015" y="2432512"/>
            <a:ext cx="4752381" cy="37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7661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远程连接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安装完成后运行</a:t>
            </a:r>
            <a:r>
              <a:rPr lang="en-US" altLang="zh-CN" dirty="0"/>
              <a:t>VNC Viewer</a:t>
            </a:r>
            <a:r>
              <a:rPr lang="zh-CN" altLang="zh-CN" dirty="0"/>
              <a:t>，左上角</a:t>
            </a:r>
            <a:r>
              <a:rPr lang="en-US" altLang="zh-CN" dirty="0" err="1"/>
              <a:t>File→New</a:t>
            </a:r>
            <a:r>
              <a:rPr lang="en-US" altLang="zh-CN" dirty="0"/>
              <a:t> connection</a:t>
            </a:r>
            <a:r>
              <a:rPr lang="zh-CN" altLang="zh-CN" dirty="0"/>
              <a:t>新建连接，在弹出的界面中</a:t>
            </a:r>
            <a:r>
              <a:rPr lang="en-US" altLang="zh-CN" dirty="0"/>
              <a:t>VNC Viewer</a:t>
            </a:r>
            <a:r>
              <a:rPr lang="zh-CN" altLang="zh-CN" dirty="0"/>
              <a:t>一栏填入设备的</a:t>
            </a:r>
            <a:r>
              <a:rPr lang="en-US" altLang="zh-CN" dirty="0"/>
              <a:t>IP</a:t>
            </a:r>
            <a:r>
              <a:rPr lang="zh-CN" altLang="zh-CN" dirty="0"/>
              <a:t>地址：</a:t>
            </a:r>
          </a:p>
          <a:p>
            <a:pPr lvl="1"/>
            <a:r>
              <a:rPr lang="en-US" altLang="zh-CN" dirty="0"/>
              <a:t>xxx.xxx.x.xxx:1</a:t>
            </a:r>
            <a:endParaRPr lang="zh-CN" altLang="zh-CN" dirty="0"/>
          </a:p>
          <a:p>
            <a:r>
              <a:rPr lang="zh-CN" altLang="zh-CN" dirty="0"/>
              <a:t>最后这个后缀“</a:t>
            </a:r>
            <a:r>
              <a:rPr lang="en-US" altLang="zh-CN" dirty="0"/>
              <a:t>:1</a:t>
            </a:r>
            <a:r>
              <a:rPr lang="zh-CN" altLang="zh-CN" dirty="0"/>
              <a:t>”对应刚才产生的</a:t>
            </a:r>
            <a:r>
              <a:rPr lang="en-US" altLang="zh-CN" dirty="0"/>
              <a:t>1.log</a:t>
            </a:r>
            <a:r>
              <a:rPr lang="zh-CN" altLang="zh-CN" dirty="0"/>
              <a:t>。点击</a:t>
            </a:r>
            <a:r>
              <a:rPr lang="en-US" altLang="zh-CN" dirty="0"/>
              <a:t>OK</a:t>
            </a:r>
            <a:r>
              <a:rPr lang="zh-CN" altLang="zh-CN" dirty="0"/>
              <a:t>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8370" y="1664117"/>
            <a:ext cx="6302118" cy="447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0618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远程连接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主界面会出现一个设备，双击该设备图标进行连接，在弹出框中选择</a:t>
            </a:r>
            <a:r>
              <a:rPr lang="en-US" altLang="zh-CN" dirty="0"/>
              <a:t>Continue</a:t>
            </a:r>
            <a:r>
              <a:rPr lang="zh-CN" altLang="zh-CN" dirty="0"/>
              <a:t>：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9102" y="1692960"/>
            <a:ext cx="6571386" cy="4444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4687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远程连接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输入密码点击</a:t>
            </a:r>
            <a:r>
              <a:rPr lang="en-US" altLang="zh-CN" dirty="0"/>
              <a:t>OK</a:t>
            </a:r>
            <a:r>
              <a:rPr lang="zh-CN" altLang="zh-CN" dirty="0"/>
              <a:t>：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444" y="1971881"/>
            <a:ext cx="4609524" cy="33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8872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远程连接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连接成功。现在可以在</a:t>
            </a:r>
            <a:r>
              <a:rPr lang="en-US" altLang="zh-CN" dirty="0"/>
              <a:t>PC</a:t>
            </a:r>
            <a:r>
              <a:rPr lang="zh-CN" altLang="zh-CN" dirty="0"/>
              <a:t>端远程操控开发板了，这意味着开发板不用再连接显示屏与键鼠进行操作（网线与电源线仍需连接）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zh-CN" b="1" dirty="0"/>
              <a:t>注：</a:t>
            </a:r>
            <a:r>
              <a:rPr lang="en-US" altLang="zh-CN" b="1" dirty="0"/>
              <a:t>VNC</a:t>
            </a:r>
            <a:r>
              <a:rPr lang="zh-CN" altLang="zh-CN" b="1" dirty="0"/>
              <a:t>桌面下，终端在左下角主菜单</a:t>
            </a:r>
            <a:r>
              <a:rPr lang="en-US" altLang="zh-CN" b="1" dirty="0"/>
              <a:t>→System </a:t>
            </a:r>
            <a:r>
              <a:rPr lang="en-US" altLang="zh-CN" b="1" dirty="0" err="1"/>
              <a:t>Tools→LXTerminal</a:t>
            </a:r>
            <a:r>
              <a:rPr lang="zh-CN" altLang="zh-CN" b="1" dirty="0"/>
              <a:t>打开。</a:t>
            </a:r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470" y="1610467"/>
            <a:ext cx="5235018" cy="404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6046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远程连接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远程传输文件的软件有很多种，这里推荐使用</a:t>
            </a:r>
            <a:r>
              <a:rPr lang="en-US" altLang="zh-CN" dirty="0" err="1"/>
              <a:t>FileZilla</a:t>
            </a:r>
            <a:r>
              <a:rPr lang="zh-CN" altLang="zh-CN" dirty="0"/>
              <a:t>，自行解压后运行</a:t>
            </a:r>
            <a:r>
              <a:rPr lang="en-US" altLang="zh-CN" dirty="0"/>
              <a:t>FileZilla.exe</a:t>
            </a:r>
            <a:r>
              <a:rPr lang="zh-CN" altLang="zh-CN" dirty="0"/>
              <a:t>进行安装。</a:t>
            </a:r>
          </a:p>
          <a:p>
            <a:r>
              <a:rPr lang="zh-CN" altLang="zh-CN" dirty="0"/>
              <a:t>打开</a:t>
            </a:r>
            <a:r>
              <a:rPr lang="en-US" altLang="zh-CN" dirty="0" err="1"/>
              <a:t>FileZilla</a:t>
            </a:r>
            <a:r>
              <a:rPr lang="zh-CN" altLang="zh-CN" dirty="0"/>
              <a:t>，依次输入主机，用户名，密码，端口后，点击</a:t>
            </a:r>
            <a:r>
              <a:rPr lang="en-US" altLang="zh-CN" dirty="0"/>
              <a:t>“</a:t>
            </a:r>
            <a:r>
              <a:rPr lang="zh-CN" altLang="zh-CN" dirty="0"/>
              <a:t>快速连接</a:t>
            </a:r>
            <a:r>
              <a:rPr lang="en-US" altLang="zh-CN" dirty="0"/>
              <a:t>”</a:t>
            </a:r>
            <a:r>
              <a:rPr lang="zh-CN" altLang="zh-CN" dirty="0"/>
              <a:t>：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656" y="2107429"/>
            <a:ext cx="5690832" cy="402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9872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远程连接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在弹出界面中点击</a:t>
            </a:r>
            <a:r>
              <a:rPr lang="en-US" altLang="zh-CN" dirty="0"/>
              <a:t>“</a:t>
            </a:r>
            <a:r>
              <a:rPr lang="zh-CN" altLang="zh-CN" dirty="0"/>
              <a:t>确定</a:t>
            </a:r>
            <a:r>
              <a:rPr lang="en-US" altLang="zh-CN" dirty="0"/>
              <a:t>”</a:t>
            </a:r>
            <a:r>
              <a:rPr lang="zh-CN" altLang="zh-CN" dirty="0"/>
              <a:t>：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6634" y="1948071"/>
            <a:ext cx="6057143" cy="33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5479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远程连接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连接成功，现在可以通过远程传输文件了。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3363" y="1633867"/>
            <a:ext cx="6347126" cy="450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71955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1028222681"/>
              </p:ext>
            </p:extLst>
          </p:nvPr>
        </p:nvGraphicFramePr>
        <p:xfrm>
          <a:off x="669924" y="3368778"/>
          <a:ext cx="10850564" cy="540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56753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环境配置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打开开发板终端，输入指令查询</a:t>
            </a:r>
            <a:r>
              <a:rPr lang="en-US" altLang="zh-CN" dirty="0"/>
              <a:t>DRV</a:t>
            </a:r>
            <a:r>
              <a:rPr lang="zh-CN" altLang="zh-CN" dirty="0"/>
              <a:t>版本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pPr lvl="1"/>
            <a:r>
              <a:rPr lang="en-US" altLang="zh-CN" dirty="0" err="1"/>
              <a:t>dpkg</a:t>
            </a:r>
            <a:r>
              <a:rPr lang="en-US" altLang="zh-CN" dirty="0"/>
              <a:t> -l | </a:t>
            </a:r>
            <a:r>
              <a:rPr lang="en-US" altLang="zh-CN" dirty="0" err="1"/>
              <a:t>grep</a:t>
            </a:r>
            <a:r>
              <a:rPr lang="en-US" altLang="zh-CN" dirty="0"/>
              <a:t> </a:t>
            </a:r>
            <a:r>
              <a:rPr lang="en-US" altLang="zh-CN" dirty="0" smtClean="0"/>
              <a:t>3399pro</a:t>
            </a:r>
          </a:p>
          <a:p>
            <a:r>
              <a:rPr lang="zh-CN" altLang="zh-CN" dirty="0"/>
              <a:t>输入指令更新</a:t>
            </a:r>
            <a:r>
              <a:rPr lang="en-US" altLang="zh-CN" dirty="0"/>
              <a:t>DRV</a:t>
            </a:r>
            <a:r>
              <a:rPr lang="zh-CN" altLang="zh-CN" dirty="0"/>
              <a:t>版本：</a:t>
            </a:r>
          </a:p>
          <a:p>
            <a:pPr lvl="1"/>
            <a:r>
              <a:rPr lang="en-US" altLang="zh-CN" dirty="0" err="1"/>
              <a:t>sudo</a:t>
            </a:r>
            <a:r>
              <a:rPr lang="en-US" altLang="zh-CN" dirty="0"/>
              <a:t> apt update</a:t>
            </a:r>
            <a:endParaRPr lang="zh-CN" altLang="zh-CN" dirty="0"/>
          </a:p>
          <a:p>
            <a:pPr lvl="1"/>
            <a:r>
              <a:rPr lang="en-US" altLang="zh-CN" dirty="0" err="1"/>
              <a:t>sudo</a:t>
            </a:r>
            <a:r>
              <a:rPr lang="en-US" altLang="zh-CN" dirty="0"/>
              <a:t> apt install firefly-3399pronpu-driver</a:t>
            </a:r>
            <a:endParaRPr lang="zh-CN" altLang="zh-CN" dirty="0"/>
          </a:p>
          <a:p>
            <a:endParaRPr lang="zh-CN" altLang="zh-CN" dirty="0"/>
          </a:p>
          <a:p>
            <a:pPr lvl="1"/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8093" y="1559799"/>
            <a:ext cx="4353533" cy="55252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232" y="3094354"/>
            <a:ext cx="8291256" cy="304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2963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环境配置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输入指令检查可更新文件，安装可添加源的工具：</a:t>
            </a:r>
          </a:p>
          <a:p>
            <a:pPr lvl="1"/>
            <a:r>
              <a:rPr lang="en-US" altLang="zh-CN" dirty="0" err="1"/>
              <a:t>sudo</a:t>
            </a:r>
            <a:r>
              <a:rPr lang="en-US" altLang="zh-CN" dirty="0"/>
              <a:t> apt update</a:t>
            </a:r>
            <a:endParaRPr lang="zh-CN" altLang="zh-CN" dirty="0"/>
          </a:p>
          <a:p>
            <a:pPr lvl="1"/>
            <a:r>
              <a:rPr lang="en-US" altLang="zh-CN" dirty="0" err="1"/>
              <a:t>sudo</a:t>
            </a:r>
            <a:r>
              <a:rPr lang="en-US" altLang="zh-CN" dirty="0"/>
              <a:t> apt install software-properties-common </a:t>
            </a:r>
            <a:r>
              <a:rPr lang="en-US" altLang="zh-CN" dirty="0" smtClean="0"/>
              <a:t>-y </a:t>
            </a:r>
          </a:p>
          <a:p>
            <a:r>
              <a:rPr lang="zh-CN" altLang="zh-CN" dirty="0" smtClean="0"/>
              <a:t>安装</a:t>
            </a:r>
            <a:r>
              <a:rPr lang="zh-CN" altLang="zh-CN" dirty="0"/>
              <a:t>并更新开发板相关驱动</a:t>
            </a:r>
            <a:r>
              <a:rPr lang="zh-CN" altLang="zh-CN" dirty="0" smtClean="0"/>
              <a:t>，终端</a:t>
            </a:r>
            <a:r>
              <a:rPr lang="zh-CN" altLang="zh-CN" dirty="0"/>
              <a:t>输入</a:t>
            </a:r>
            <a:r>
              <a:rPr lang="zh-CN" altLang="zh-CN" dirty="0" smtClean="0"/>
              <a:t>指令</a:t>
            </a:r>
            <a:r>
              <a:rPr lang="zh-CN" altLang="en-US" dirty="0"/>
              <a:t>：</a:t>
            </a:r>
            <a:endParaRPr lang="en-US" altLang="zh-CN" dirty="0" smtClean="0"/>
          </a:p>
          <a:p>
            <a:pPr lvl="1"/>
            <a:r>
              <a:rPr lang="en-US" altLang="zh-CN" dirty="0" err="1"/>
              <a:t>sudo</a:t>
            </a:r>
            <a:r>
              <a:rPr lang="en-US" altLang="zh-CN" dirty="0"/>
              <a:t> apt-get install </a:t>
            </a:r>
            <a:r>
              <a:rPr lang="en-US" altLang="zh-CN" dirty="0" err="1"/>
              <a:t>cmake</a:t>
            </a:r>
            <a:r>
              <a:rPr lang="en-US" altLang="zh-CN" dirty="0"/>
              <a:t> </a:t>
            </a:r>
            <a:r>
              <a:rPr lang="en-US" altLang="zh-CN" dirty="0" err="1"/>
              <a:t>gcc</a:t>
            </a:r>
            <a:r>
              <a:rPr lang="en-US" altLang="zh-CN" dirty="0"/>
              <a:t> g++ </a:t>
            </a:r>
            <a:r>
              <a:rPr lang="en-US" altLang="zh-CN" dirty="0" err="1"/>
              <a:t>libprotobuf-dev</a:t>
            </a:r>
            <a:r>
              <a:rPr lang="en-US" altLang="zh-CN" dirty="0"/>
              <a:t> </a:t>
            </a:r>
            <a:r>
              <a:rPr lang="en-US" altLang="zh-CN" dirty="0" err="1"/>
              <a:t>protobuf</a:t>
            </a:r>
            <a:r>
              <a:rPr lang="en-US" altLang="zh-CN" dirty="0"/>
              <a:t>-compiler -y</a:t>
            </a:r>
            <a:endParaRPr lang="zh-CN" altLang="zh-CN" dirty="0"/>
          </a:p>
          <a:p>
            <a:pPr lvl="1"/>
            <a:r>
              <a:rPr lang="en-US" altLang="zh-CN" dirty="0" err="1"/>
              <a:t>sudo</a:t>
            </a:r>
            <a:r>
              <a:rPr lang="en-US" altLang="zh-CN" dirty="0"/>
              <a:t> apt-get install </a:t>
            </a:r>
            <a:r>
              <a:rPr lang="en-US" altLang="zh-CN" dirty="0" err="1"/>
              <a:t>liblapack-dev</a:t>
            </a:r>
            <a:r>
              <a:rPr lang="en-US" altLang="zh-CN" dirty="0"/>
              <a:t> </a:t>
            </a:r>
            <a:r>
              <a:rPr lang="en-US" altLang="zh-CN" dirty="0" err="1"/>
              <a:t>libjpeg-dev</a:t>
            </a:r>
            <a:r>
              <a:rPr lang="en-US" altLang="zh-CN" dirty="0"/>
              <a:t> zlib1g-dev -y</a:t>
            </a:r>
            <a:endParaRPr lang="en-US" altLang="zh-CN" dirty="0" smtClean="0"/>
          </a:p>
          <a:p>
            <a:r>
              <a:rPr lang="zh-CN" altLang="zh-CN" dirty="0"/>
              <a:t>输入指令安装</a:t>
            </a:r>
            <a:r>
              <a:rPr lang="en-US" altLang="zh-CN" dirty="0"/>
              <a:t>Python3.7</a:t>
            </a:r>
            <a:r>
              <a:rPr lang="zh-CN" altLang="zh-CN" dirty="0"/>
              <a:t>：</a:t>
            </a:r>
          </a:p>
          <a:p>
            <a:pPr lvl="1"/>
            <a:r>
              <a:rPr lang="en-US" altLang="zh-CN" dirty="0" err="1"/>
              <a:t>sudo</a:t>
            </a:r>
            <a:r>
              <a:rPr lang="en-US" altLang="zh-CN" dirty="0"/>
              <a:t> apt install </a:t>
            </a:r>
            <a:r>
              <a:rPr lang="en-US" altLang="zh-CN" dirty="0" smtClean="0"/>
              <a:t>python3.7-dev -y</a:t>
            </a:r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337"/>
          <a:stretch/>
        </p:blipFill>
        <p:spPr>
          <a:xfrm>
            <a:off x="4516016" y="3641852"/>
            <a:ext cx="7004472" cy="24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965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环境配置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开发板系统中同时存在多个</a:t>
            </a:r>
            <a:r>
              <a:rPr lang="en-US" altLang="zh-CN" dirty="0"/>
              <a:t> Python</a:t>
            </a:r>
            <a:r>
              <a:rPr lang="zh-CN" altLang="zh-CN" dirty="0"/>
              <a:t>（</a:t>
            </a:r>
            <a:r>
              <a:rPr lang="en-US" altLang="zh-CN" dirty="0"/>
              <a:t>Python2.7&amp;python3.5</a:t>
            </a:r>
            <a:r>
              <a:rPr lang="zh-CN" altLang="zh-CN" dirty="0"/>
              <a:t>）版本，建议使用</a:t>
            </a:r>
            <a:r>
              <a:rPr lang="en-US" altLang="zh-CN" dirty="0"/>
              <a:t> </a:t>
            </a:r>
            <a:r>
              <a:rPr lang="en-US" altLang="zh-CN" dirty="0" err="1"/>
              <a:t>virtualenv</a:t>
            </a:r>
            <a:r>
              <a:rPr lang="zh-CN" altLang="zh-CN" dirty="0"/>
              <a:t>来管理</a:t>
            </a:r>
            <a:r>
              <a:rPr lang="en-US" altLang="zh-CN" dirty="0"/>
              <a:t> Python</a:t>
            </a:r>
            <a:r>
              <a:rPr lang="zh-CN" altLang="zh-CN" dirty="0"/>
              <a:t>环境。终端输入指令：</a:t>
            </a:r>
          </a:p>
          <a:p>
            <a:pPr lvl="1"/>
            <a:r>
              <a:rPr lang="en-US" altLang="zh-CN" dirty="0" err="1"/>
              <a:t>sudo</a:t>
            </a:r>
            <a:r>
              <a:rPr lang="en-US" altLang="zh-CN" dirty="0"/>
              <a:t> apt install </a:t>
            </a:r>
            <a:r>
              <a:rPr lang="en-US" altLang="zh-CN" dirty="0" err="1" smtClean="0"/>
              <a:t>virtualenv</a:t>
            </a:r>
            <a:r>
              <a:rPr lang="en-US" altLang="zh-CN" dirty="0" smtClean="0"/>
              <a:t> -y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006" y="2412514"/>
            <a:ext cx="10058400" cy="312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0335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环境配置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安装完成后，输入指令创建一个</a:t>
            </a:r>
            <a:r>
              <a:rPr lang="en-US" altLang="zh-CN" dirty="0" err="1"/>
              <a:t>virtualenv</a:t>
            </a:r>
            <a:r>
              <a:rPr lang="zh-CN" altLang="zh-CN" dirty="0"/>
              <a:t>环境：</a:t>
            </a:r>
          </a:p>
          <a:p>
            <a:pPr lvl="1"/>
            <a:r>
              <a:rPr lang="en-US" altLang="zh-CN" dirty="0" err="1"/>
              <a:t>virtualenv</a:t>
            </a:r>
            <a:r>
              <a:rPr lang="en-US" altLang="zh-CN" dirty="0"/>
              <a:t> -p /</a:t>
            </a:r>
            <a:r>
              <a:rPr lang="en-US" altLang="zh-CN" dirty="0" err="1"/>
              <a:t>usr</a:t>
            </a:r>
            <a:r>
              <a:rPr lang="en-US" altLang="zh-CN" dirty="0"/>
              <a:t>/bin/python3.7 </a:t>
            </a:r>
            <a:r>
              <a:rPr lang="en-US" altLang="zh-CN" dirty="0" err="1" smtClean="0"/>
              <a:t>venv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/>
          </a:p>
          <a:p>
            <a:r>
              <a:rPr lang="zh-CN" altLang="zh-CN" dirty="0"/>
              <a:t>输入指令激活该虚拟环境：</a:t>
            </a:r>
          </a:p>
          <a:p>
            <a:pPr lvl="1"/>
            <a:r>
              <a:rPr lang="en-US" altLang="zh-CN" dirty="0"/>
              <a:t>source </a:t>
            </a:r>
            <a:r>
              <a:rPr lang="en-US" altLang="zh-CN" dirty="0" err="1"/>
              <a:t>venv</a:t>
            </a:r>
            <a:r>
              <a:rPr lang="en-US" altLang="zh-CN" dirty="0"/>
              <a:t>/bin/activate</a:t>
            </a:r>
            <a:endParaRPr lang="zh-CN" altLang="zh-CN" dirty="0"/>
          </a:p>
          <a:p>
            <a:r>
              <a:rPr lang="zh-CN" altLang="zh-CN" dirty="0"/>
              <a:t>注：执行该指令必须在主文件夹路径下，即新打开终端的默认路径。</a:t>
            </a:r>
          </a:p>
          <a:p>
            <a:endParaRPr lang="zh-CN" altLang="zh-CN" dirty="0"/>
          </a:p>
          <a:p>
            <a:endParaRPr lang="zh-CN" altLang="zh-CN" dirty="0" smtClean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141" y="2113904"/>
            <a:ext cx="7804129" cy="127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779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环境配置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 smtClean="0"/>
              <a:t>测试</a:t>
            </a:r>
            <a:r>
              <a:rPr lang="zh-CN" altLang="zh-CN" dirty="0"/>
              <a:t>一下</a:t>
            </a:r>
            <a:r>
              <a:rPr lang="en-US" altLang="zh-CN" dirty="0"/>
              <a:t>python</a:t>
            </a:r>
            <a:r>
              <a:rPr lang="zh-CN" altLang="zh-CN" dirty="0"/>
              <a:t>连接，输入指令进入</a:t>
            </a:r>
            <a:r>
              <a:rPr lang="en-US" altLang="zh-CN" dirty="0"/>
              <a:t>python</a:t>
            </a:r>
            <a:r>
              <a:rPr lang="zh-CN" altLang="zh-CN" dirty="0"/>
              <a:t>编辑器，查询</a:t>
            </a:r>
            <a:r>
              <a:rPr lang="en-US" altLang="zh-CN" dirty="0"/>
              <a:t>python</a:t>
            </a:r>
            <a:r>
              <a:rPr lang="zh-CN" altLang="zh-CN" dirty="0"/>
              <a:t>版本：</a:t>
            </a:r>
          </a:p>
          <a:p>
            <a:pPr lvl="1"/>
            <a:r>
              <a:rPr lang="en-US" altLang="zh-CN" dirty="0" smtClean="0"/>
              <a:t>python3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r>
              <a:rPr lang="zh-CN" altLang="zh-CN" dirty="0"/>
              <a:t>实际显示版本可能会随</a:t>
            </a:r>
            <a:r>
              <a:rPr lang="en-US" altLang="zh-CN" dirty="0"/>
              <a:t>python</a:t>
            </a:r>
            <a:r>
              <a:rPr lang="zh-CN" altLang="zh-CN" dirty="0"/>
              <a:t>官方更新有所不同</a:t>
            </a:r>
            <a:r>
              <a:rPr lang="zh-CN" altLang="zh-CN" dirty="0" smtClean="0"/>
              <a:t>。</a:t>
            </a:r>
            <a:endParaRPr lang="en-US" altLang="zh-CN" smtClean="0"/>
          </a:p>
          <a:p>
            <a:pPr lvl="1"/>
            <a:r>
              <a:rPr lang="zh-CN" altLang="zh-CN" smtClean="0"/>
              <a:t>输入</a:t>
            </a:r>
            <a:r>
              <a:rPr lang="en-US" altLang="zh-CN" dirty="0"/>
              <a:t>quit()</a:t>
            </a:r>
            <a:r>
              <a:rPr lang="zh-CN" altLang="zh-CN" dirty="0"/>
              <a:t>退出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r>
              <a:rPr lang="zh-CN" altLang="zh-CN" dirty="0"/>
              <a:t>更新</a:t>
            </a:r>
            <a:r>
              <a:rPr lang="en-US" altLang="zh-CN" dirty="0"/>
              <a:t>pip</a:t>
            </a:r>
            <a:r>
              <a:rPr lang="zh-CN" altLang="zh-CN" dirty="0"/>
              <a:t>包的版本并安装</a:t>
            </a:r>
            <a:r>
              <a:rPr lang="en-US" altLang="zh-CN" dirty="0"/>
              <a:t>Python</a:t>
            </a:r>
            <a:r>
              <a:rPr lang="zh-CN" altLang="zh-CN" dirty="0"/>
              <a:t>打包工具，在虚拟环境下输入指令：</a:t>
            </a:r>
          </a:p>
          <a:p>
            <a:pPr lvl="1"/>
            <a:r>
              <a:rPr lang="en-US" altLang="zh-CN" dirty="0"/>
              <a:t>pip3 install --upgrade pip</a:t>
            </a:r>
          </a:p>
          <a:p>
            <a:pPr lvl="1"/>
            <a:r>
              <a:rPr lang="en-US" altLang="zh-CN" dirty="0"/>
              <a:t>pip3 install wheel </a:t>
            </a:r>
            <a:r>
              <a:rPr lang="en-US" altLang="zh-CN" dirty="0" err="1"/>
              <a:t>setuptools</a:t>
            </a:r>
            <a:endParaRPr lang="zh-CN" altLang="zh-CN" dirty="0"/>
          </a:p>
          <a:p>
            <a:endParaRPr lang="zh-CN" altLang="zh-CN" dirty="0"/>
          </a:p>
          <a:p>
            <a:pPr lvl="1"/>
            <a:endParaRPr lang="zh-CN" altLang="zh-CN" dirty="0"/>
          </a:p>
          <a:p>
            <a:pPr lvl="1"/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281" y="1901919"/>
            <a:ext cx="5553850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9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环境配置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 smtClean="0"/>
              <a:t>安装</a:t>
            </a:r>
            <a:r>
              <a:rPr lang="en-US" altLang="zh-CN" dirty="0"/>
              <a:t>rknn_toolkit_lite-1.7.1-cp37-cp37m-linux_aarch64.whl</a:t>
            </a:r>
            <a:r>
              <a:rPr lang="zh-CN" altLang="zh-CN" dirty="0"/>
              <a:t>，将之前下载好的</a:t>
            </a:r>
            <a:r>
              <a:rPr lang="en-US" altLang="zh-CN" dirty="0"/>
              <a:t>rknn_toolkit-v1.7.1</a:t>
            </a:r>
            <a:r>
              <a:rPr lang="zh-CN" altLang="zh-CN" dirty="0"/>
              <a:t>文件夹中的轻量版</a:t>
            </a:r>
            <a:r>
              <a:rPr lang="en-US" altLang="zh-CN" dirty="0" err="1"/>
              <a:t>rknn_toolkit</a:t>
            </a:r>
            <a:r>
              <a:rPr lang="en-US" altLang="zh-CN" dirty="0"/>
              <a:t>-lite</a:t>
            </a:r>
            <a:r>
              <a:rPr lang="zh-CN" altLang="zh-CN" dirty="0"/>
              <a:t>文件夹远程传输至开发板中，虚拟环境下的终端进入该目录下输入指令：</a:t>
            </a:r>
          </a:p>
          <a:p>
            <a:pPr lvl="1"/>
            <a:r>
              <a:rPr lang="en-US" altLang="zh-CN" dirty="0"/>
              <a:t>cd ******/</a:t>
            </a:r>
            <a:r>
              <a:rPr lang="en-US" altLang="zh-CN" dirty="0" err="1"/>
              <a:t>rknn</a:t>
            </a:r>
            <a:r>
              <a:rPr lang="en-US" altLang="zh-CN" dirty="0"/>
              <a:t>-toolkit-lite/packages/</a:t>
            </a:r>
            <a:endParaRPr lang="zh-CN" altLang="zh-CN" dirty="0"/>
          </a:p>
          <a:p>
            <a:pPr lvl="1"/>
            <a:r>
              <a:rPr lang="en-US" altLang="zh-CN" dirty="0"/>
              <a:t>pip3 install rknn_toolkit_lite-1.7.1-cp37-cp37m-linux_aarch64.whl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080"/>
          <a:stretch/>
        </p:blipFill>
        <p:spPr>
          <a:xfrm>
            <a:off x="2909048" y="2778340"/>
            <a:ext cx="6372315" cy="93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540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环境配置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 smtClean="0"/>
              <a:t>安装</a:t>
            </a:r>
            <a:r>
              <a:rPr lang="en-US" altLang="zh-CN" dirty="0" err="1"/>
              <a:t>opencv</a:t>
            </a:r>
            <a:r>
              <a:rPr lang="zh-CN" altLang="zh-CN" dirty="0"/>
              <a:t>，在虚拟环境下输入指令：</a:t>
            </a:r>
          </a:p>
          <a:p>
            <a:pPr lvl="1"/>
            <a:r>
              <a:rPr lang="en-US" altLang="zh-CN" dirty="0"/>
              <a:t>pip3 install </a:t>
            </a:r>
            <a:r>
              <a:rPr lang="en-US" altLang="zh-CN" dirty="0" err="1"/>
              <a:t>opencv</a:t>
            </a:r>
            <a:r>
              <a:rPr lang="en-US" altLang="zh-CN" dirty="0"/>
              <a:t>-python==</a:t>
            </a:r>
            <a:r>
              <a:rPr lang="en-US" altLang="zh-CN" dirty="0" smtClean="0"/>
              <a:t>4.5.4.60</a:t>
            </a:r>
          </a:p>
          <a:p>
            <a:r>
              <a:rPr lang="zh-CN" altLang="zh-CN" b="1" dirty="0">
                <a:solidFill>
                  <a:srgbClr val="FF0000"/>
                </a:solidFill>
              </a:rPr>
              <a:t>注：只能安装这个版本，其他不可以。</a:t>
            </a:r>
            <a:endParaRPr lang="zh-CN" altLang="zh-CN" dirty="0">
              <a:solidFill>
                <a:srgbClr val="FF0000"/>
              </a:solidFill>
            </a:endParaRPr>
          </a:p>
          <a:p>
            <a:r>
              <a:rPr lang="en-US" altLang="zh-CN" b="1" dirty="0" err="1"/>
              <a:t>opencv</a:t>
            </a:r>
            <a:r>
              <a:rPr lang="zh-CN" altLang="zh-CN" b="1" dirty="0"/>
              <a:t>安装完成后</a:t>
            </a:r>
            <a:r>
              <a:rPr lang="zh-CN" altLang="zh-CN" dirty="0"/>
              <a:t>，在虚拟环境下输入指令重新安装低版本</a:t>
            </a:r>
            <a:r>
              <a:rPr lang="en-US" altLang="zh-CN" dirty="0" err="1"/>
              <a:t>numpy</a:t>
            </a:r>
            <a:r>
              <a:rPr lang="zh-CN" altLang="zh-CN" dirty="0"/>
              <a:t>：</a:t>
            </a:r>
          </a:p>
          <a:p>
            <a:pPr lvl="1"/>
            <a:r>
              <a:rPr lang="en-US" altLang="zh-CN" dirty="0"/>
              <a:t>pip3 install </a:t>
            </a:r>
            <a:r>
              <a:rPr lang="en-US" altLang="zh-CN" dirty="0" err="1"/>
              <a:t>numpy</a:t>
            </a:r>
            <a:r>
              <a:rPr lang="en-US" altLang="zh-CN" dirty="0"/>
              <a:t>==</a:t>
            </a:r>
            <a:r>
              <a:rPr lang="en-US" altLang="zh-CN" dirty="0" smtClean="0"/>
              <a:t>1.16.3</a:t>
            </a:r>
          </a:p>
          <a:p>
            <a:r>
              <a:rPr lang="zh-CN" altLang="zh-CN" b="1" dirty="0"/>
              <a:t>由于</a:t>
            </a:r>
            <a:r>
              <a:rPr lang="en-US" altLang="zh-CN" b="1" dirty="0" err="1"/>
              <a:t>numpy</a:t>
            </a:r>
            <a:r>
              <a:rPr lang="zh-CN" altLang="zh-CN" b="1" dirty="0"/>
              <a:t>版本产生的警告可以忽略。</a:t>
            </a:r>
            <a:r>
              <a:rPr lang="zh-CN" altLang="zh-CN" dirty="0"/>
              <a:t>在虚拟环境下输入指令安装最新版本</a:t>
            </a:r>
            <a:r>
              <a:rPr lang="en-US" altLang="zh-CN" dirty="0"/>
              <a:t>pillow</a:t>
            </a:r>
            <a:r>
              <a:rPr lang="zh-CN" altLang="zh-CN" dirty="0"/>
              <a:t>库：</a:t>
            </a:r>
          </a:p>
          <a:p>
            <a:pPr lvl="1"/>
            <a:r>
              <a:rPr lang="en-US" altLang="zh-CN" dirty="0"/>
              <a:t>pip3 install </a:t>
            </a:r>
            <a:r>
              <a:rPr lang="en-US" altLang="zh-CN" dirty="0" smtClean="0"/>
              <a:t>pillow</a:t>
            </a:r>
          </a:p>
          <a:p>
            <a:r>
              <a:rPr lang="zh-CN" altLang="zh-CN" dirty="0"/>
              <a:t>该指令会自动安装最新版本。至此，环境配置完毕。</a:t>
            </a:r>
          </a:p>
          <a:p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456228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实验结果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虚拟环境下的终端依次输入指令测试模块是否正常：</a:t>
            </a:r>
          </a:p>
          <a:p>
            <a:pPr lvl="1"/>
            <a:r>
              <a:rPr lang="en-US" altLang="zh-CN" dirty="0"/>
              <a:t>Python3</a:t>
            </a:r>
            <a:endParaRPr lang="zh-CN" altLang="zh-CN" dirty="0"/>
          </a:p>
          <a:p>
            <a:pPr lvl="1"/>
            <a:r>
              <a:rPr lang="en-US" altLang="zh-CN" dirty="0"/>
              <a:t>&gt;&gt;&gt;import cv2</a:t>
            </a:r>
            <a:endParaRPr lang="zh-CN" altLang="zh-CN" dirty="0"/>
          </a:p>
          <a:p>
            <a:pPr lvl="1"/>
            <a:r>
              <a:rPr lang="en-US" altLang="zh-CN" dirty="0"/>
              <a:t>&gt;&gt;&gt;import </a:t>
            </a:r>
            <a:r>
              <a:rPr lang="en-US" altLang="zh-CN" dirty="0" err="1"/>
              <a:t>numpy</a:t>
            </a:r>
            <a:endParaRPr lang="zh-CN" altLang="zh-CN" dirty="0"/>
          </a:p>
          <a:p>
            <a:pPr lvl="1"/>
            <a:r>
              <a:rPr lang="en-US" altLang="zh-CN" dirty="0"/>
              <a:t>&gt;&gt;&gt;from </a:t>
            </a:r>
            <a:r>
              <a:rPr lang="en-US" altLang="zh-CN" dirty="0" err="1"/>
              <a:t>rknnlite.api</a:t>
            </a:r>
            <a:r>
              <a:rPr lang="en-US" altLang="zh-CN" dirty="0"/>
              <a:t> import </a:t>
            </a:r>
            <a:r>
              <a:rPr lang="en-US" altLang="zh-CN" dirty="0" err="1"/>
              <a:t>RKNNLite</a:t>
            </a:r>
            <a:endParaRPr lang="zh-CN" altLang="zh-CN" dirty="0"/>
          </a:p>
          <a:p>
            <a:pPr lvl="1"/>
            <a:r>
              <a:rPr lang="en-US" altLang="zh-CN" dirty="0"/>
              <a:t>&gt;&gt;&gt;quit()</a:t>
            </a:r>
            <a:endParaRPr lang="zh-CN" altLang="zh-CN" dirty="0"/>
          </a:p>
          <a:p>
            <a:r>
              <a:rPr lang="zh-CN" altLang="zh-CN" dirty="0"/>
              <a:t>未出现报错说明环境配置成功。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5726" y="1666232"/>
            <a:ext cx="6104762" cy="21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96290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</a:t>
            </a:r>
            <a:r>
              <a:rPr lang="en-US" altLang="zh-CN" dirty="0" smtClean="0"/>
              <a:t>04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注意事项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31378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D1C72729-F3E7-4C78-9AAA-4821B9CC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注意事项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563A06F3-7CD2-4EAF-8250-D2FE6CCEE6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lvl="0" indent="-342900">
              <a:buFont typeface="+mj-lt"/>
              <a:buAutoNum type="arabicPeriod"/>
            </a:pPr>
            <a:r>
              <a:rPr lang="zh-CN" altLang="zh-CN" dirty="0"/>
              <a:t>使用</a:t>
            </a:r>
            <a:r>
              <a:rPr lang="en-US" altLang="zh-CN" dirty="0"/>
              <a:t>VNC</a:t>
            </a:r>
            <a:r>
              <a:rPr lang="zh-CN" altLang="zh-CN" dirty="0"/>
              <a:t>远程连接时，每个用户会启动一个独立的</a:t>
            </a:r>
            <a:r>
              <a:rPr lang="en-US" altLang="zh-CN" dirty="0"/>
              <a:t> VNC </a:t>
            </a:r>
            <a:r>
              <a:rPr lang="zh-CN" altLang="zh-CN" dirty="0"/>
              <a:t>服务器会话，因此</a:t>
            </a:r>
            <a:r>
              <a:rPr lang="en-US" altLang="zh-CN" dirty="0"/>
              <a:t>VNC</a:t>
            </a:r>
            <a:r>
              <a:rPr lang="zh-CN" altLang="zh-CN" dirty="0"/>
              <a:t>桌面不会影响原始桌面。开发板重启后，需要重新输入指令</a:t>
            </a:r>
            <a:r>
              <a:rPr lang="en-US" altLang="zh-CN" dirty="0"/>
              <a:t>“</a:t>
            </a:r>
            <a:r>
              <a:rPr lang="en-US" altLang="zh-CN" dirty="0" err="1"/>
              <a:t>tightvncserver</a:t>
            </a:r>
            <a:r>
              <a:rPr lang="en-US" altLang="zh-CN" dirty="0"/>
              <a:t>”</a:t>
            </a:r>
            <a:r>
              <a:rPr lang="zh-CN" altLang="zh-CN" dirty="0"/>
              <a:t>启动</a:t>
            </a:r>
            <a:r>
              <a:rPr lang="en-US" altLang="zh-CN" dirty="0" err="1"/>
              <a:t>vnc</a:t>
            </a:r>
            <a:r>
              <a:rPr lang="zh-CN" altLang="zh-CN" dirty="0"/>
              <a:t>服务，输入服务器添加的后缀数字必须与日志文件名对应。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altLang="zh-CN" dirty="0"/>
              <a:t>VNC</a:t>
            </a:r>
            <a:r>
              <a:rPr lang="zh-CN" altLang="zh-CN" dirty="0"/>
              <a:t>桌面下，终端在左下角主菜单</a:t>
            </a:r>
            <a:r>
              <a:rPr lang="en-US" altLang="zh-CN" dirty="0"/>
              <a:t>→System </a:t>
            </a:r>
            <a:r>
              <a:rPr lang="en-US" altLang="zh-CN" dirty="0" err="1"/>
              <a:t>Tools→LXTerminal</a:t>
            </a:r>
            <a:r>
              <a:rPr lang="zh-CN" altLang="zh-CN" dirty="0"/>
              <a:t>打开。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altLang="zh-CN" dirty="0" err="1"/>
              <a:t>opencv</a:t>
            </a:r>
            <a:r>
              <a:rPr lang="en-US" altLang="zh-CN" dirty="0"/>
              <a:t>-python</a:t>
            </a:r>
            <a:r>
              <a:rPr lang="zh-CN" altLang="zh-CN" dirty="0"/>
              <a:t>只能安装</a:t>
            </a:r>
            <a:r>
              <a:rPr lang="en-US" altLang="zh-CN" dirty="0"/>
              <a:t>4.5.4.60</a:t>
            </a:r>
            <a:r>
              <a:rPr lang="zh-CN" altLang="zh-CN" dirty="0"/>
              <a:t>版本，自带高版本的</a:t>
            </a:r>
            <a:r>
              <a:rPr lang="en-US" altLang="zh-CN" dirty="0" err="1"/>
              <a:t>numpy</a:t>
            </a:r>
            <a:r>
              <a:rPr lang="zh-CN" altLang="zh-CN" dirty="0"/>
              <a:t>，与官方的</a:t>
            </a:r>
            <a:r>
              <a:rPr lang="en-US" altLang="zh-CN" dirty="0" err="1"/>
              <a:t>rknn</a:t>
            </a:r>
            <a:r>
              <a:rPr lang="zh-CN" altLang="zh-CN" dirty="0"/>
              <a:t>工具所需的</a:t>
            </a:r>
            <a:r>
              <a:rPr lang="en-US" altLang="zh-CN" dirty="0" err="1"/>
              <a:t>numpy</a:t>
            </a:r>
            <a:r>
              <a:rPr lang="zh-CN" altLang="zh-CN" dirty="0"/>
              <a:t>版本不兼容，因此必须在安装完</a:t>
            </a:r>
            <a:r>
              <a:rPr lang="en-US" altLang="zh-CN" dirty="0" err="1"/>
              <a:t>opencv</a:t>
            </a:r>
            <a:r>
              <a:rPr lang="zh-CN" altLang="zh-CN" dirty="0"/>
              <a:t>后重新安装低版本的</a:t>
            </a:r>
            <a:r>
              <a:rPr lang="en-US" altLang="zh-CN" dirty="0" err="1"/>
              <a:t>numpy</a:t>
            </a:r>
            <a:r>
              <a:rPr lang="zh-CN" altLang="zh-CN" dirty="0"/>
              <a:t>。卸载高版本重新安装低版本时出现下图警告提示</a:t>
            </a:r>
            <a:r>
              <a:rPr lang="en-US" altLang="zh-CN" dirty="0" err="1"/>
              <a:t>numpy</a:t>
            </a:r>
            <a:r>
              <a:rPr lang="zh-CN" altLang="zh-CN" dirty="0"/>
              <a:t>版本不兼容，属于正常现象，不影响正常操作。</a:t>
            </a:r>
          </a:p>
          <a:p>
            <a:pPr marL="342900" indent="-342900">
              <a:lnSpc>
                <a:spcPct val="125000"/>
              </a:lnSpc>
              <a:buFont typeface="+mj-lt"/>
              <a:buAutoNum type="arabicPeriod"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25" y="4245428"/>
            <a:ext cx="10850563" cy="419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19538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 smtClean="0"/>
              <a:t>在</a:t>
            </a:r>
            <a:r>
              <a:rPr lang="zh-CN" altLang="zh-CN" dirty="0" smtClean="0"/>
              <a:t>本</a:t>
            </a:r>
            <a:r>
              <a:rPr lang="zh-CN" altLang="en-US" dirty="0" smtClean="0"/>
              <a:t>节课</a:t>
            </a:r>
            <a:r>
              <a:rPr lang="zh-CN" altLang="zh-CN" dirty="0" smtClean="0"/>
              <a:t>中</a:t>
            </a:r>
            <a:r>
              <a:rPr lang="zh-CN" altLang="zh-CN" dirty="0"/>
              <a:t>，</a:t>
            </a:r>
            <a:r>
              <a:rPr lang="zh-CN" altLang="zh-CN" dirty="0" smtClean="0"/>
              <a:t>我们</a:t>
            </a:r>
            <a:r>
              <a:rPr lang="zh-CN" altLang="en-US" dirty="0"/>
              <a:t>学习</a:t>
            </a:r>
            <a:r>
              <a:rPr lang="zh-CN" altLang="en-US" dirty="0" smtClean="0"/>
              <a:t>了：</a:t>
            </a:r>
            <a:endParaRPr lang="en-US" altLang="zh-CN" dirty="0" smtClean="0"/>
          </a:p>
          <a:p>
            <a:r>
              <a:rPr lang="zh-CN" altLang="en-US" dirty="0" smtClean="0"/>
              <a:t>嵌入式开发板</a:t>
            </a:r>
            <a:r>
              <a:rPr lang="en-US" altLang="zh-CN" dirty="0" smtClean="0"/>
              <a:t>RK3399Pro</a:t>
            </a:r>
            <a:r>
              <a:rPr lang="zh-CN" altLang="en-US" dirty="0" smtClean="0"/>
              <a:t>操作系统安装</a:t>
            </a:r>
            <a:endParaRPr lang="en-US" altLang="zh-CN" dirty="0" smtClean="0"/>
          </a:p>
          <a:p>
            <a:r>
              <a:rPr lang="zh-CN" altLang="en-US" dirty="0" smtClean="0"/>
              <a:t>通过</a:t>
            </a:r>
            <a:r>
              <a:rPr lang="en-US" altLang="zh-CN" dirty="0" smtClean="0"/>
              <a:t>PC</a:t>
            </a:r>
            <a:r>
              <a:rPr lang="zh-CN" altLang="en-US" dirty="0" smtClean="0"/>
              <a:t>端远程连接开发板操作并传输文件</a:t>
            </a:r>
            <a:endParaRPr lang="en-US" altLang="zh-CN" dirty="0" smtClean="0"/>
          </a:p>
          <a:p>
            <a:r>
              <a:rPr lang="en-US" altLang="zh-CN" dirty="0" err="1" smtClean="0"/>
              <a:t>rknn</a:t>
            </a:r>
            <a:r>
              <a:rPr lang="zh-CN" altLang="en-US" dirty="0" smtClean="0"/>
              <a:t>模型所需环境配置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78939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00044BE-8457-4074-8823-61E1394FBF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6CDD7759-BA71-41DE-BB7F-473ED21A855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B39E9368-67B8-448F-BCF0-D2F5A26750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4832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#218130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111D84"/>
      </a:accent1>
      <a:accent2>
        <a:srgbClr val="28528B"/>
      </a:accent2>
      <a:accent3>
        <a:srgbClr val="39AEC0"/>
      </a:accent3>
      <a:accent4>
        <a:srgbClr val="FBCB6A"/>
      </a:accent4>
      <a:accent5>
        <a:srgbClr val="757579"/>
      </a:accent5>
      <a:accent6>
        <a:srgbClr val="5C5E60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课件：模板.potx" id="{75A736F1-A9F4-4558-8520-289A7C5FD6F8}" vid="{6F499C35-6EEA-4591-8D01-5F89C10EE7D2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课件：模板</Template>
  <TotalTime>100</TotalTime>
  <Words>1631</Words>
  <Application>Microsoft Office PowerPoint</Application>
  <PresentationFormat>宽屏</PresentationFormat>
  <Paragraphs>267</Paragraphs>
  <Slides>52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52</vt:i4>
      </vt:variant>
    </vt:vector>
  </HeadingPairs>
  <TitlesOfParts>
    <vt:vector size="59" baseType="lpstr">
      <vt:lpstr>等线</vt:lpstr>
      <vt:lpstr>宋体</vt:lpstr>
      <vt:lpstr>微软雅黑</vt:lpstr>
      <vt:lpstr>Arial</vt:lpstr>
      <vt:lpstr>Calibri</vt:lpstr>
      <vt:lpstr>Ebrima</vt:lpstr>
      <vt:lpstr>主题5</vt:lpstr>
      <vt:lpstr>嵌入式设备实现目标检测</vt:lpstr>
      <vt:lpstr>课程目标</vt:lpstr>
      <vt:lpstr>PowerPoint 演示文稿</vt:lpstr>
      <vt:lpstr>/01</vt:lpstr>
      <vt:lpstr>实验介绍</vt:lpstr>
      <vt:lpstr>/02</vt:lpstr>
      <vt:lpstr>实验环境</vt:lpstr>
      <vt:lpstr>/03</vt:lpstr>
      <vt:lpstr>实验步骤</vt:lpstr>
      <vt:lpstr>实验流程</vt:lpstr>
      <vt:lpstr>导入操作系统</vt:lpstr>
      <vt:lpstr>导入操作系统</vt:lpstr>
      <vt:lpstr>导入操作系统</vt:lpstr>
      <vt:lpstr>导入操作系统</vt:lpstr>
      <vt:lpstr>导入操作系统</vt:lpstr>
      <vt:lpstr>导入操作系统</vt:lpstr>
      <vt:lpstr>导入操作系统</vt:lpstr>
      <vt:lpstr>导入操作系统</vt:lpstr>
      <vt:lpstr>导入操作系统</vt:lpstr>
      <vt:lpstr>导入操作系统</vt:lpstr>
      <vt:lpstr>导入操作系统</vt:lpstr>
      <vt:lpstr>导入操作系统</vt:lpstr>
      <vt:lpstr>导入操作系统</vt:lpstr>
      <vt:lpstr>导入操作系统</vt:lpstr>
      <vt:lpstr>实验流程</vt:lpstr>
      <vt:lpstr>远程连接</vt:lpstr>
      <vt:lpstr>远程连接</vt:lpstr>
      <vt:lpstr>远程连接</vt:lpstr>
      <vt:lpstr>远程连接</vt:lpstr>
      <vt:lpstr>远程连接</vt:lpstr>
      <vt:lpstr>远程连接</vt:lpstr>
      <vt:lpstr>远程连接</vt:lpstr>
      <vt:lpstr>远程连接</vt:lpstr>
      <vt:lpstr>远程连接</vt:lpstr>
      <vt:lpstr>远程连接</vt:lpstr>
      <vt:lpstr>远程连接</vt:lpstr>
      <vt:lpstr>远程连接</vt:lpstr>
      <vt:lpstr>远程连接</vt:lpstr>
      <vt:lpstr>远程连接</vt:lpstr>
      <vt:lpstr>实验流程</vt:lpstr>
      <vt:lpstr>环境配置</vt:lpstr>
      <vt:lpstr>环境配置</vt:lpstr>
      <vt:lpstr>环境配置</vt:lpstr>
      <vt:lpstr>环境配置</vt:lpstr>
      <vt:lpstr>环境配置</vt:lpstr>
      <vt:lpstr>环境配置</vt:lpstr>
      <vt:lpstr>环境配置</vt:lpstr>
      <vt:lpstr>实验结果</vt:lpstr>
      <vt:lpstr>/04</vt:lpstr>
      <vt:lpstr>注意事项</vt:lpstr>
      <vt:lpstr>课程小结</vt:lpstr>
      <vt:lpstr>PowerPoint 演示文稿</vt:lpstr>
    </vt:vector>
  </TitlesOfParts>
  <Manager>iSlide</Manager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Microsoft 帐户</cp:lastModifiedBy>
  <cp:revision>30</cp:revision>
  <cp:lastPrinted>2018-09-20T16:00:00Z</cp:lastPrinted>
  <dcterms:created xsi:type="dcterms:W3CDTF">2022-06-27T01:42:48Z</dcterms:created>
  <dcterms:modified xsi:type="dcterms:W3CDTF">2022-12-27T09:37:45Z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73014DBFC45146CA96EB1D40049F1576</vt:lpwstr>
  </property>
  <property fmtid="{D5CDD505-2E9C-101B-9397-08002B2CF9AE}" pid="4" name="KSOProductBuildVer">
    <vt:lpwstr>2052-11.1.0.10667</vt:lpwstr>
  </property>
</Properties>
</file>