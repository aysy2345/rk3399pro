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handoutMasterIdLst>
    <p:handoutMasterId r:id="rId41"/>
  </p:handoutMasterIdLst>
  <p:sldIdLst>
    <p:sldId id="258" r:id="rId2"/>
    <p:sldId id="265" r:id="rId3"/>
    <p:sldId id="262" r:id="rId4"/>
    <p:sldId id="257" r:id="rId5"/>
    <p:sldId id="260" r:id="rId6"/>
    <p:sldId id="272" r:id="rId7"/>
    <p:sldId id="273" r:id="rId8"/>
    <p:sldId id="274" r:id="rId9"/>
    <p:sldId id="266" r:id="rId10"/>
    <p:sldId id="269" r:id="rId11"/>
    <p:sldId id="275" r:id="rId12"/>
    <p:sldId id="276" r:id="rId13"/>
    <p:sldId id="277" r:id="rId14"/>
    <p:sldId id="267" r:id="rId15"/>
    <p:sldId id="270" r:id="rId16"/>
    <p:sldId id="278" r:id="rId17"/>
    <p:sldId id="279" r:id="rId18"/>
    <p:sldId id="280" r:id="rId19"/>
    <p:sldId id="281" r:id="rId20"/>
    <p:sldId id="268" r:id="rId21"/>
    <p:sldId id="271" r:id="rId22"/>
    <p:sldId id="285" r:id="rId23"/>
    <p:sldId id="295" r:id="rId24"/>
    <p:sldId id="294" r:id="rId25"/>
    <p:sldId id="289" r:id="rId26"/>
    <p:sldId id="288" r:id="rId27"/>
    <p:sldId id="282" r:id="rId28"/>
    <p:sldId id="283" r:id="rId29"/>
    <p:sldId id="284" r:id="rId30"/>
    <p:sldId id="296" r:id="rId31"/>
    <p:sldId id="298" r:id="rId32"/>
    <p:sldId id="299" r:id="rId33"/>
    <p:sldId id="300" r:id="rId34"/>
    <p:sldId id="301" r:id="rId35"/>
    <p:sldId id="302" r:id="rId36"/>
    <p:sldId id="303" r:id="rId37"/>
    <p:sldId id="264" r:id="rId38"/>
    <p:sldId id="261" r:id="rId39"/>
  </p:sldIdLst>
  <p:sldSz cx="12192000" cy="6858000"/>
  <p:notesSz cx="6858000" cy="9144000"/>
  <p:custDataLst>
    <p:tags r:id="rId42"/>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pos="3840" userDrawn="1">
          <p15:clr>
            <a:srgbClr val="F26B43"/>
          </p15:clr>
        </p15:guide>
        <p15:guide id="2" pos="7256" userDrawn="1">
          <p15:clr>
            <a:srgbClr val="A4A3A4"/>
          </p15:clr>
        </p15:guide>
        <p15:guide id="5" orient="horz" pos="3929" userDrawn="1">
          <p15:clr>
            <a:srgbClr val="A4A3A4"/>
          </p15:clr>
        </p15:guide>
        <p15:guide id="6" orient="horz" pos="3864" userDrawn="1">
          <p15:clr>
            <a:srgbClr val="A4A3A4"/>
          </p15:clr>
        </p15:guide>
        <p15:guide id="7" orient="horz" pos="2160" userDrawn="1">
          <p15:clr>
            <a:srgbClr val="F26B43"/>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6A4BC"/>
    <a:srgbClr val="FCCC6B"/>
    <a:srgbClr val="0B077F"/>
    <a:srgbClr val="28508A"/>
    <a:srgbClr val="327CA6"/>
    <a:srgbClr val="1FDBE8"/>
    <a:srgbClr val="FBBB3B"/>
    <a:srgbClr val="1A12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3241" autoAdjust="0"/>
  </p:normalViewPr>
  <p:slideViewPr>
    <p:cSldViewPr snapToGrid="0" showGuides="1">
      <p:cViewPr varScale="1">
        <p:scale>
          <a:sx n="85" d="100"/>
          <a:sy n="85" d="100"/>
        </p:scale>
        <p:origin x="1494" y="66"/>
      </p:cViewPr>
      <p:guideLst>
        <p:guide pos="3840"/>
        <p:guide pos="7256"/>
        <p:guide orient="horz" pos="3929"/>
        <p:guide orient="horz" pos="3864"/>
        <p:guide orient="horz" pos="2160"/>
      </p:guideLst>
    </p:cSldViewPr>
  </p:slideViewPr>
  <p:outlineViewPr>
    <p:cViewPr>
      <p:scale>
        <a:sx n="33" d="100"/>
        <a:sy n="33" d="100"/>
      </p:scale>
      <p:origin x="0" y="0"/>
    </p:cViewPr>
  </p:outlineViewPr>
  <p:notesTextViewPr>
    <p:cViewPr>
      <p:scale>
        <a:sx n="3" d="2"/>
        <a:sy n="3" d="2"/>
      </p:scale>
      <p:origin x="0" y="0"/>
    </p:cViewPr>
  </p:notesTextViewPr>
  <p:sorterViewPr showFormatting="0">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gs" Target="tags/tag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xmlns="" id="{83C43651-EA8B-4678-8FD9-6C875DB1361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
        <p:nvSpPr>
          <p:cNvPr id="3" name="日期占位符 2">
            <a:extLst>
              <a:ext uri="{FF2B5EF4-FFF2-40B4-BE49-F238E27FC236}">
                <a16:creationId xmlns:a16="http://schemas.microsoft.com/office/drawing/2014/main" xmlns="" id="{6BD28C34-B0BD-41BE-80A7-C252BFAB08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09C1BF11-5702-475A-BDCC-CA13CC2B291E}"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4" name="页脚占位符 3">
            <a:extLst>
              <a:ext uri="{FF2B5EF4-FFF2-40B4-BE49-F238E27FC236}">
                <a16:creationId xmlns:a16="http://schemas.microsoft.com/office/drawing/2014/main" xmlns="" id="{A77B7009-201B-41DD-A31B-ADB4AD7A41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5" name="灯片编号占位符 4">
            <a:extLst>
              <a:ext uri="{FF2B5EF4-FFF2-40B4-BE49-F238E27FC236}">
                <a16:creationId xmlns:a16="http://schemas.microsoft.com/office/drawing/2014/main" xmlns="" id="{DBB078B8-0584-4580-A4FF-8E471217AEE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381B0EFE-A81B-4FF2-A11B-20F00DF34C36}" type="slidenum">
              <a:rPr lang="zh-CN" altLang="en-US"/>
              <a:pPr/>
              <a:t>‹#›</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403255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xmlns="" id="{A1E830F0-DDCD-4D0F-B5F3-4FD19C8F867D}"/>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E86D8963-CFCD-4740-AF60-049850373CDF}"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30723" name="幻灯片图像占位符 3">
            <a:extLst>
              <a:ext uri="{FF2B5EF4-FFF2-40B4-BE49-F238E27FC236}">
                <a16:creationId xmlns:a16="http://schemas.microsoft.com/office/drawing/2014/main" xmlns="" id="{0E0776D9-EB5E-4648-A11C-5DC5CDC40389}"/>
              </a:ext>
            </a:extLst>
          </p:cNvPr>
          <p:cNvSpPr>
            <a:spLocks noGrp="1" noRot="1" noChangeAspect="1" noChangeArrowheads="1"/>
          </p:cNvSpPr>
          <p:nvPr>
            <p:ph type="sldImg" idx="4294967295"/>
          </p:nvPr>
        </p:nvSpPr>
        <p:spPr bwMode="auto">
          <a:xfrm>
            <a:off x="685800" y="1143000"/>
            <a:ext cx="5486400" cy="3086100"/>
          </a:xfrm>
          <a:prstGeom prst="rect">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sp>
      <p:sp>
        <p:nvSpPr>
          <p:cNvPr id="30724" name="备注占位符 7">
            <a:extLst>
              <a:ext uri="{FF2B5EF4-FFF2-40B4-BE49-F238E27FC236}">
                <a16:creationId xmlns:a16="http://schemas.microsoft.com/office/drawing/2014/main" xmlns="" id="{283E4D93-BBF5-4A19-BF46-DCA634601C1A}"/>
              </a:ext>
            </a:extLst>
          </p:cNvPr>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9" name="灯片编号占位符 8">
            <a:extLst>
              <a:ext uri="{FF2B5EF4-FFF2-40B4-BE49-F238E27FC236}">
                <a16:creationId xmlns:a16="http://schemas.microsoft.com/office/drawing/2014/main" xmlns="" id="{DF32E9F7-1370-428C-9546-57C937509114}"/>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4C464E13-4384-4E27-B198-CCD5CE71F818}" type="slidenum">
              <a:rPr lang="zh-CN" altLang="en-US"/>
              <a:pPr/>
              <a:t>‹#›</a:t>
            </a:fld>
            <a:endParaRPr lang="zh-CN" altLang="en-US">
              <a:latin typeface="Arial" panose="020B0604020202020204" pitchFamily="34" charset="0"/>
              <a:ea typeface="微软雅黑" panose="020B0503020204020204" pitchFamily="34" charset="-122"/>
            </a:endParaRPr>
          </a:p>
        </p:txBody>
      </p:sp>
      <p:sp>
        <p:nvSpPr>
          <p:cNvPr id="10" name="页脚占位符 9">
            <a:extLst>
              <a:ext uri="{FF2B5EF4-FFF2-40B4-BE49-F238E27FC236}">
                <a16:creationId xmlns:a16="http://schemas.microsoft.com/office/drawing/2014/main" xmlns="" id="{22C67519-F77F-4031-9D1A-E102741AFDF7}"/>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11" name="页眉占位符 10">
            <a:extLst>
              <a:ext uri="{FF2B5EF4-FFF2-40B4-BE49-F238E27FC236}">
                <a16:creationId xmlns:a16="http://schemas.microsoft.com/office/drawing/2014/main" xmlns="" id="{A2FFFFAA-8C8E-43C6-8DDC-20C2BA84D3E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Tree>
    <p:extLst>
      <p:ext uri="{BB962C8B-B14F-4D97-AF65-F5344CB8AC3E}">
        <p14:creationId xmlns:p14="http://schemas.microsoft.com/office/powerpoint/2010/main" val="2146978427"/>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嵌入式开发板（</a:t>
            </a:r>
            <a:r>
              <a:rPr lang="en-US" altLang="zh-CN" dirty="0" smtClean="0"/>
              <a:t>Embedded development board</a:t>
            </a:r>
            <a:r>
              <a:rPr lang="zh-CN" altLang="en-US" dirty="0" smtClean="0"/>
              <a:t>）是半导体行业分工合作的载体之一，它为开发产品的厂商提供基本的底层硬件、系统和驱动等资源，使得用户不需要再投入人力和时间来完成这些底层的工作。整个嵌入式开发板可以看作一个嵌入式系统。</a:t>
            </a:r>
            <a:endParaRPr lang="en-US" altLang="zh-CN" dirty="0" smtClean="0"/>
          </a:p>
          <a:p>
            <a:r>
              <a:rPr lang="zh-CN" altLang="en-US" dirty="0" smtClean="0"/>
              <a:t>嵌入式开发是一项系统工程，要求嵌入式系统厂商不仅要提供嵌入式软硬件系统本身，同时还需要提供强大的硬件开发工具和软件包支持。开发板包括中央处理器、存储器、输入设备、输出设备、数据通路</a:t>
            </a:r>
            <a:r>
              <a:rPr lang="en-US" altLang="zh-CN" dirty="0" smtClean="0"/>
              <a:t>/</a:t>
            </a:r>
            <a:r>
              <a:rPr lang="zh-CN" altLang="en-US" dirty="0" smtClean="0"/>
              <a:t>总线和外部资源接口等一系列硬件组件。而大部分嵌入式硬件都需要某种类型的软件进行初始化和管理，这类软件称为设备驱动程序（</a:t>
            </a:r>
            <a:r>
              <a:rPr lang="en-US" altLang="zh-CN" dirty="0" smtClean="0"/>
              <a:t>device driver</a:t>
            </a:r>
            <a:r>
              <a:rPr lang="zh-CN" altLang="en-US" dirty="0" smtClean="0"/>
              <a:t>）。因此在挑选开发板时不仅需要考虑硬件设备的性能，也要考虑官方软件包的解决方案。</a:t>
            </a:r>
            <a:endParaRPr lang="en-US" altLang="zh-CN"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sz="1200" b="0" i="0" kern="1200" dirty="0" smtClean="0">
                <a:solidFill>
                  <a:schemeClr val="tx1"/>
                </a:solidFill>
                <a:effectLst/>
                <a:latin typeface="+mn-lt"/>
                <a:ea typeface="+mn-ea"/>
                <a:cs typeface="+mn-cs"/>
              </a:rPr>
              <a:t>为了适应不同的应用场景</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机械设备，嵌入式系统的应用特性也是非常也体现在高集成和灵活性上，专业强、体积小、可剪裁、低功耗、可靠性高等特点，满足工业生产中各种设备需要安装的多样监测和伺服系统。随着物联网技术的成熟，厂商需要在芯片上集成更多的功能，采用更强大的嵌入式处理器的同时增加功能接口。此外，对于企业专用解决方案，如物流管理、条码扫描、移动信息采集等，这种小型手持嵌入式系统将发挥巨大的作用。</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3846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嵌入式系统主要由嵌入式硬件系统和嵌入式软件系统组成，硬件系统包括</a:t>
            </a:r>
            <a:r>
              <a:rPr lang="zh-CN" altLang="en-US" sz="1200" b="0" i="0" kern="1200" dirty="0" smtClean="0">
                <a:solidFill>
                  <a:schemeClr val="tx1"/>
                </a:solidFill>
                <a:effectLst/>
                <a:latin typeface="+mn-lt"/>
                <a:ea typeface="+mn-ea"/>
                <a:cs typeface="+mn-cs"/>
              </a:rPr>
              <a:t>嵌入式处理器、存储器、嵌入式外围硬件设备，软件系统主要包括底层驱动、操作系统、应用程序。</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其中，嵌入式处理器是嵌入式系统的核心。嵌入式处理器与通用处理器最大的区别在于嵌入式</a:t>
            </a:r>
            <a:r>
              <a:rPr lang="en-US" altLang="zh-CN" sz="1200" b="0" i="0" kern="1200" dirty="0" smtClean="0">
                <a:solidFill>
                  <a:schemeClr val="tx1"/>
                </a:solidFill>
                <a:effectLst/>
                <a:latin typeface="+mn-lt"/>
                <a:ea typeface="+mn-ea"/>
                <a:cs typeface="+mn-cs"/>
              </a:rPr>
              <a:t>CPU</a:t>
            </a:r>
            <a:r>
              <a:rPr lang="zh-CN" altLang="en-US" sz="1200" b="0" i="0" kern="1200" dirty="0" smtClean="0">
                <a:solidFill>
                  <a:schemeClr val="tx1"/>
                </a:solidFill>
                <a:effectLst/>
                <a:latin typeface="+mn-lt"/>
                <a:ea typeface="+mn-ea"/>
                <a:cs typeface="+mn-cs"/>
              </a:rPr>
              <a:t>大多工作在为特定用户群设计的系统中。</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存储器：静态易失型存储器（</a:t>
            </a:r>
            <a:r>
              <a:rPr lang="en-US" altLang="zh-CN" sz="1200" b="0" i="0" kern="1200" dirty="0" smtClean="0">
                <a:solidFill>
                  <a:schemeClr val="tx1"/>
                </a:solidFill>
                <a:effectLst/>
                <a:latin typeface="+mn-lt"/>
                <a:ea typeface="+mn-ea"/>
                <a:cs typeface="+mn-cs"/>
              </a:rPr>
              <a:t>RAM</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SRAM</a:t>
            </a:r>
            <a:r>
              <a:rPr lang="zh-CN" altLang="en-US" sz="1200" b="0" i="0" kern="1200" dirty="0" smtClean="0">
                <a:solidFill>
                  <a:schemeClr val="tx1"/>
                </a:solidFill>
                <a:effectLst/>
                <a:latin typeface="+mn-lt"/>
                <a:ea typeface="+mn-ea"/>
                <a:cs typeface="+mn-cs"/>
              </a:rPr>
              <a:t>）、动态存储器（</a:t>
            </a:r>
            <a:r>
              <a:rPr lang="en-US" altLang="zh-CN" sz="1200" b="0" i="0" kern="1200" dirty="0" smtClean="0">
                <a:solidFill>
                  <a:schemeClr val="tx1"/>
                </a:solidFill>
                <a:effectLst/>
                <a:latin typeface="+mn-lt"/>
                <a:ea typeface="+mn-ea"/>
                <a:cs typeface="+mn-cs"/>
              </a:rPr>
              <a:t>DRAM</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SDRAM</a:t>
            </a:r>
            <a:r>
              <a:rPr lang="zh-CN" altLang="en-US" sz="1200" b="0" i="0" kern="1200" dirty="0" smtClean="0">
                <a:solidFill>
                  <a:schemeClr val="tx1"/>
                </a:solidFill>
                <a:effectLst/>
                <a:latin typeface="+mn-lt"/>
                <a:ea typeface="+mn-ea"/>
                <a:cs typeface="+mn-cs"/>
              </a:rPr>
              <a:t>）、非易失型存储器（</a:t>
            </a:r>
            <a:r>
              <a:rPr lang="en-US" altLang="zh-CN" sz="1200" b="0" i="0" kern="1200" dirty="0" smtClean="0">
                <a:solidFill>
                  <a:schemeClr val="tx1"/>
                </a:solidFill>
                <a:effectLst/>
                <a:latin typeface="+mn-lt"/>
                <a:ea typeface="+mn-ea"/>
                <a:cs typeface="+mn-cs"/>
              </a:rPr>
              <a:t>ROM</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EPROM</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EEPROM</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Flash</a:t>
            </a:r>
            <a:r>
              <a:rPr lang="zh-CN" altLang="en-US" sz="1200" b="0" i="0" kern="1200" dirty="0" smtClean="0">
                <a:solidFill>
                  <a:schemeClr val="tx1"/>
                </a:solidFill>
                <a:effectLst/>
                <a:latin typeface="+mn-lt"/>
                <a:ea typeface="+mn-ea"/>
                <a:cs typeface="+mn-cs"/>
              </a:rPr>
              <a:t>）。</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嵌入式外围硬件设备：串口、以太网接口、</a:t>
            </a:r>
            <a:r>
              <a:rPr lang="en-US" altLang="zh-CN" sz="1200" b="0" i="0" kern="1200" dirty="0" smtClean="0">
                <a:solidFill>
                  <a:schemeClr val="tx1"/>
                </a:solidFill>
                <a:effectLst/>
                <a:latin typeface="+mn-lt"/>
                <a:ea typeface="+mn-ea"/>
                <a:cs typeface="+mn-cs"/>
              </a:rPr>
              <a:t>USB</a:t>
            </a:r>
            <a:r>
              <a:rPr lang="zh-CN" altLang="en-US" sz="1200" b="0" i="0" kern="1200" dirty="0" smtClean="0">
                <a:solidFill>
                  <a:schemeClr val="tx1"/>
                </a:solidFill>
                <a:effectLst/>
                <a:latin typeface="+mn-lt"/>
                <a:ea typeface="+mn-ea"/>
                <a:cs typeface="+mn-cs"/>
              </a:rPr>
              <a:t>、音频接口、液晶显示屏、摄像头等。</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底层驱动：实现嵌入式系统硬件和软件之间的接口。</a:t>
            </a:r>
          </a:p>
          <a:p>
            <a:r>
              <a:rPr lang="zh-CN" altLang="en-US" sz="1200" b="0" i="0" kern="1200" dirty="0" smtClean="0">
                <a:solidFill>
                  <a:schemeClr val="tx1"/>
                </a:solidFill>
                <a:effectLst/>
                <a:latin typeface="+mn-lt"/>
                <a:ea typeface="+mn-ea"/>
                <a:cs typeface="+mn-cs"/>
              </a:rPr>
              <a:t>操作系统：简称</a:t>
            </a:r>
            <a:r>
              <a:rPr lang="en-US" altLang="zh-CN" sz="1200" b="0" i="0" kern="1200" dirty="0" smtClean="0">
                <a:solidFill>
                  <a:schemeClr val="tx1"/>
                </a:solidFill>
                <a:effectLst/>
                <a:latin typeface="+mn-lt"/>
                <a:ea typeface="+mn-ea"/>
                <a:cs typeface="+mn-cs"/>
              </a:rPr>
              <a:t>OS</a:t>
            </a:r>
            <a:r>
              <a:rPr lang="zh-CN" altLang="en-US" sz="1200" b="0" i="0" kern="1200" dirty="0" smtClean="0">
                <a:solidFill>
                  <a:schemeClr val="tx1"/>
                </a:solidFill>
                <a:effectLst/>
                <a:latin typeface="+mn-lt"/>
                <a:ea typeface="+mn-ea"/>
                <a:cs typeface="+mn-cs"/>
              </a:rPr>
              <a:t>。实现系统的进程调度、任务处理。操作系统的核心是嵌入式处理器。流行的操作系统有：</a:t>
            </a:r>
            <a:r>
              <a:rPr lang="en-US" altLang="zh-CN" sz="1200" b="0" i="0" kern="1200" dirty="0" smtClean="0">
                <a:solidFill>
                  <a:schemeClr val="tx1"/>
                </a:solidFill>
                <a:effectLst/>
                <a:latin typeface="+mn-lt"/>
                <a:ea typeface="+mn-ea"/>
                <a:cs typeface="+mn-cs"/>
              </a:rPr>
              <a:t>Linux</a:t>
            </a:r>
            <a:r>
              <a:rPr lang="zh-CN" altLang="en-US" sz="1200" b="0" i="0" kern="1200" dirty="0" smtClean="0">
                <a:solidFill>
                  <a:schemeClr val="tx1"/>
                </a:solidFill>
                <a:effectLst/>
                <a:latin typeface="+mn-lt"/>
                <a:ea typeface="+mn-ea"/>
                <a:cs typeface="+mn-cs"/>
              </a:rPr>
              <a:t>、 </a:t>
            </a:r>
            <a:r>
              <a:rPr lang="en-US" altLang="zh-CN" sz="1200" b="0" i="0" kern="1200" dirty="0" err="1" smtClean="0">
                <a:solidFill>
                  <a:schemeClr val="tx1"/>
                </a:solidFill>
                <a:effectLst/>
                <a:latin typeface="+mn-lt"/>
                <a:ea typeface="+mn-ea"/>
                <a:cs typeface="+mn-cs"/>
              </a:rPr>
              <a:t>uC</a:t>
            </a:r>
            <a:r>
              <a:rPr lang="en-US" altLang="zh-CN" sz="1200" b="0" i="0" kern="1200" dirty="0" smtClean="0">
                <a:solidFill>
                  <a:schemeClr val="tx1"/>
                </a:solidFill>
                <a:effectLst/>
                <a:latin typeface="+mn-lt"/>
                <a:ea typeface="+mn-ea"/>
                <a:cs typeface="+mn-cs"/>
              </a:rPr>
              <a:t>/OS-II</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Windows CE</a:t>
            </a:r>
            <a:r>
              <a:rPr lang="zh-CN" altLang="en-US"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VxWorks</a:t>
            </a:r>
            <a:r>
              <a:rPr lang="zh-CN" altLang="en-US" sz="1200" b="0" i="0" kern="1200" dirty="0" smtClean="0">
                <a:solidFill>
                  <a:schemeClr val="tx1"/>
                </a:solidFill>
                <a:effectLst/>
                <a:latin typeface="+mn-lt"/>
                <a:ea typeface="+mn-ea"/>
                <a:cs typeface="+mn-cs"/>
              </a:rPr>
              <a:t>等。应用程序：实现系统功能的应用。</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7909380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嵌入式系统的核心部件是嵌入式处理器，截至</a:t>
            </a:r>
            <a:r>
              <a:rPr lang="en-US" altLang="zh-CN" sz="1200" b="0" i="0" kern="1200" dirty="0" smtClean="0">
                <a:solidFill>
                  <a:schemeClr val="tx1"/>
                </a:solidFill>
                <a:effectLst/>
                <a:latin typeface="+mn-lt"/>
                <a:ea typeface="+mn-ea"/>
                <a:cs typeface="+mn-cs"/>
              </a:rPr>
              <a:t>2000</a:t>
            </a:r>
            <a:r>
              <a:rPr lang="zh-CN" altLang="en-US" sz="1200" b="0" i="0" kern="1200" dirty="0" smtClean="0">
                <a:solidFill>
                  <a:schemeClr val="tx1"/>
                </a:solidFill>
                <a:effectLst/>
                <a:latin typeface="+mn-lt"/>
                <a:ea typeface="+mn-ea"/>
                <a:cs typeface="+mn-cs"/>
              </a:rPr>
              <a:t>年嵌入式处理器的品种总量超过</a:t>
            </a:r>
            <a:r>
              <a:rPr lang="en-US" altLang="zh-CN" sz="1200" b="0" i="0" kern="1200" dirty="0" smtClean="0">
                <a:solidFill>
                  <a:schemeClr val="tx1"/>
                </a:solidFill>
                <a:effectLst/>
                <a:latin typeface="+mn-lt"/>
                <a:ea typeface="+mn-ea"/>
                <a:cs typeface="+mn-cs"/>
              </a:rPr>
              <a:t>1000</a:t>
            </a:r>
            <a:r>
              <a:rPr lang="zh-CN" altLang="en-US" sz="1200" b="0" i="0" kern="1200" dirty="0" smtClean="0">
                <a:solidFill>
                  <a:schemeClr val="tx1"/>
                </a:solidFill>
                <a:effectLst/>
                <a:latin typeface="+mn-lt"/>
                <a:ea typeface="+mn-ea"/>
                <a:cs typeface="+mn-cs"/>
              </a:rPr>
              <a:t>种，流行的体系结构</a:t>
            </a:r>
            <a:r>
              <a:rPr lang="en-US" altLang="zh-CN" sz="1200" b="0" i="0" kern="1200" dirty="0" smtClean="0">
                <a:solidFill>
                  <a:schemeClr val="tx1"/>
                </a:solidFill>
                <a:effectLst/>
                <a:latin typeface="+mn-lt"/>
                <a:ea typeface="+mn-ea"/>
                <a:cs typeface="+mn-cs"/>
              </a:rPr>
              <a:t>30</a:t>
            </a:r>
            <a:r>
              <a:rPr lang="zh-CN" altLang="en-US" sz="1200" b="0" i="0" kern="1200" dirty="0" smtClean="0">
                <a:solidFill>
                  <a:schemeClr val="tx1"/>
                </a:solidFill>
                <a:effectLst/>
                <a:latin typeface="+mn-lt"/>
                <a:ea typeface="+mn-ea"/>
                <a:cs typeface="+mn-cs"/>
              </a:rPr>
              <a:t>多个系列。</a:t>
            </a:r>
          </a:p>
          <a:p>
            <a:r>
              <a:rPr lang="zh-CN" altLang="en-US" sz="1200" b="0" i="0" kern="1200" dirty="0" smtClean="0">
                <a:solidFill>
                  <a:schemeClr val="tx1"/>
                </a:solidFill>
                <a:effectLst/>
                <a:latin typeface="+mn-lt"/>
                <a:ea typeface="+mn-ea"/>
                <a:cs typeface="+mn-cs"/>
              </a:rPr>
              <a:t>从应用的角度来划分，嵌入式处理器分为这几个类型：嵌入式微控制器（</a:t>
            </a:r>
            <a:r>
              <a:rPr lang="en-US" altLang="zh-CN" sz="1200" b="0" i="0" kern="1200" dirty="0" smtClean="0">
                <a:solidFill>
                  <a:schemeClr val="tx1"/>
                </a:solidFill>
                <a:effectLst/>
                <a:latin typeface="+mn-lt"/>
                <a:ea typeface="+mn-ea"/>
                <a:cs typeface="+mn-cs"/>
              </a:rPr>
              <a:t>MCU:</a:t>
            </a:r>
            <a:r>
              <a:rPr lang="zh-CN" altLang="en-US" sz="1200" b="0" i="0" kern="1200" dirty="0" smtClean="0">
                <a:solidFill>
                  <a:schemeClr val="tx1"/>
                </a:solidFill>
                <a:effectLst/>
                <a:latin typeface="+mn-lt"/>
                <a:ea typeface="+mn-ea"/>
                <a:cs typeface="+mn-cs"/>
              </a:rPr>
              <a:t>又叫单片机）、嵌入式微处理器（</a:t>
            </a:r>
            <a:r>
              <a:rPr lang="en-US" altLang="zh-CN" sz="1200" b="0" i="0" kern="1200" dirty="0" smtClean="0">
                <a:solidFill>
                  <a:schemeClr val="tx1"/>
                </a:solidFill>
                <a:effectLst/>
                <a:latin typeface="+mn-lt"/>
                <a:ea typeface="+mn-ea"/>
                <a:cs typeface="+mn-cs"/>
              </a:rPr>
              <a:t>MPU</a:t>
            </a:r>
            <a:r>
              <a:rPr lang="zh-CN" altLang="en-US" sz="1200" b="0" i="0" kern="1200" dirty="0" smtClean="0">
                <a:solidFill>
                  <a:schemeClr val="tx1"/>
                </a:solidFill>
                <a:effectLst/>
                <a:latin typeface="+mn-lt"/>
                <a:ea typeface="+mn-ea"/>
                <a:cs typeface="+mn-cs"/>
              </a:rPr>
              <a:t>）、嵌入式</a:t>
            </a:r>
            <a:r>
              <a:rPr lang="en-US" altLang="zh-CN" sz="1200" b="0" i="0" kern="1200" dirty="0" smtClean="0">
                <a:solidFill>
                  <a:schemeClr val="tx1"/>
                </a:solidFill>
                <a:effectLst/>
                <a:latin typeface="+mn-lt"/>
                <a:ea typeface="+mn-ea"/>
                <a:cs typeface="+mn-cs"/>
              </a:rPr>
              <a:t>DSP</a:t>
            </a:r>
            <a:r>
              <a:rPr lang="zh-CN" altLang="en-US" sz="1200" b="0" i="0" kern="1200" dirty="0" smtClean="0">
                <a:solidFill>
                  <a:schemeClr val="tx1"/>
                </a:solidFill>
                <a:effectLst/>
                <a:latin typeface="+mn-lt"/>
                <a:ea typeface="+mn-ea"/>
                <a:cs typeface="+mn-cs"/>
              </a:rPr>
              <a:t>、嵌入式片上系统（</a:t>
            </a:r>
            <a:r>
              <a:rPr lang="en-US" altLang="zh-CN" sz="1200" b="0" i="0" kern="1200" dirty="0" err="1" smtClean="0">
                <a:solidFill>
                  <a:schemeClr val="tx1"/>
                </a:solidFill>
                <a:effectLst/>
                <a:latin typeface="+mn-lt"/>
                <a:ea typeface="+mn-ea"/>
                <a:cs typeface="+mn-cs"/>
              </a:rPr>
              <a:t>SoC</a:t>
            </a:r>
            <a:r>
              <a:rPr lang="zh-CN" altLang="en-US" sz="1200" b="0" i="0" kern="1200" dirty="0" smtClean="0">
                <a:solidFill>
                  <a:schemeClr val="tx1"/>
                </a:solidFill>
                <a:effectLst/>
                <a:latin typeface="+mn-lt"/>
                <a:ea typeface="+mn-ea"/>
                <a:cs typeface="+mn-cs"/>
              </a:rPr>
              <a:t>）。</a:t>
            </a:r>
          </a:p>
          <a:p>
            <a:r>
              <a:rPr lang="zh-CN" altLang="en-US" sz="1200" b="0" i="0" kern="1200" dirty="0" smtClean="0">
                <a:solidFill>
                  <a:schemeClr val="tx1"/>
                </a:solidFill>
                <a:effectLst/>
                <a:latin typeface="+mn-lt"/>
                <a:ea typeface="+mn-ea"/>
                <a:cs typeface="+mn-cs"/>
              </a:rPr>
              <a:t>通常使用的嵌入式微处理器分为</a:t>
            </a:r>
            <a:r>
              <a:rPr lang="en-US" altLang="zh-CN" sz="1200" b="0" i="0" kern="1200" dirty="0" smtClean="0">
                <a:solidFill>
                  <a:schemeClr val="tx1"/>
                </a:solidFill>
                <a:effectLst/>
                <a:latin typeface="+mn-lt"/>
                <a:ea typeface="+mn-ea"/>
                <a:cs typeface="+mn-cs"/>
              </a:rPr>
              <a:t>CISC</a:t>
            </a:r>
            <a:r>
              <a:rPr lang="zh-CN" altLang="en-US" sz="1200" b="0" i="0" kern="1200" dirty="0" smtClean="0">
                <a:solidFill>
                  <a:schemeClr val="tx1"/>
                </a:solidFill>
                <a:effectLst/>
                <a:latin typeface="+mn-lt"/>
                <a:ea typeface="+mn-ea"/>
                <a:cs typeface="+mn-cs"/>
              </a:rPr>
              <a:t>结构体系和</a:t>
            </a:r>
            <a:r>
              <a:rPr lang="en-US" altLang="zh-CN" sz="1200" b="0" i="0" kern="1200" dirty="0" smtClean="0">
                <a:solidFill>
                  <a:schemeClr val="tx1"/>
                </a:solidFill>
                <a:effectLst/>
                <a:latin typeface="+mn-lt"/>
                <a:ea typeface="+mn-ea"/>
                <a:cs typeface="+mn-cs"/>
              </a:rPr>
              <a:t>RISC</a:t>
            </a:r>
            <a:r>
              <a:rPr lang="zh-CN" altLang="en-US" sz="1200" b="0" i="0" kern="1200" dirty="0" smtClean="0">
                <a:solidFill>
                  <a:schemeClr val="tx1"/>
                </a:solidFill>
                <a:effectLst/>
                <a:latin typeface="+mn-lt"/>
                <a:ea typeface="+mn-ea"/>
                <a:cs typeface="+mn-cs"/>
              </a:rPr>
              <a:t>结构体系，大多数台式计算机都使用</a:t>
            </a:r>
            <a:r>
              <a:rPr lang="en-US" altLang="zh-CN" sz="1200" b="0" i="0" kern="1200" dirty="0" smtClean="0">
                <a:solidFill>
                  <a:schemeClr val="tx1"/>
                </a:solidFill>
                <a:effectLst/>
                <a:latin typeface="+mn-lt"/>
                <a:ea typeface="+mn-ea"/>
                <a:cs typeface="+mn-cs"/>
              </a:rPr>
              <a:t>CISC</a:t>
            </a:r>
            <a:r>
              <a:rPr lang="zh-CN" altLang="en-US" sz="1200" b="0" i="0" kern="1200" dirty="0" smtClean="0">
                <a:solidFill>
                  <a:schemeClr val="tx1"/>
                </a:solidFill>
                <a:effectLst/>
                <a:latin typeface="+mn-lt"/>
                <a:ea typeface="+mn-ea"/>
                <a:cs typeface="+mn-cs"/>
              </a:rPr>
              <a:t>微处理器，比如</a:t>
            </a:r>
            <a:r>
              <a:rPr lang="en-US" altLang="zh-CN" sz="1200" b="0" i="0" kern="1200" dirty="0" smtClean="0">
                <a:solidFill>
                  <a:schemeClr val="tx1"/>
                </a:solidFill>
                <a:effectLst/>
                <a:latin typeface="+mn-lt"/>
                <a:ea typeface="+mn-ea"/>
                <a:cs typeface="+mn-cs"/>
              </a:rPr>
              <a:t>Intel</a:t>
            </a:r>
            <a:r>
              <a:rPr lang="zh-CN" altLang="en-US" sz="1200" b="0" i="0" kern="1200" dirty="0" smtClean="0">
                <a:solidFill>
                  <a:schemeClr val="tx1"/>
                </a:solidFill>
                <a:effectLst/>
                <a:latin typeface="+mn-lt"/>
                <a:ea typeface="+mn-ea"/>
                <a:cs typeface="+mn-cs"/>
              </a:rPr>
              <a:t>的</a:t>
            </a:r>
            <a:r>
              <a:rPr lang="en-US" altLang="zh-CN" sz="1200" b="0" i="0" kern="1200" dirty="0" smtClean="0">
                <a:solidFill>
                  <a:schemeClr val="tx1"/>
                </a:solidFill>
                <a:effectLst/>
                <a:latin typeface="+mn-lt"/>
                <a:ea typeface="+mn-ea"/>
                <a:cs typeface="+mn-cs"/>
              </a:rPr>
              <a:t>X86</a:t>
            </a:r>
            <a:r>
              <a:rPr lang="zh-CN" altLang="en-US" sz="1200" b="0" i="0" kern="1200" dirty="0" smtClean="0">
                <a:solidFill>
                  <a:schemeClr val="tx1"/>
                </a:solidFill>
                <a:effectLst/>
                <a:latin typeface="+mn-lt"/>
                <a:ea typeface="+mn-ea"/>
                <a:cs typeface="+mn-cs"/>
              </a:rPr>
              <a:t>；而</a:t>
            </a:r>
            <a:r>
              <a:rPr lang="en-US" altLang="zh-CN" sz="1200" b="0" i="0" kern="1200" dirty="0" smtClean="0">
                <a:solidFill>
                  <a:schemeClr val="tx1"/>
                </a:solidFill>
                <a:effectLst/>
                <a:latin typeface="+mn-lt"/>
                <a:ea typeface="+mn-ea"/>
                <a:cs typeface="+mn-cs"/>
              </a:rPr>
              <a:t>RISC</a:t>
            </a:r>
            <a:r>
              <a:rPr lang="zh-CN" altLang="en-US" sz="1200" b="0" i="0" kern="1200" dirty="0" smtClean="0">
                <a:solidFill>
                  <a:schemeClr val="tx1"/>
                </a:solidFill>
                <a:effectLst/>
                <a:latin typeface="+mn-lt"/>
                <a:ea typeface="+mn-ea"/>
                <a:cs typeface="+mn-cs"/>
              </a:rPr>
              <a:t>结构体系有两大类：分别是</a:t>
            </a:r>
          </a:p>
          <a:p>
            <a:r>
              <a:rPr lang="en-US" altLang="zh-CN" sz="1200" b="0" i="0" kern="1200" dirty="0" smtClean="0">
                <a:solidFill>
                  <a:schemeClr val="tx1"/>
                </a:solidFill>
                <a:effectLst/>
                <a:latin typeface="+mn-lt"/>
                <a:ea typeface="+mn-ea"/>
                <a:cs typeface="+mn-cs"/>
              </a:rPr>
              <a:t>Silicon Graphics</a:t>
            </a:r>
            <a:r>
              <a:rPr lang="zh-CN" altLang="en-US" sz="1200" b="0" i="0" kern="1200" dirty="0" smtClean="0">
                <a:solidFill>
                  <a:schemeClr val="tx1"/>
                </a:solidFill>
                <a:effectLst/>
                <a:latin typeface="+mn-lt"/>
                <a:ea typeface="+mn-ea"/>
                <a:cs typeface="+mn-cs"/>
              </a:rPr>
              <a:t>公司（硅谷图形公司）的</a:t>
            </a:r>
            <a:r>
              <a:rPr lang="en-US" altLang="zh-CN" sz="1200" b="0" i="0" kern="1200" dirty="0" smtClean="0">
                <a:solidFill>
                  <a:schemeClr val="tx1"/>
                </a:solidFill>
                <a:effectLst/>
                <a:latin typeface="+mn-lt"/>
                <a:ea typeface="+mn-ea"/>
                <a:cs typeface="+mn-cs"/>
              </a:rPr>
              <a:t>MIPS</a:t>
            </a:r>
            <a:r>
              <a:rPr lang="zh-CN" altLang="en-US" sz="1200" b="0" i="0" kern="1200" dirty="0" smtClean="0">
                <a:solidFill>
                  <a:schemeClr val="tx1"/>
                </a:solidFill>
                <a:effectLst/>
                <a:latin typeface="+mn-lt"/>
                <a:ea typeface="+mn-ea"/>
                <a:cs typeface="+mn-cs"/>
              </a:rPr>
              <a:t>技术和</a:t>
            </a:r>
            <a:r>
              <a:rPr lang="en-US" altLang="zh-CN" sz="1200" b="0" i="0" kern="1200" dirty="0" smtClean="0">
                <a:solidFill>
                  <a:schemeClr val="tx1"/>
                </a:solidFill>
                <a:effectLst/>
                <a:latin typeface="+mn-lt"/>
                <a:ea typeface="+mn-ea"/>
                <a:cs typeface="+mn-cs"/>
              </a:rPr>
              <a:t>ARM</a:t>
            </a:r>
            <a:r>
              <a:rPr lang="zh-CN" altLang="en-US" sz="1200" b="0" i="0" kern="1200" dirty="0" smtClean="0">
                <a:solidFill>
                  <a:schemeClr val="tx1"/>
                </a:solidFill>
                <a:effectLst/>
                <a:latin typeface="+mn-lt"/>
                <a:ea typeface="+mn-ea"/>
                <a:cs typeface="+mn-cs"/>
              </a:rPr>
              <a:t>公司的</a:t>
            </a:r>
            <a:r>
              <a:rPr lang="en-US" altLang="zh-CN" sz="1200" b="0" i="0" kern="1200" dirty="0" smtClean="0">
                <a:solidFill>
                  <a:schemeClr val="tx1"/>
                </a:solidFill>
                <a:effectLst/>
                <a:latin typeface="+mn-lt"/>
                <a:ea typeface="+mn-ea"/>
                <a:cs typeface="+mn-cs"/>
              </a:rPr>
              <a:t>Advanced RISC Machines</a:t>
            </a:r>
            <a:r>
              <a:rPr lang="zh-CN" altLang="en-US" sz="1200" b="0" i="0" kern="1200" dirty="0" smtClean="0">
                <a:solidFill>
                  <a:schemeClr val="tx1"/>
                </a:solidFill>
                <a:effectLst/>
                <a:latin typeface="+mn-lt"/>
                <a:ea typeface="+mn-ea"/>
                <a:cs typeface="+mn-cs"/>
              </a:rPr>
              <a:t>技术。后面介绍的开发板</a:t>
            </a:r>
            <a:r>
              <a:rPr lang="en-US" altLang="zh-CN" sz="1200" b="0" i="0" kern="1200" dirty="0" smtClean="0">
                <a:solidFill>
                  <a:schemeClr val="tx1"/>
                </a:solidFill>
                <a:effectLst/>
                <a:latin typeface="+mn-lt"/>
                <a:ea typeface="+mn-ea"/>
                <a:cs typeface="+mn-cs"/>
              </a:rPr>
              <a:t>MPU</a:t>
            </a:r>
            <a:r>
              <a:rPr lang="zh-CN" altLang="en-US" sz="1200" b="0" i="0" kern="1200" dirty="0" smtClean="0">
                <a:solidFill>
                  <a:schemeClr val="tx1"/>
                </a:solidFill>
                <a:effectLst/>
                <a:latin typeface="+mn-lt"/>
                <a:ea typeface="+mn-ea"/>
                <a:cs typeface="+mn-cs"/>
              </a:rPr>
              <a:t>采用的都是</a:t>
            </a:r>
            <a:r>
              <a:rPr lang="en-US" altLang="zh-CN" sz="1200" b="0" i="0" kern="1200" dirty="0" smtClean="0">
                <a:solidFill>
                  <a:schemeClr val="tx1"/>
                </a:solidFill>
                <a:effectLst/>
                <a:latin typeface="+mn-lt"/>
                <a:ea typeface="+mn-ea"/>
                <a:cs typeface="+mn-cs"/>
              </a:rPr>
              <a:t>ARM</a:t>
            </a:r>
            <a:r>
              <a:rPr lang="zh-CN" altLang="en-US" sz="1200" b="0" i="0" kern="1200" dirty="0" smtClean="0">
                <a:solidFill>
                  <a:schemeClr val="tx1"/>
                </a:solidFill>
                <a:effectLst/>
                <a:latin typeface="+mn-lt"/>
                <a:ea typeface="+mn-ea"/>
                <a:cs typeface="+mn-cs"/>
              </a:rPr>
              <a:t>技术。</a:t>
            </a:r>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3450214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目前嵌入式系统已经遍布多个应用场景，无论在工业应用还是日常生活中都离不开嵌入式系统的应用。</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1524303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树莓派，（英语：</a:t>
            </a:r>
            <a:r>
              <a:rPr lang="en-US" altLang="zh-CN" sz="1200" b="0" i="0" kern="1200" dirty="0" smtClean="0">
                <a:solidFill>
                  <a:schemeClr val="tx1"/>
                </a:solidFill>
                <a:effectLst/>
                <a:latin typeface="+mn-lt"/>
                <a:ea typeface="+mn-ea"/>
                <a:cs typeface="+mn-cs"/>
              </a:rPr>
              <a:t>Raspberry Pi</a:t>
            </a:r>
            <a:r>
              <a:rPr lang="zh-CN" altLang="en-US" sz="1200" b="0" i="0" kern="1200" dirty="0" smtClean="0">
                <a:solidFill>
                  <a:schemeClr val="tx1"/>
                </a:solidFill>
                <a:effectLst/>
                <a:latin typeface="+mn-lt"/>
                <a:ea typeface="+mn-ea"/>
                <a:cs typeface="+mn-cs"/>
              </a:rPr>
              <a:t>，简写为</a:t>
            </a:r>
            <a:r>
              <a:rPr lang="en-US" altLang="zh-CN" sz="1200" b="0" i="0" kern="1200" dirty="0" err="1" smtClean="0">
                <a:solidFill>
                  <a:schemeClr val="tx1"/>
                </a:solidFill>
                <a:effectLst/>
                <a:latin typeface="+mn-lt"/>
                <a:ea typeface="+mn-ea"/>
                <a:cs typeface="+mn-cs"/>
              </a:rPr>
              <a:t>RPi</a:t>
            </a:r>
            <a:r>
              <a:rPr lang="zh-CN" altLang="en-US" sz="1200" b="0" i="0" kern="1200" dirty="0" smtClean="0">
                <a:solidFill>
                  <a:schemeClr val="tx1"/>
                </a:solidFill>
                <a:effectLst/>
                <a:latin typeface="+mn-lt"/>
                <a:ea typeface="+mn-ea"/>
                <a:cs typeface="+mn-cs"/>
              </a:rPr>
              <a:t>，别名为</a:t>
            </a:r>
            <a:r>
              <a:rPr lang="en-US" altLang="zh-CN" sz="1200" b="0" i="0" kern="1200" dirty="0" err="1" smtClean="0">
                <a:solidFill>
                  <a:schemeClr val="tx1"/>
                </a:solidFill>
                <a:effectLst/>
                <a:latin typeface="+mn-lt"/>
                <a:ea typeface="+mn-ea"/>
                <a:cs typeface="+mn-cs"/>
              </a:rPr>
              <a:t>RasPi</a:t>
            </a:r>
            <a:r>
              <a:rPr lang="en-US" altLang="zh-CN" sz="1200" b="0" i="0" kern="1200" dirty="0" smtClean="0">
                <a:solidFill>
                  <a:schemeClr val="tx1"/>
                </a:solidFill>
                <a:effectLst/>
                <a:latin typeface="+mn-lt"/>
                <a:ea typeface="+mn-ea"/>
                <a:cs typeface="+mn-cs"/>
              </a:rPr>
              <a:t> / RPI</a:t>
            </a:r>
            <a:r>
              <a:rPr lang="zh-CN" altLang="en-US" sz="1200" b="0" i="0" kern="1200" dirty="0" smtClean="0">
                <a:solidFill>
                  <a:schemeClr val="tx1"/>
                </a:solidFill>
                <a:effectLst/>
                <a:latin typeface="+mn-lt"/>
                <a:ea typeface="+mn-ea"/>
                <a:cs typeface="+mn-cs"/>
              </a:rPr>
              <a:t>）是为学习计算机编程教育而设计，只有信用卡大小的微型电脑，其系统基于</a:t>
            </a:r>
            <a:r>
              <a:rPr lang="en-US" altLang="zh-CN" sz="1200" b="0" i="0" kern="1200" dirty="0" smtClean="0">
                <a:solidFill>
                  <a:schemeClr val="tx1"/>
                </a:solidFill>
                <a:effectLst/>
                <a:latin typeface="+mn-lt"/>
                <a:ea typeface="+mn-ea"/>
                <a:cs typeface="+mn-cs"/>
              </a:rPr>
              <a:t>Linux</a:t>
            </a:r>
            <a:r>
              <a:rPr lang="zh-CN" altLang="en-US" sz="1200" b="0" i="0" kern="1200" dirty="0" smtClean="0">
                <a:solidFill>
                  <a:schemeClr val="tx1"/>
                </a:solidFill>
                <a:effectLst/>
                <a:latin typeface="+mn-lt"/>
                <a:ea typeface="+mn-ea"/>
                <a:cs typeface="+mn-cs"/>
              </a:rPr>
              <a:t>。</a:t>
            </a:r>
            <a:endParaRPr lang="en-US" altLang="zh-CN" sz="1200" b="0" i="0" kern="1200" dirty="0" smtClean="0">
              <a:solidFill>
                <a:schemeClr val="tx1"/>
              </a:solidFill>
              <a:effectLst/>
              <a:latin typeface="+mn-lt"/>
              <a:ea typeface="+mn-ea"/>
              <a:cs typeface="+mn-cs"/>
            </a:endParaRPr>
          </a:p>
          <a:p>
            <a:r>
              <a:rPr lang="zh-CN" altLang="en-US" dirty="0" smtClean="0"/>
              <a:t>它是一款基于</a:t>
            </a:r>
            <a:r>
              <a:rPr lang="en-US" altLang="zh-CN" dirty="0" smtClean="0"/>
              <a:t>ARM</a:t>
            </a:r>
            <a:r>
              <a:rPr lang="zh-CN" altLang="en-US" dirty="0" smtClean="0"/>
              <a:t>的微型电脑主板，以</a:t>
            </a:r>
            <a:r>
              <a:rPr lang="en-US" altLang="zh-CN" dirty="0" smtClean="0"/>
              <a:t>SD/</a:t>
            </a:r>
            <a:r>
              <a:rPr lang="en-US" altLang="zh-CN" dirty="0" err="1" smtClean="0"/>
              <a:t>MicroSD</a:t>
            </a:r>
            <a:r>
              <a:rPr lang="zh-CN" altLang="en-US" dirty="0" smtClean="0"/>
              <a:t>卡为内存硬盘，卡片主板周围有多个</a:t>
            </a:r>
            <a:r>
              <a:rPr lang="en-US" altLang="zh-CN" dirty="0" smtClean="0"/>
              <a:t>USB</a:t>
            </a:r>
            <a:r>
              <a:rPr lang="zh-CN" altLang="en-US" dirty="0" smtClean="0"/>
              <a:t>接口和一个以太网接口，可连接键盘、鼠标和网线，同时拥有视频模拟信号的电视输出接口和</a:t>
            </a:r>
            <a:r>
              <a:rPr lang="en-US" altLang="zh-CN" dirty="0" smtClean="0"/>
              <a:t>HDMI</a:t>
            </a:r>
            <a:r>
              <a:rPr lang="zh-CN" altLang="en-US" dirty="0" smtClean="0"/>
              <a:t>高清视频输出接口，以上部件全部整合在一张仅比信用卡稍大的主板上，具备所有</a:t>
            </a:r>
            <a:r>
              <a:rPr lang="en-US" altLang="zh-CN" dirty="0" smtClean="0"/>
              <a:t>PC</a:t>
            </a:r>
            <a:r>
              <a:rPr lang="zh-CN" altLang="en-US" dirty="0" smtClean="0"/>
              <a:t>的基本功能。只需接通电视机和键盘，就能执行如电子表格、文字处理、玩游戏、播放高清视频等诸多功能。</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61548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树莓派早期有</a:t>
            </a:r>
            <a:r>
              <a:rPr lang="en-US" altLang="zh-CN" sz="1200" b="0" i="0" kern="1200" dirty="0" smtClean="0">
                <a:solidFill>
                  <a:schemeClr val="tx1"/>
                </a:solidFill>
                <a:effectLst/>
                <a:latin typeface="+mn-lt"/>
                <a:ea typeface="+mn-ea"/>
                <a:cs typeface="+mn-cs"/>
              </a:rPr>
              <a:t>A</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B</a:t>
            </a:r>
            <a:r>
              <a:rPr lang="zh-CN" altLang="en-US" sz="1200" b="0" i="0" kern="1200" dirty="0" smtClean="0">
                <a:solidFill>
                  <a:schemeClr val="tx1"/>
                </a:solidFill>
                <a:effectLst/>
                <a:latin typeface="+mn-lt"/>
                <a:ea typeface="+mn-ea"/>
                <a:cs typeface="+mn-cs"/>
              </a:rPr>
              <a:t>两个型号，主要区别：</a:t>
            </a:r>
            <a:r>
              <a:rPr lang="en-US" altLang="zh-CN" sz="1200" b="0" i="0" kern="1200" dirty="0" smtClean="0">
                <a:solidFill>
                  <a:schemeClr val="tx1"/>
                </a:solidFill>
                <a:effectLst/>
                <a:latin typeface="+mn-lt"/>
                <a:ea typeface="+mn-ea"/>
                <a:cs typeface="+mn-cs"/>
              </a:rPr>
              <a:t>A</a:t>
            </a:r>
            <a:r>
              <a:rPr lang="zh-CN" altLang="en-US" sz="1200" b="0" i="0" kern="1200" dirty="0" smtClean="0">
                <a:solidFill>
                  <a:schemeClr val="tx1"/>
                </a:solidFill>
                <a:effectLst/>
                <a:latin typeface="+mn-lt"/>
                <a:ea typeface="+mn-ea"/>
                <a:cs typeface="+mn-cs"/>
              </a:rPr>
              <a:t>型：</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个</a:t>
            </a:r>
            <a:r>
              <a:rPr lang="en-US" altLang="zh-CN" sz="1200" b="0" i="0" kern="1200" dirty="0" smtClean="0">
                <a:solidFill>
                  <a:schemeClr val="tx1"/>
                </a:solidFill>
                <a:effectLst/>
                <a:latin typeface="+mn-lt"/>
                <a:ea typeface="+mn-ea"/>
                <a:cs typeface="+mn-cs"/>
              </a:rPr>
              <a:t>USB</a:t>
            </a:r>
            <a:r>
              <a:rPr lang="zh-CN" altLang="en-US" sz="1200" b="0" i="0" kern="1200" dirty="0" smtClean="0">
                <a:solidFill>
                  <a:schemeClr val="tx1"/>
                </a:solidFill>
                <a:effectLst/>
                <a:latin typeface="+mn-lt"/>
                <a:ea typeface="+mn-ea"/>
                <a:cs typeface="+mn-cs"/>
              </a:rPr>
              <a:t>、无有线网络接口、功率</a:t>
            </a:r>
            <a:r>
              <a:rPr lang="en-US" altLang="zh-CN" sz="1200" b="0" i="0" kern="1200" dirty="0" smtClean="0">
                <a:solidFill>
                  <a:schemeClr val="tx1"/>
                </a:solidFill>
                <a:effectLst/>
                <a:latin typeface="+mn-lt"/>
                <a:ea typeface="+mn-ea"/>
                <a:cs typeface="+mn-cs"/>
              </a:rPr>
              <a:t>2.5W,500mA</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256MB RAM</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B</a:t>
            </a:r>
            <a:r>
              <a:rPr lang="zh-CN" altLang="en-US" sz="1200" b="0" i="0" kern="1200" dirty="0" smtClean="0">
                <a:solidFill>
                  <a:schemeClr val="tx1"/>
                </a:solidFill>
                <a:effectLst/>
                <a:latin typeface="+mn-lt"/>
                <a:ea typeface="+mn-ea"/>
                <a:cs typeface="+mn-cs"/>
              </a:rPr>
              <a:t>型：</a:t>
            </a:r>
            <a:r>
              <a:rPr lang="en-US" altLang="zh-CN" sz="1200" b="0" i="0" kern="1200" dirty="0" smtClean="0">
                <a:solidFill>
                  <a:schemeClr val="tx1"/>
                </a:solidFill>
                <a:effectLst/>
                <a:latin typeface="+mn-lt"/>
                <a:ea typeface="+mn-ea"/>
                <a:cs typeface="+mn-cs"/>
              </a:rPr>
              <a:t>2</a:t>
            </a:r>
            <a:r>
              <a:rPr lang="zh-CN" altLang="en-US" sz="1200" b="0" i="0" kern="1200" dirty="0" smtClean="0">
                <a:solidFill>
                  <a:schemeClr val="tx1"/>
                </a:solidFill>
                <a:effectLst/>
                <a:latin typeface="+mn-lt"/>
                <a:ea typeface="+mn-ea"/>
                <a:cs typeface="+mn-cs"/>
              </a:rPr>
              <a:t>个</a:t>
            </a:r>
            <a:r>
              <a:rPr lang="en-US" altLang="zh-CN" sz="1200" b="0" i="0" kern="1200" dirty="0" smtClean="0">
                <a:solidFill>
                  <a:schemeClr val="tx1"/>
                </a:solidFill>
                <a:effectLst/>
                <a:latin typeface="+mn-lt"/>
                <a:ea typeface="+mn-ea"/>
                <a:cs typeface="+mn-cs"/>
              </a:rPr>
              <a:t>USB</a:t>
            </a:r>
            <a:r>
              <a:rPr lang="zh-CN" altLang="en-US" sz="1200" b="0" i="0" kern="1200" dirty="0" smtClean="0">
                <a:solidFill>
                  <a:schemeClr val="tx1"/>
                </a:solidFill>
                <a:effectLst/>
                <a:latin typeface="+mn-lt"/>
                <a:ea typeface="+mn-ea"/>
                <a:cs typeface="+mn-cs"/>
              </a:rPr>
              <a:t>、支持有线网络、功率</a:t>
            </a:r>
            <a:r>
              <a:rPr lang="en-US" altLang="zh-CN" sz="1200" b="0" i="0" kern="1200" dirty="0" smtClean="0">
                <a:solidFill>
                  <a:schemeClr val="tx1"/>
                </a:solidFill>
                <a:effectLst/>
                <a:latin typeface="+mn-lt"/>
                <a:ea typeface="+mn-ea"/>
                <a:cs typeface="+mn-cs"/>
              </a:rPr>
              <a:t>3.5W</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700mA</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512MB RAM</a:t>
            </a:r>
            <a:r>
              <a:rPr lang="zh-CN" altLang="en-US" sz="1200" b="0" i="0" kern="1200" dirty="0" smtClean="0">
                <a:solidFill>
                  <a:schemeClr val="tx1"/>
                </a:solidFill>
                <a:effectLst/>
                <a:latin typeface="+mn-lt"/>
                <a:ea typeface="+mn-ea"/>
                <a:cs typeface="+mn-cs"/>
              </a:rPr>
              <a:t>。后续分别推出</a:t>
            </a:r>
            <a:r>
              <a:rPr lang="en-US" altLang="zh-CN" sz="1200" b="0" i="0" kern="1200" dirty="0" smtClean="0">
                <a:solidFill>
                  <a:schemeClr val="tx1"/>
                </a:solidFill>
                <a:effectLst/>
                <a:latin typeface="+mn-lt"/>
                <a:ea typeface="+mn-ea"/>
                <a:cs typeface="+mn-cs"/>
              </a:rPr>
              <a:t>B+</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A+</a:t>
            </a:r>
            <a:r>
              <a:rPr lang="zh-CN" altLang="en-US" sz="1200" b="0" i="0" kern="1200" dirty="0" smtClean="0">
                <a:solidFill>
                  <a:schemeClr val="tx1"/>
                </a:solidFill>
                <a:effectLst/>
                <a:latin typeface="+mn-lt"/>
                <a:ea typeface="+mn-ea"/>
                <a:cs typeface="+mn-cs"/>
              </a:rPr>
              <a:t>两个型号加强了性能，具体表现在更多的</a:t>
            </a:r>
            <a:r>
              <a:rPr lang="en-US" altLang="zh-CN" sz="1200" b="0" i="0" kern="1200" dirty="0" smtClean="0">
                <a:solidFill>
                  <a:schemeClr val="tx1"/>
                </a:solidFill>
                <a:effectLst/>
                <a:latin typeface="+mn-lt"/>
                <a:ea typeface="+mn-ea"/>
                <a:cs typeface="+mn-cs"/>
              </a:rPr>
              <a:t>GPIO</a:t>
            </a:r>
            <a:r>
              <a:rPr lang="zh-CN" altLang="en-US" sz="1200" b="0" i="0" kern="1200" dirty="0" smtClean="0">
                <a:solidFill>
                  <a:schemeClr val="tx1"/>
                </a:solidFill>
                <a:effectLst/>
                <a:latin typeface="+mn-lt"/>
                <a:ea typeface="+mn-ea"/>
                <a:cs typeface="+mn-cs"/>
              </a:rPr>
              <a:t>针脚、更多的</a:t>
            </a:r>
            <a:r>
              <a:rPr lang="en-US" altLang="zh-CN" sz="1200" b="0" i="0" kern="1200" dirty="0" smtClean="0">
                <a:solidFill>
                  <a:schemeClr val="tx1"/>
                </a:solidFill>
                <a:effectLst/>
                <a:latin typeface="+mn-lt"/>
                <a:ea typeface="+mn-ea"/>
                <a:cs typeface="+mn-cs"/>
              </a:rPr>
              <a:t>USB</a:t>
            </a:r>
            <a:r>
              <a:rPr lang="zh-CN" altLang="en-US" sz="1200" b="0" i="0" kern="1200" dirty="0" smtClean="0">
                <a:solidFill>
                  <a:schemeClr val="tx1"/>
                </a:solidFill>
                <a:effectLst/>
                <a:latin typeface="+mn-lt"/>
                <a:ea typeface="+mn-ea"/>
                <a:cs typeface="+mn-cs"/>
              </a:rPr>
              <a:t>接口、更低的功耗等。</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4810953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dirty="0" smtClean="0"/>
              <a:t>树莓派在</a:t>
            </a:r>
            <a:r>
              <a:rPr lang="en-US" altLang="zh-CN" dirty="0" smtClean="0"/>
              <a:t>A+</a:t>
            </a:r>
            <a:r>
              <a:rPr lang="zh-CN" altLang="en-US" dirty="0" smtClean="0"/>
              <a:t>版与</a:t>
            </a:r>
            <a:r>
              <a:rPr lang="en-US" altLang="zh-CN" dirty="0" smtClean="0"/>
              <a:t>B+</a:t>
            </a:r>
            <a:r>
              <a:rPr lang="zh-CN" altLang="en-US" dirty="0" smtClean="0"/>
              <a:t>版后，陆续推出了第二代、第三代以及其他多种不同的版本。</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dirty="0" smtClean="0"/>
              <a:t>目前主要有以下型号：</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0180458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我们以树莓派</a:t>
            </a:r>
            <a:r>
              <a:rPr lang="en-US" altLang="zh-CN" dirty="0" smtClean="0"/>
              <a:t>3B+</a:t>
            </a:r>
            <a:r>
              <a:rPr lang="zh-CN" altLang="en-US" dirty="0" smtClean="0"/>
              <a:t>为例，解析树莓派结构。</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298899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NVIDIA </a:t>
            </a:r>
            <a:r>
              <a:rPr lang="en-US" altLang="zh-CN" dirty="0" err="1" smtClean="0"/>
              <a:t>Jetson</a:t>
            </a:r>
            <a:r>
              <a:rPr lang="zh-CN" altLang="en-US" dirty="0" smtClean="0"/>
              <a:t>是</a:t>
            </a:r>
            <a:r>
              <a:rPr lang="en-US" altLang="zh-CN" dirty="0" smtClean="0"/>
              <a:t>NVIDIA</a:t>
            </a:r>
            <a:r>
              <a:rPr lang="zh-CN" altLang="en-US" dirty="0" smtClean="0"/>
              <a:t>为新一代自主机器设计的嵌入式系统，是一个</a:t>
            </a:r>
            <a:r>
              <a:rPr lang="en-US" altLang="zh-CN" dirty="0" smtClean="0"/>
              <a:t>AI</a:t>
            </a:r>
            <a:r>
              <a:rPr lang="zh-CN" altLang="en-US" dirty="0" smtClean="0"/>
              <a:t>平台。</a:t>
            </a:r>
            <a:endParaRPr lang="en-US" altLang="zh-CN" dirty="0" smtClean="0"/>
          </a:p>
          <a:p>
            <a:r>
              <a:rPr lang="en-US" altLang="zh-CN" dirty="0" smtClean="0"/>
              <a:t>NVIDIA </a:t>
            </a:r>
            <a:r>
              <a:rPr lang="en-US" altLang="zh-CN" dirty="0" err="1" smtClean="0"/>
              <a:t>Jetson</a:t>
            </a:r>
            <a:r>
              <a:rPr lang="zh-CN" altLang="en-US" dirty="0" smtClean="0"/>
              <a:t>系统所提供的性能和能效可提高自主机器软件的运行速度。每个系统都是一个完备的模块化系统 </a:t>
            </a:r>
            <a:r>
              <a:rPr lang="en-US" altLang="zh-CN" dirty="0" smtClean="0"/>
              <a:t>(SOM)</a:t>
            </a:r>
            <a:r>
              <a:rPr lang="zh-CN" altLang="en-US" dirty="0" smtClean="0"/>
              <a:t>，具备 </a:t>
            </a:r>
            <a:r>
              <a:rPr lang="en-US" altLang="zh-CN" dirty="0" smtClean="0"/>
              <a:t>CPU</a:t>
            </a:r>
            <a:r>
              <a:rPr lang="zh-CN" altLang="en-US" dirty="0" smtClean="0"/>
              <a:t>、</a:t>
            </a:r>
            <a:r>
              <a:rPr lang="en-US" altLang="zh-CN" dirty="0" smtClean="0"/>
              <a:t>GPU</a:t>
            </a:r>
            <a:r>
              <a:rPr lang="zh-CN" altLang="en-US" dirty="0" smtClean="0"/>
              <a:t>、</a:t>
            </a:r>
            <a:r>
              <a:rPr lang="en-US" altLang="zh-CN" dirty="0" smtClean="0"/>
              <a:t>PMIC</a:t>
            </a:r>
            <a:r>
              <a:rPr lang="zh-CN" altLang="en-US" dirty="0" smtClean="0"/>
              <a:t>、</a:t>
            </a:r>
            <a:r>
              <a:rPr lang="en-US" altLang="zh-CN" dirty="0" smtClean="0"/>
              <a:t>DRAM </a:t>
            </a:r>
            <a:r>
              <a:rPr lang="zh-CN" altLang="en-US" dirty="0" smtClean="0"/>
              <a:t>和闪存。 </a:t>
            </a:r>
            <a:r>
              <a:rPr lang="en-US" altLang="zh-CN" dirty="0" err="1" smtClean="0"/>
              <a:t>Jetson</a:t>
            </a:r>
            <a:r>
              <a:rPr lang="en-US" altLang="zh-CN" dirty="0" smtClean="0"/>
              <a:t> </a:t>
            </a:r>
            <a:r>
              <a:rPr lang="zh-CN" altLang="en-US" dirty="0" smtClean="0"/>
              <a:t>具备可扩展性，选择应用场合的 </a:t>
            </a:r>
            <a:r>
              <a:rPr lang="en-US" altLang="zh-CN" dirty="0" smtClean="0"/>
              <a:t>SOM</a:t>
            </a:r>
            <a:r>
              <a:rPr lang="zh-CN" altLang="en-US" dirty="0" smtClean="0"/>
              <a:t>，即能够以此为基础构建自定义系统，满足应用需求。</a:t>
            </a:r>
            <a:r>
              <a:rPr lang="en-US" altLang="zh-CN" dirty="0" err="1" smtClean="0"/>
              <a:t>Jetson</a:t>
            </a:r>
            <a:r>
              <a:rPr lang="en-US" altLang="zh-CN" dirty="0" smtClean="0"/>
              <a:t> </a:t>
            </a:r>
            <a:r>
              <a:rPr lang="zh-CN" altLang="en-US" dirty="0" smtClean="0"/>
              <a:t>模块可以支持需要各种性能级别和价格的大量应用场合，例如 </a:t>
            </a:r>
            <a:r>
              <a:rPr lang="en-US" altLang="zh-CN" dirty="0" smtClean="0"/>
              <a:t>AI </a:t>
            </a:r>
            <a:r>
              <a:rPr lang="zh-CN" altLang="en-US" dirty="0" smtClean="0"/>
              <a:t>网络视频录像机 </a:t>
            </a:r>
            <a:r>
              <a:rPr lang="en-US" altLang="zh-CN" dirty="0" smtClean="0"/>
              <a:t>(NVR)</a:t>
            </a:r>
            <a:r>
              <a:rPr lang="zh-CN" altLang="en-US" dirty="0" smtClean="0"/>
              <a:t>、高精度制造领域中的自动光学检查 </a:t>
            </a:r>
            <a:r>
              <a:rPr lang="en-US" altLang="zh-CN" dirty="0" smtClean="0"/>
              <a:t>(AOI) </a:t>
            </a:r>
            <a:r>
              <a:rPr lang="zh-CN" altLang="en-US" dirty="0" smtClean="0"/>
              <a:t>以及自主移动机器人 </a:t>
            </a:r>
            <a:r>
              <a:rPr lang="en-US" altLang="zh-CN" dirty="0" smtClean="0"/>
              <a:t>(AMR)</a:t>
            </a:r>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380018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err="1" smtClean="0">
                <a:solidFill>
                  <a:schemeClr val="tx1"/>
                </a:solidFill>
                <a:effectLst/>
                <a:latin typeface="+mn-lt"/>
                <a:ea typeface="+mn-ea"/>
                <a:cs typeface="+mn-cs"/>
              </a:rPr>
              <a:t>Jetson</a:t>
            </a:r>
            <a:r>
              <a:rPr lang="en-US" altLang="zh-CN" sz="1200" b="0" i="0" kern="1200" dirty="0" smtClean="0">
                <a:solidFill>
                  <a:schemeClr val="tx1"/>
                </a:solidFill>
                <a:effectLst/>
                <a:latin typeface="+mn-lt"/>
                <a:ea typeface="+mn-ea"/>
                <a:cs typeface="+mn-cs"/>
              </a:rPr>
              <a:t> Nano——</a:t>
            </a:r>
            <a:r>
              <a:rPr lang="zh-CN" altLang="en-US" sz="1200" b="0" i="0" kern="1200" dirty="0" smtClean="0">
                <a:solidFill>
                  <a:schemeClr val="tx1"/>
                </a:solidFill>
                <a:effectLst/>
                <a:latin typeface="+mn-lt"/>
                <a:ea typeface="+mn-ea"/>
                <a:cs typeface="+mn-cs"/>
              </a:rPr>
              <a:t>低成本的 </a:t>
            </a:r>
            <a:r>
              <a:rPr lang="en-US" altLang="zh-CN" sz="1200" b="0" i="0" kern="1200" dirty="0" smtClean="0">
                <a:solidFill>
                  <a:schemeClr val="tx1"/>
                </a:solidFill>
                <a:effectLst/>
                <a:latin typeface="+mn-lt"/>
                <a:ea typeface="+mn-ea"/>
                <a:cs typeface="+mn-cs"/>
              </a:rPr>
              <a:t>AI </a:t>
            </a:r>
            <a:r>
              <a:rPr lang="zh-CN" altLang="en-US" sz="1200" b="0" i="0" kern="1200" dirty="0" smtClean="0">
                <a:solidFill>
                  <a:schemeClr val="tx1"/>
                </a:solidFill>
                <a:effectLst/>
                <a:latin typeface="+mn-lt"/>
                <a:ea typeface="+mn-ea"/>
                <a:cs typeface="+mn-cs"/>
              </a:rPr>
              <a:t>计算机，具备的性能和能效可以运行现代 </a:t>
            </a:r>
            <a:r>
              <a:rPr lang="en-US" altLang="zh-CN" sz="1200" b="0" i="0" kern="1200" dirty="0" smtClean="0">
                <a:solidFill>
                  <a:schemeClr val="tx1"/>
                </a:solidFill>
                <a:effectLst/>
                <a:latin typeface="+mn-lt"/>
                <a:ea typeface="+mn-ea"/>
                <a:cs typeface="+mn-cs"/>
              </a:rPr>
              <a:t>AI </a:t>
            </a:r>
            <a:r>
              <a:rPr lang="zh-CN" altLang="en-US" sz="1200" b="0" i="0" kern="1200" dirty="0" smtClean="0">
                <a:solidFill>
                  <a:schemeClr val="tx1"/>
                </a:solidFill>
                <a:effectLst/>
                <a:latin typeface="+mn-lt"/>
                <a:ea typeface="+mn-ea"/>
                <a:cs typeface="+mn-cs"/>
              </a:rPr>
              <a:t>工作负载，并行运行多个神经网络，以及同时处理来自多个高清传感器的数据。</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1539068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err="1" smtClean="0">
                <a:solidFill>
                  <a:schemeClr val="tx1"/>
                </a:solidFill>
                <a:effectLst/>
                <a:latin typeface="+mn-lt"/>
                <a:ea typeface="+mn-ea"/>
                <a:cs typeface="+mn-cs"/>
              </a:rPr>
              <a:t>Jetson</a:t>
            </a:r>
            <a:r>
              <a:rPr lang="en-US" altLang="zh-CN" sz="1200" b="0" i="0" kern="1200" dirty="0" smtClean="0">
                <a:solidFill>
                  <a:schemeClr val="tx1"/>
                </a:solidFill>
                <a:effectLst/>
                <a:latin typeface="+mn-lt"/>
                <a:ea typeface="+mn-ea"/>
                <a:cs typeface="+mn-cs"/>
              </a:rPr>
              <a:t> TX2——</a:t>
            </a:r>
            <a:r>
              <a:rPr lang="zh-CN" altLang="en-US" sz="1200" b="0" i="0" kern="1200" dirty="0" smtClean="0">
                <a:solidFill>
                  <a:schemeClr val="tx1"/>
                </a:solidFill>
                <a:effectLst/>
                <a:latin typeface="+mn-lt"/>
                <a:ea typeface="+mn-ea"/>
                <a:cs typeface="+mn-cs"/>
              </a:rPr>
              <a:t>适用于边缘设备 </a:t>
            </a:r>
            <a:r>
              <a:rPr lang="en-US" altLang="zh-CN" sz="1200" b="0" i="0" kern="1200" dirty="0" smtClean="0">
                <a:solidFill>
                  <a:schemeClr val="tx1"/>
                </a:solidFill>
                <a:effectLst/>
                <a:latin typeface="+mn-lt"/>
                <a:ea typeface="+mn-ea"/>
                <a:cs typeface="+mn-cs"/>
              </a:rPr>
              <a:t>AI </a:t>
            </a:r>
            <a:r>
              <a:rPr lang="zh-CN" altLang="en-US" sz="1200" b="0" i="0" kern="1200" dirty="0" smtClean="0">
                <a:solidFill>
                  <a:schemeClr val="tx1"/>
                </a:solidFill>
                <a:effectLst/>
                <a:latin typeface="+mn-lt"/>
                <a:ea typeface="+mn-ea"/>
                <a:cs typeface="+mn-cs"/>
              </a:rPr>
              <a:t>应用的 </a:t>
            </a:r>
            <a:r>
              <a:rPr lang="en-US" altLang="zh-CN" sz="1200" b="0" i="0" kern="1200" dirty="0" err="1" smtClean="0">
                <a:solidFill>
                  <a:schemeClr val="tx1"/>
                </a:solidFill>
                <a:effectLst/>
                <a:latin typeface="+mn-lt"/>
                <a:ea typeface="+mn-ea"/>
                <a:cs typeface="+mn-cs"/>
              </a:rPr>
              <a:t>Jetson</a:t>
            </a:r>
            <a:r>
              <a:rPr lang="en-US" altLang="zh-CN" sz="1200" b="0" i="0" kern="1200" dirty="0" smtClean="0">
                <a:solidFill>
                  <a:schemeClr val="tx1"/>
                </a:solidFill>
                <a:effectLst/>
                <a:latin typeface="+mn-lt"/>
                <a:ea typeface="+mn-ea"/>
                <a:cs typeface="+mn-cs"/>
              </a:rPr>
              <a:t> TX2 </a:t>
            </a:r>
            <a:r>
              <a:rPr lang="zh-CN" altLang="en-US" sz="1200" b="0" i="0" kern="1200" dirty="0" smtClean="0">
                <a:solidFill>
                  <a:schemeClr val="tx1"/>
                </a:solidFill>
                <a:effectLst/>
                <a:latin typeface="+mn-lt"/>
                <a:ea typeface="+mn-ea"/>
                <a:cs typeface="+mn-cs"/>
              </a:rPr>
              <a:t>嵌入式模块现在有三个版本：</a:t>
            </a:r>
            <a:r>
              <a:rPr lang="en-US" altLang="zh-CN" sz="1200" b="0" i="0" kern="1200" dirty="0" err="1" smtClean="0">
                <a:solidFill>
                  <a:schemeClr val="tx1"/>
                </a:solidFill>
                <a:effectLst/>
                <a:latin typeface="+mn-lt"/>
                <a:ea typeface="+mn-ea"/>
                <a:cs typeface="+mn-cs"/>
              </a:rPr>
              <a:t>Jetson</a:t>
            </a:r>
            <a:r>
              <a:rPr lang="en-US" altLang="zh-CN" sz="1200" b="0" i="0" kern="1200" dirty="0" smtClean="0">
                <a:solidFill>
                  <a:schemeClr val="tx1"/>
                </a:solidFill>
                <a:effectLst/>
                <a:latin typeface="+mn-lt"/>
                <a:ea typeface="+mn-ea"/>
                <a:cs typeface="+mn-cs"/>
              </a:rPr>
              <a:t> TX2 (8GB)</a:t>
            </a:r>
            <a:r>
              <a:rPr lang="zh-CN" altLang="en-US"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Jetson</a:t>
            </a:r>
            <a:r>
              <a:rPr lang="en-US" altLang="zh-CN" sz="1200" b="0" i="0" kern="1200" dirty="0" smtClean="0">
                <a:solidFill>
                  <a:schemeClr val="tx1"/>
                </a:solidFill>
                <a:effectLst/>
                <a:latin typeface="+mn-lt"/>
                <a:ea typeface="+mn-ea"/>
                <a:cs typeface="+mn-cs"/>
              </a:rPr>
              <a:t> TX2i </a:t>
            </a:r>
            <a:r>
              <a:rPr lang="zh-CN" altLang="en-US" sz="1200" b="0" i="0" kern="1200" dirty="0" smtClean="0">
                <a:solidFill>
                  <a:schemeClr val="tx1"/>
                </a:solidFill>
                <a:effectLst/>
                <a:latin typeface="+mn-lt"/>
                <a:ea typeface="+mn-ea"/>
                <a:cs typeface="+mn-cs"/>
              </a:rPr>
              <a:t>和 </a:t>
            </a:r>
            <a:r>
              <a:rPr lang="en-US" altLang="zh-CN" sz="1200" b="0" i="0" kern="1200" dirty="0" err="1" smtClean="0">
                <a:solidFill>
                  <a:schemeClr val="tx1"/>
                </a:solidFill>
                <a:effectLst/>
                <a:latin typeface="+mn-lt"/>
                <a:ea typeface="+mn-ea"/>
                <a:cs typeface="+mn-cs"/>
              </a:rPr>
              <a:t>Jetson</a:t>
            </a:r>
            <a:r>
              <a:rPr lang="en-US" altLang="zh-CN" sz="1200" b="0" i="0" kern="1200" dirty="0" smtClean="0">
                <a:solidFill>
                  <a:schemeClr val="tx1"/>
                </a:solidFill>
                <a:effectLst/>
                <a:latin typeface="+mn-lt"/>
                <a:ea typeface="+mn-ea"/>
                <a:cs typeface="+mn-cs"/>
              </a:rPr>
              <a:t> TX2 4GB</a:t>
            </a:r>
            <a:r>
              <a:rPr lang="zh-CN" altLang="en-US" sz="1200" b="0" i="0" kern="1200" dirty="0" smtClean="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5109590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smtClean="0"/>
              <a:t>Jetson</a:t>
            </a:r>
            <a:r>
              <a:rPr lang="en-US" altLang="zh-CN" dirty="0" smtClean="0"/>
              <a:t> AGX Xavier——</a:t>
            </a:r>
            <a:r>
              <a:rPr lang="zh-CN" altLang="en-US" dirty="0" smtClean="0"/>
              <a:t>该计算机具有六个计算机主板，用于处理传感器数据和运行自主机器软件，并可以提供完全自主机器所需的性能和能效。</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5704783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smtClean="0"/>
              <a:t>Jetson</a:t>
            </a:r>
            <a:r>
              <a:rPr lang="en-US" altLang="zh-CN" dirty="0" smtClean="0"/>
              <a:t> Xavier NX——</a:t>
            </a:r>
            <a:r>
              <a:rPr lang="zh-CN" altLang="en-US" dirty="0" smtClean="0"/>
              <a:t>外形小巧的模块，可为边缘提供性能高达 </a:t>
            </a:r>
            <a:r>
              <a:rPr lang="en-US" altLang="zh-CN" dirty="0" smtClean="0"/>
              <a:t>21 TOPs </a:t>
            </a:r>
            <a:r>
              <a:rPr lang="zh-CN" altLang="en-US" dirty="0" smtClean="0"/>
              <a:t>的加速 </a:t>
            </a:r>
            <a:r>
              <a:rPr lang="en-US" altLang="zh-CN" dirty="0" smtClean="0"/>
              <a:t>AI </a:t>
            </a:r>
            <a:r>
              <a:rPr lang="zh-CN" altLang="en-US" dirty="0" smtClean="0"/>
              <a:t>计算。它能并行运行多个现代神经网络，处理来自多个高分辨率传感器的数据，进而满足完整 </a:t>
            </a:r>
            <a:r>
              <a:rPr lang="en-US" altLang="zh-CN" dirty="0" smtClean="0"/>
              <a:t>AI </a:t>
            </a:r>
            <a:r>
              <a:rPr lang="zh-CN" altLang="en-US" dirty="0" smtClean="0"/>
              <a:t>系统的需求。</a:t>
            </a:r>
            <a:r>
              <a:rPr lang="en-US" altLang="zh-CN" dirty="0" err="1" smtClean="0"/>
              <a:t>Jetson</a:t>
            </a:r>
            <a:r>
              <a:rPr lang="en-US" altLang="zh-CN" dirty="0" smtClean="0"/>
              <a:t> Xavier NX </a:t>
            </a:r>
            <a:r>
              <a:rPr lang="zh-CN" altLang="en-US" dirty="0" smtClean="0"/>
              <a:t>是一款生产就绪产品，支持所有热门 </a:t>
            </a:r>
            <a:r>
              <a:rPr lang="en-US" altLang="zh-CN" dirty="0" smtClean="0"/>
              <a:t>AI </a:t>
            </a:r>
            <a:r>
              <a:rPr lang="zh-CN" altLang="en-US" dirty="0" smtClean="0"/>
              <a:t>框架。</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3176971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mn-lt"/>
                <a:ea typeface="+mn-ea"/>
                <a:cs typeface="+mn-cs"/>
              </a:rPr>
              <a:t>RK3399Pro</a:t>
            </a:r>
            <a:r>
              <a:rPr lang="zh-CN" altLang="en-US" sz="1200" b="0" i="0" kern="1200" dirty="0" smtClean="0">
                <a:solidFill>
                  <a:schemeClr val="tx1"/>
                </a:solidFill>
                <a:effectLst/>
                <a:latin typeface="+mn-lt"/>
                <a:ea typeface="+mn-ea"/>
                <a:cs typeface="+mn-cs"/>
              </a:rPr>
              <a:t>是一块人工智能领域的高性能嵌入式核心板，由瑞芯微电子股份有限公司研发。该公司是一家专注于集成电路设计与研发的公司，目前已发展为领先的物联网（</a:t>
            </a:r>
            <a:r>
              <a:rPr lang="en-US" altLang="zh-CN" sz="1200" b="0" i="0" kern="1200" dirty="0" err="1" smtClean="0">
                <a:solidFill>
                  <a:schemeClr val="tx1"/>
                </a:solidFill>
                <a:effectLst/>
                <a:latin typeface="+mn-lt"/>
                <a:ea typeface="+mn-ea"/>
                <a:cs typeface="+mn-cs"/>
              </a:rPr>
              <a:t>IoT</a:t>
            </a:r>
            <a:r>
              <a:rPr lang="zh-CN" altLang="en-US" sz="1200" b="0" i="0" kern="1200" dirty="0" smtClean="0">
                <a:solidFill>
                  <a:schemeClr val="tx1"/>
                </a:solidFill>
                <a:effectLst/>
                <a:latin typeface="+mn-lt"/>
                <a:ea typeface="+mn-ea"/>
                <a:cs typeface="+mn-cs"/>
              </a:rPr>
              <a:t>）及人工智能物联网（</a:t>
            </a:r>
            <a:r>
              <a:rPr lang="en-US" altLang="zh-CN" sz="1200" b="0" i="0" kern="1200" dirty="0" err="1" smtClean="0">
                <a:solidFill>
                  <a:schemeClr val="tx1"/>
                </a:solidFill>
                <a:effectLst/>
                <a:latin typeface="+mn-lt"/>
                <a:ea typeface="+mn-ea"/>
                <a:cs typeface="+mn-cs"/>
              </a:rPr>
              <a:t>AIoT</a:t>
            </a:r>
            <a:r>
              <a:rPr lang="zh-CN" altLang="en-US" sz="1200" b="0" i="0" kern="1200" dirty="0" smtClean="0">
                <a:solidFill>
                  <a:schemeClr val="tx1"/>
                </a:solidFill>
                <a:effectLst/>
                <a:latin typeface="+mn-lt"/>
                <a:ea typeface="+mn-ea"/>
                <a:cs typeface="+mn-cs"/>
              </a:rPr>
              <a:t>）处理器芯片企业。除</a:t>
            </a:r>
            <a:r>
              <a:rPr lang="en-US" altLang="zh-CN" sz="1200" b="0" i="0" kern="1200" dirty="0" smtClean="0">
                <a:solidFill>
                  <a:schemeClr val="tx1"/>
                </a:solidFill>
                <a:effectLst/>
                <a:latin typeface="+mn-lt"/>
                <a:ea typeface="+mn-ea"/>
                <a:cs typeface="+mn-cs"/>
              </a:rPr>
              <a:t>RK3399</a:t>
            </a:r>
            <a:r>
              <a:rPr lang="zh-CN" altLang="en-US" sz="1200" b="0" i="0" kern="1200" dirty="0" smtClean="0">
                <a:solidFill>
                  <a:schemeClr val="tx1"/>
                </a:solidFill>
                <a:effectLst/>
                <a:latin typeface="+mn-lt"/>
                <a:ea typeface="+mn-ea"/>
                <a:cs typeface="+mn-cs"/>
              </a:rPr>
              <a:t>系列外，企业还研发出多种开发板供不同应用场景使用。</a:t>
            </a:r>
            <a:endParaRPr lang="en-US" altLang="zh-CN" sz="1200" b="0" i="0" kern="1200" dirty="0" smtClean="0">
              <a:solidFill>
                <a:schemeClr val="tx1"/>
              </a:solidFill>
              <a:effectLst/>
              <a:latin typeface="+mn-lt"/>
              <a:ea typeface="+mn-ea"/>
              <a:cs typeface="+mn-cs"/>
            </a:endParaRPr>
          </a:p>
          <a:p>
            <a:r>
              <a:rPr lang="en-US" altLang="zh-CN" sz="1200" b="0" i="0" kern="1200" dirty="0" smtClean="0">
                <a:solidFill>
                  <a:schemeClr val="tx1"/>
                </a:solidFill>
                <a:effectLst/>
                <a:latin typeface="+mn-lt"/>
                <a:ea typeface="+mn-ea"/>
                <a:cs typeface="+mn-cs"/>
              </a:rPr>
              <a:t>RK3399Pro</a:t>
            </a:r>
            <a:r>
              <a:rPr lang="zh-CN" altLang="en-US" sz="1200" b="0" i="0" kern="1200" dirty="0" smtClean="0">
                <a:solidFill>
                  <a:schemeClr val="tx1"/>
                </a:solidFill>
                <a:effectLst/>
                <a:latin typeface="+mn-lt"/>
                <a:ea typeface="+mn-ea"/>
                <a:cs typeface="+mn-cs"/>
              </a:rPr>
              <a:t>搭载 </a:t>
            </a:r>
            <a:r>
              <a:rPr lang="en-US" altLang="zh-CN" sz="1200" b="0" i="0" kern="1200" dirty="0" smtClean="0">
                <a:solidFill>
                  <a:schemeClr val="tx1"/>
                </a:solidFill>
                <a:effectLst/>
                <a:latin typeface="+mn-lt"/>
                <a:ea typeface="+mn-ea"/>
                <a:cs typeface="+mn-cs"/>
              </a:rPr>
              <a:t>Android</a:t>
            </a:r>
            <a:r>
              <a:rPr lang="zh-CN" altLang="en-US" sz="1200" b="0" i="0" kern="1200" dirty="0" smtClean="0">
                <a:solidFill>
                  <a:schemeClr val="tx1"/>
                </a:solidFill>
                <a:effectLst/>
                <a:latin typeface="+mn-lt"/>
                <a:ea typeface="+mn-ea"/>
                <a:cs typeface="+mn-cs"/>
              </a:rPr>
              <a:t>或</a:t>
            </a:r>
            <a:r>
              <a:rPr lang="en-US" altLang="zh-CN" sz="1200" b="0" i="0" kern="1200" dirty="0" smtClean="0">
                <a:solidFill>
                  <a:schemeClr val="tx1"/>
                </a:solidFill>
                <a:effectLst/>
                <a:latin typeface="+mn-lt"/>
                <a:ea typeface="+mn-ea"/>
                <a:cs typeface="+mn-cs"/>
              </a:rPr>
              <a:t>Linux</a:t>
            </a:r>
            <a:r>
              <a:rPr lang="zh-CN" altLang="en-US" sz="1200" b="0" i="0" kern="1200" dirty="0" smtClean="0">
                <a:solidFill>
                  <a:schemeClr val="tx1"/>
                </a:solidFill>
                <a:effectLst/>
                <a:latin typeface="+mn-lt"/>
                <a:ea typeface="+mn-ea"/>
                <a:cs typeface="+mn-cs"/>
              </a:rPr>
              <a:t>系统，支持</a:t>
            </a:r>
            <a:r>
              <a:rPr lang="en-US" altLang="zh-CN" sz="1200" b="0" i="0" kern="1200" dirty="0" smtClean="0">
                <a:solidFill>
                  <a:schemeClr val="tx1"/>
                </a:solidFill>
                <a:effectLst/>
                <a:latin typeface="+mn-lt"/>
                <a:ea typeface="+mn-ea"/>
                <a:cs typeface="+mn-cs"/>
              </a:rPr>
              <a:t>1080P</a:t>
            </a:r>
            <a:r>
              <a:rPr lang="zh-CN" altLang="en-US" sz="1200" b="0" i="0" kern="1200" dirty="0" smtClean="0">
                <a:solidFill>
                  <a:schemeClr val="tx1"/>
                </a:solidFill>
                <a:effectLst/>
                <a:latin typeface="+mn-lt"/>
                <a:ea typeface="+mn-ea"/>
                <a:cs typeface="+mn-cs"/>
              </a:rPr>
              <a:t>视频编解码、</a:t>
            </a:r>
            <a:r>
              <a:rPr lang="en-US" altLang="zh-CN" sz="1200" b="0" i="0" kern="1200" dirty="0" smtClean="0">
                <a:solidFill>
                  <a:schemeClr val="tx1"/>
                </a:solidFill>
                <a:effectLst/>
                <a:latin typeface="+mn-lt"/>
                <a:ea typeface="+mn-ea"/>
                <a:cs typeface="+mn-cs"/>
              </a:rPr>
              <a:t>H.265</a:t>
            </a:r>
            <a:r>
              <a:rPr lang="zh-CN" altLang="en-US" sz="1200" b="0" i="0" kern="1200" dirty="0" smtClean="0">
                <a:solidFill>
                  <a:schemeClr val="tx1"/>
                </a:solidFill>
                <a:effectLst/>
                <a:latin typeface="+mn-lt"/>
                <a:ea typeface="+mn-ea"/>
                <a:cs typeface="+mn-cs"/>
              </a:rPr>
              <a:t>硬解码，多路视频输出，接口丰富，支持多款外设扩展，非常适合人机交互以及工业控制项目。此外，相比于普通版的</a:t>
            </a:r>
            <a:r>
              <a:rPr lang="en-US" altLang="zh-CN" sz="1200" b="0" i="0" kern="1200" dirty="0" smtClean="0">
                <a:solidFill>
                  <a:schemeClr val="tx1"/>
                </a:solidFill>
                <a:effectLst/>
                <a:latin typeface="+mn-lt"/>
                <a:ea typeface="+mn-ea"/>
                <a:cs typeface="+mn-cs"/>
              </a:rPr>
              <a:t>RK3399</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Pro</a:t>
            </a:r>
            <a:r>
              <a:rPr lang="zh-CN" altLang="en-US" sz="1200" b="0" i="0" kern="1200" dirty="0" smtClean="0">
                <a:solidFill>
                  <a:schemeClr val="tx1"/>
                </a:solidFill>
                <a:effectLst/>
                <a:latin typeface="+mn-lt"/>
                <a:ea typeface="+mn-ea"/>
                <a:cs typeface="+mn-cs"/>
              </a:rPr>
              <a:t>最大的特点是它是一块带</a:t>
            </a:r>
            <a:r>
              <a:rPr lang="en-US" altLang="zh-CN" sz="1200" b="0" i="0" kern="1200" dirty="0" smtClean="0">
                <a:solidFill>
                  <a:schemeClr val="tx1"/>
                </a:solidFill>
                <a:effectLst/>
                <a:latin typeface="+mn-lt"/>
                <a:ea typeface="+mn-ea"/>
                <a:cs typeface="+mn-cs"/>
              </a:rPr>
              <a:t>NPU</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Neural-Network Processing Unit</a:t>
            </a:r>
            <a:r>
              <a:rPr lang="zh-CN" altLang="en-US" sz="1200" b="0" i="0" kern="1200" dirty="0" smtClean="0">
                <a:solidFill>
                  <a:schemeClr val="tx1"/>
                </a:solidFill>
                <a:effectLst/>
                <a:latin typeface="+mn-lt"/>
                <a:ea typeface="+mn-ea"/>
                <a:cs typeface="+mn-cs"/>
              </a:rPr>
              <a:t>）的</a:t>
            </a:r>
            <a:r>
              <a:rPr lang="en-US" altLang="zh-CN" sz="1200" b="0" i="0" kern="1200" dirty="0" smtClean="0">
                <a:solidFill>
                  <a:schemeClr val="tx1"/>
                </a:solidFill>
                <a:effectLst/>
                <a:latin typeface="+mn-lt"/>
                <a:ea typeface="+mn-ea"/>
                <a:cs typeface="+mn-cs"/>
              </a:rPr>
              <a:t>ARM</a:t>
            </a:r>
            <a:r>
              <a:rPr lang="zh-CN" altLang="en-US" sz="1200" b="0" i="0" kern="1200" dirty="0" smtClean="0">
                <a:solidFill>
                  <a:schemeClr val="tx1"/>
                </a:solidFill>
                <a:effectLst/>
                <a:latin typeface="+mn-lt"/>
                <a:ea typeface="+mn-ea"/>
                <a:cs typeface="+mn-cs"/>
              </a:rPr>
              <a:t>芯片，可以使用</a:t>
            </a:r>
            <a:r>
              <a:rPr lang="en-US" altLang="zh-CN" sz="1200" b="0" i="0" kern="1200" dirty="0" smtClean="0">
                <a:solidFill>
                  <a:schemeClr val="tx1"/>
                </a:solidFill>
                <a:effectLst/>
                <a:latin typeface="+mn-lt"/>
                <a:ea typeface="+mn-ea"/>
                <a:cs typeface="+mn-cs"/>
              </a:rPr>
              <a:t>NPU</a:t>
            </a:r>
            <a:r>
              <a:rPr lang="zh-CN" altLang="en-US" sz="1200" b="0" i="0" kern="1200" dirty="0" smtClean="0">
                <a:solidFill>
                  <a:schemeClr val="tx1"/>
                </a:solidFill>
                <a:effectLst/>
                <a:latin typeface="+mn-lt"/>
                <a:ea typeface="+mn-ea"/>
                <a:cs typeface="+mn-cs"/>
              </a:rPr>
              <a:t>加速神经网络的计算，</a:t>
            </a:r>
            <a:r>
              <a:rPr lang="en-US" altLang="zh-CN" sz="1200" b="0" i="0" kern="1200" dirty="0" smtClean="0">
                <a:solidFill>
                  <a:schemeClr val="tx1"/>
                </a:solidFill>
                <a:effectLst/>
                <a:latin typeface="+mn-lt"/>
                <a:ea typeface="+mn-ea"/>
                <a:cs typeface="+mn-cs"/>
              </a:rPr>
              <a:t>AI</a:t>
            </a:r>
            <a:r>
              <a:rPr lang="zh-CN" altLang="en-US" sz="1200" b="0" i="0" kern="1200" dirty="0" smtClean="0">
                <a:solidFill>
                  <a:schemeClr val="tx1"/>
                </a:solidFill>
                <a:effectLst/>
                <a:latin typeface="+mn-lt"/>
                <a:ea typeface="+mn-ea"/>
                <a:cs typeface="+mn-cs"/>
              </a:rPr>
              <a:t>算力强，最高可达</a:t>
            </a:r>
            <a:r>
              <a:rPr lang="en-US" altLang="zh-CN" sz="1200" b="0" i="0" kern="1200" dirty="0" smtClean="0">
                <a:solidFill>
                  <a:schemeClr val="tx1"/>
                </a:solidFill>
                <a:effectLst/>
                <a:latin typeface="+mn-lt"/>
                <a:ea typeface="+mn-ea"/>
                <a:cs typeface="+mn-cs"/>
              </a:rPr>
              <a:t>3.0TOPS</a:t>
            </a:r>
            <a:r>
              <a:rPr lang="zh-CN" altLang="en-US" sz="1200" b="0" i="0" kern="1200" dirty="0" smtClean="0">
                <a:solidFill>
                  <a:schemeClr val="tx1"/>
                </a:solidFill>
                <a:effectLst/>
                <a:latin typeface="+mn-lt"/>
                <a:ea typeface="+mn-ea"/>
                <a:cs typeface="+mn-cs"/>
              </a:rPr>
              <a:t>。后续我们的实验将在该板上推理模型，实现边缘端的目标检测。</a:t>
            </a:r>
            <a:endParaRPr lang="en-US" altLang="zh-CN" sz="1200" b="0" i="0" kern="1200" dirty="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7675201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什么是</a:t>
            </a:r>
            <a:r>
              <a:rPr lang="en-US" altLang="zh-CN" dirty="0" smtClean="0"/>
              <a:t>NPU</a:t>
            </a:r>
            <a:r>
              <a:rPr lang="zh-CN" altLang="en-US" dirty="0" smtClean="0"/>
              <a:t>？神经处理单元（</a:t>
            </a:r>
            <a:r>
              <a:rPr lang="en-US" altLang="zh-CN" dirty="0" smtClean="0"/>
              <a:t>NPU</a:t>
            </a:r>
            <a:r>
              <a:rPr lang="zh-CN" altLang="en-US" dirty="0" smtClean="0"/>
              <a:t>）就是一个分区良好的电路，包括执行机器学习算法所需的所有控制和算术逻辑组件。</a:t>
            </a:r>
            <a:r>
              <a:rPr lang="en-US" altLang="zh-CN" dirty="0" smtClean="0"/>
              <a:t>NPU</a:t>
            </a:r>
            <a:r>
              <a:rPr lang="zh-CN" altLang="en-US" dirty="0" smtClean="0"/>
              <a:t>被设计用来加速常见的机器学习任务的性能，如图像分类、机器翻译、物体检测和其他各种预测模型。</a:t>
            </a:r>
            <a:r>
              <a:rPr lang="en-US" altLang="zh-CN" dirty="0" smtClean="0"/>
              <a:t>NPU</a:t>
            </a:r>
            <a:r>
              <a:rPr lang="zh-CN" altLang="en-US" dirty="0" smtClean="0"/>
              <a:t>可能是一个大型</a:t>
            </a:r>
            <a:r>
              <a:rPr lang="en-US" altLang="zh-CN" dirty="0" err="1" smtClean="0"/>
              <a:t>SoC</a:t>
            </a:r>
            <a:r>
              <a:rPr lang="zh-CN" altLang="en-US" dirty="0" smtClean="0"/>
              <a:t>的一部分，多个</a:t>
            </a:r>
            <a:r>
              <a:rPr lang="en-US" altLang="zh-CN" dirty="0" smtClean="0"/>
              <a:t>NPU</a:t>
            </a:r>
            <a:r>
              <a:rPr lang="zh-CN" altLang="en-US" dirty="0" smtClean="0"/>
              <a:t>可能被实例化在一个芯片上，或者它们可能是专用神经网络加速器的一部分。</a:t>
            </a:r>
            <a:endParaRPr lang="en-US" altLang="zh-CN" dirty="0" smtClean="0"/>
          </a:p>
          <a:p>
            <a:endParaRPr lang="en-US" altLang="zh-CN" sz="1200" b="0" i="0" kern="1200" dirty="0" smtClean="0">
              <a:solidFill>
                <a:schemeClr val="tx1"/>
              </a:solidFill>
              <a:effectLst/>
              <a:latin typeface="+mn-lt"/>
              <a:ea typeface="+mn-ea"/>
              <a:cs typeface="+mn-cs"/>
            </a:endParaRPr>
          </a:p>
          <a:p>
            <a:r>
              <a:rPr lang="en-US" altLang="zh-CN" sz="1200" b="0" i="0" kern="1200" dirty="0" smtClean="0">
                <a:solidFill>
                  <a:schemeClr val="tx1"/>
                </a:solidFill>
                <a:effectLst/>
                <a:latin typeface="+mn-lt"/>
                <a:ea typeface="+mn-ea"/>
                <a:cs typeface="+mn-cs"/>
              </a:rPr>
              <a:t>RK3399Pro NPU</a:t>
            </a:r>
            <a:r>
              <a:rPr lang="zh-CN" altLang="en-US" sz="1200" b="0" i="0" kern="1200" dirty="0" smtClean="0">
                <a:solidFill>
                  <a:schemeClr val="tx1"/>
                </a:solidFill>
                <a:effectLst/>
                <a:latin typeface="+mn-lt"/>
                <a:ea typeface="+mn-ea"/>
                <a:cs typeface="+mn-cs"/>
              </a:rPr>
              <a:t>特性：</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满负荷算力强，轻载运算功耗低</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模型兼容性强，可支持多类型框架，支持主流层类型，易于添加自定义层，支持</a:t>
            </a:r>
            <a:r>
              <a:rPr lang="en-US" altLang="zh-CN" sz="1200" b="0" i="0" kern="1200" dirty="0" smtClean="0">
                <a:solidFill>
                  <a:schemeClr val="tx1"/>
                </a:solidFill>
                <a:effectLst/>
                <a:latin typeface="+mn-lt"/>
                <a:ea typeface="+mn-ea"/>
                <a:cs typeface="+mn-cs"/>
              </a:rPr>
              <a:t>INT16/FP16</a:t>
            </a:r>
          </a:p>
          <a:p>
            <a:r>
              <a:rPr lang="zh-CN" altLang="en-US" sz="1200" b="0" i="0" kern="1200" dirty="0" smtClean="0">
                <a:solidFill>
                  <a:schemeClr val="tx1"/>
                </a:solidFill>
                <a:effectLst/>
                <a:latin typeface="+mn-lt"/>
                <a:ea typeface="+mn-ea"/>
                <a:cs typeface="+mn-cs"/>
              </a:rPr>
              <a:t>开发工具易用，</a:t>
            </a:r>
            <a:r>
              <a:rPr lang="en-US" altLang="zh-CN" sz="1200" b="0" i="0" kern="1200" dirty="0" smtClean="0">
                <a:solidFill>
                  <a:schemeClr val="tx1"/>
                </a:solidFill>
                <a:effectLst/>
                <a:latin typeface="+mn-lt"/>
                <a:ea typeface="+mn-ea"/>
                <a:cs typeface="+mn-cs"/>
              </a:rPr>
              <a:t>PC</a:t>
            </a:r>
            <a:r>
              <a:rPr lang="zh-CN" altLang="en-US" sz="1200" b="0" i="0" kern="1200" dirty="0" smtClean="0">
                <a:solidFill>
                  <a:schemeClr val="tx1"/>
                </a:solidFill>
                <a:effectLst/>
                <a:latin typeface="+mn-lt"/>
                <a:ea typeface="+mn-ea"/>
                <a:cs typeface="+mn-cs"/>
              </a:rPr>
              <a:t>端可完成模型转换、性能预估、精度验证</a:t>
            </a:r>
          </a:p>
          <a:p>
            <a:r>
              <a:rPr lang="zh-CN" altLang="en-US" sz="1200" b="0" i="0" kern="1200" dirty="0" smtClean="0">
                <a:solidFill>
                  <a:schemeClr val="tx1"/>
                </a:solidFill>
                <a:effectLst/>
                <a:latin typeface="+mn-lt"/>
                <a:ea typeface="+mn-ea"/>
                <a:cs typeface="+mn-cs"/>
              </a:rPr>
              <a:t>无缝升级，与</a:t>
            </a:r>
            <a:r>
              <a:rPr lang="en-US" altLang="zh-CN" sz="1200" b="0" i="0" kern="1200" dirty="0" smtClean="0">
                <a:solidFill>
                  <a:schemeClr val="tx1"/>
                </a:solidFill>
                <a:effectLst/>
                <a:latin typeface="+mn-lt"/>
                <a:ea typeface="+mn-ea"/>
                <a:cs typeface="+mn-cs"/>
              </a:rPr>
              <a:t>RK3399 </a:t>
            </a:r>
            <a:r>
              <a:rPr lang="en-US" altLang="zh-CN" sz="1200" b="0" i="0" kern="1200" dirty="0" err="1" smtClean="0">
                <a:solidFill>
                  <a:schemeClr val="tx1"/>
                </a:solidFill>
                <a:effectLst/>
                <a:latin typeface="+mn-lt"/>
                <a:ea typeface="+mn-ea"/>
                <a:cs typeface="+mn-cs"/>
              </a:rPr>
              <a:t>AndroidNN</a:t>
            </a:r>
            <a:r>
              <a:rPr lang="en-US" altLang="zh-CN"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LinuxNN</a:t>
            </a:r>
            <a:r>
              <a:rPr lang="zh-CN" altLang="en-US" sz="1200" b="0" i="0" kern="1200" dirty="0" smtClean="0">
                <a:solidFill>
                  <a:schemeClr val="tx1"/>
                </a:solidFill>
                <a:effectLst/>
                <a:latin typeface="+mn-lt"/>
                <a:ea typeface="+mn-ea"/>
                <a:cs typeface="+mn-cs"/>
              </a:rPr>
              <a:t>兼容</a:t>
            </a:r>
            <a:br>
              <a:rPr lang="zh-CN" altLang="en-US" sz="1200" b="0" i="0" kern="1200" dirty="0" smtClean="0">
                <a:solidFill>
                  <a:schemeClr val="tx1"/>
                </a:solidFill>
                <a:effectLst/>
                <a:latin typeface="+mn-lt"/>
                <a:ea typeface="+mn-ea"/>
                <a:cs typeface="+mn-cs"/>
              </a:rPr>
            </a:b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2562873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mn-lt"/>
                <a:ea typeface="+mn-ea"/>
                <a:cs typeface="+mn-cs"/>
              </a:rPr>
              <a:t>RK3399Pro</a:t>
            </a:r>
            <a:r>
              <a:rPr lang="zh-CN" altLang="en-US" sz="1200" b="0" i="0" kern="1200" dirty="0" smtClean="0">
                <a:solidFill>
                  <a:schemeClr val="tx1"/>
                </a:solidFill>
                <a:effectLst/>
                <a:latin typeface="+mn-lt"/>
                <a:ea typeface="+mn-ea"/>
                <a:cs typeface="+mn-cs"/>
              </a:rPr>
              <a:t>核心板适用于集群服务器、高性能计算</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存储、计算机视觉、边缘计算、商显一体设备、医疗健康设备、自动售货机、工业电脑等各</a:t>
            </a:r>
            <a:r>
              <a:rPr lang="en-US" altLang="zh-CN" sz="1200" b="0" i="0" kern="1200" dirty="0" smtClean="0">
                <a:solidFill>
                  <a:schemeClr val="tx1"/>
                </a:solidFill>
                <a:effectLst/>
                <a:latin typeface="+mn-lt"/>
                <a:ea typeface="+mn-ea"/>
                <a:cs typeface="+mn-cs"/>
              </a:rPr>
              <a:t>AI</a:t>
            </a:r>
            <a:r>
              <a:rPr lang="zh-CN" altLang="en-US" sz="1200" b="0" i="0" kern="1200" dirty="0" smtClean="0">
                <a:solidFill>
                  <a:schemeClr val="tx1"/>
                </a:solidFill>
                <a:effectLst/>
                <a:latin typeface="+mn-lt"/>
                <a:ea typeface="+mn-ea"/>
                <a:cs typeface="+mn-cs"/>
              </a:rPr>
              <a:t>应用领域。</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4149658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通常会将核心板与底板组合，构成完整的高性能行业应用主板，扩展接口更丰富，性能更强大，可直接应用到各种智能产品中，加速产品落地。</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0297206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RK3399Pro</a:t>
            </a:r>
            <a:r>
              <a:rPr lang="zh-CN" altLang="en-US" dirty="0" smtClean="0"/>
              <a:t>具有丰富的扩展接口</a:t>
            </a:r>
            <a:r>
              <a:rPr lang="en-US" altLang="zh-CN" dirty="0" smtClean="0"/>
              <a:t>6</a:t>
            </a:r>
            <a:r>
              <a:rPr lang="zh-CN" altLang="en-US" dirty="0" smtClean="0"/>
              <a:t>个</a:t>
            </a:r>
            <a:r>
              <a:rPr lang="en-US" altLang="zh-CN" dirty="0" smtClean="0"/>
              <a:t>USB</a:t>
            </a:r>
            <a:r>
              <a:rPr lang="zh-CN" altLang="en-US" dirty="0" smtClean="0"/>
              <a:t>接口</a:t>
            </a:r>
            <a:r>
              <a:rPr lang="en-US" altLang="zh-CN" dirty="0" smtClean="0"/>
              <a:t>(3</a:t>
            </a:r>
            <a:r>
              <a:rPr lang="zh-CN" altLang="en-US" dirty="0" smtClean="0"/>
              <a:t>个插针</a:t>
            </a:r>
            <a:r>
              <a:rPr lang="en-US" altLang="zh-CN" dirty="0" smtClean="0"/>
              <a:t>3</a:t>
            </a:r>
            <a:r>
              <a:rPr lang="zh-CN" altLang="en-US" dirty="0" smtClean="0"/>
              <a:t>个标准</a:t>
            </a:r>
            <a:r>
              <a:rPr lang="en-US" altLang="zh-CN" dirty="0" smtClean="0"/>
              <a:t>USB</a:t>
            </a:r>
            <a:r>
              <a:rPr lang="zh-CN" altLang="en-US" dirty="0" smtClean="0"/>
              <a:t>口，其中一路为</a:t>
            </a:r>
            <a:r>
              <a:rPr lang="en-US" altLang="zh-CN" dirty="0" smtClean="0"/>
              <a:t>USB3.0)5</a:t>
            </a:r>
            <a:r>
              <a:rPr lang="zh-CN" altLang="en-US" dirty="0" smtClean="0"/>
              <a:t>个可扩展串口</a:t>
            </a:r>
            <a:r>
              <a:rPr lang="en-US" altLang="zh-CN" dirty="0" smtClean="0"/>
              <a:t>(5</a:t>
            </a:r>
            <a:r>
              <a:rPr lang="zh-CN" altLang="en-US" dirty="0" smtClean="0"/>
              <a:t>个</a:t>
            </a:r>
            <a:r>
              <a:rPr lang="en-US" altLang="zh-CN" dirty="0" smtClean="0"/>
              <a:t>TTL</a:t>
            </a:r>
            <a:r>
              <a:rPr lang="zh-CN" altLang="en-US" dirty="0" smtClean="0"/>
              <a:t>串口</a:t>
            </a:r>
            <a:r>
              <a:rPr lang="en-US" altLang="zh-CN" dirty="0" smtClean="0"/>
              <a:t>)</a:t>
            </a:r>
            <a:r>
              <a:rPr lang="zh-CN" altLang="en-US" dirty="0" smtClean="0"/>
              <a:t>，</a:t>
            </a:r>
            <a:r>
              <a:rPr lang="en-US" altLang="zh-CN" dirty="0" smtClean="0"/>
              <a:t>8</a:t>
            </a:r>
            <a:r>
              <a:rPr lang="zh-CN" altLang="en-US" dirty="0" smtClean="0"/>
              <a:t>个</a:t>
            </a:r>
            <a:r>
              <a:rPr lang="en-US" altLang="zh-CN" dirty="0" smtClean="0"/>
              <a:t>GPIO</a:t>
            </a:r>
            <a:r>
              <a:rPr lang="zh-CN" altLang="en-US" dirty="0" smtClean="0"/>
              <a:t>接口，</a:t>
            </a:r>
            <a:r>
              <a:rPr lang="en-US" altLang="zh-CN" dirty="0" smtClean="0"/>
              <a:t>3</a:t>
            </a:r>
            <a:r>
              <a:rPr lang="zh-CN" altLang="en-US" dirty="0" smtClean="0"/>
              <a:t>个</a:t>
            </a:r>
            <a:r>
              <a:rPr lang="en-US" altLang="zh-CN" dirty="0" smtClean="0"/>
              <a:t>ADC</a:t>
            </a:r>
            <a:r>
              <a:rPr lang="zh-CN" altLang="en-US" dirty="0" smtClean="0"/>
              <a:t>接口，一路红外接收口，可以满足市场上各种外设的要求。双路</a:t>
            </a:r>
            <a:r>
              <a:rPr lang="en-US" altLang="zh-CN" dirty="0" smtClean="0"/>
              <a:t>LVDS</a:t>
            </a:r>
            <a:r>
              <a:rPr lang="zh-CN" altLang="en-US" dirty="0" smtClean="0"/>
              <a:t>最大支持</a:t>
            </a:r>
            <a:r>
              <a:rPr lang="en-US" altLang="zh-CN" dirty="0" smtClean="0"/>
              <a:t>1920×1080</a:t>
            </a:r>
            <a:r>
              <a:rPr lang="zh-CN" altLang="en-US" dirty="0" smtClean="0"/>
              <a:t>的</a:t>
            </a:r>
            <a:r>
              <a:rPr lang="en-US" altLang="zh-CN" dirty="0" smtClean="0"/>
              <a:t>1080P</a:t>
            </a:r>
            <a:r>
              <a:rPr lang="zh-CN" altLang="en-US" dirty="0" smtClean="0"/>
              <a:t>解码和各种</a:t>
            </a:r>
            <a:r>
              <a:rPr lang="en-US" altLang="zh-CN" dirty="0" smtClean="0"/>
              <a:t>LVDS/MIPI</a:t>
            </a:r>
            <a:r>
              <a:rPr lang="zh-CN" altLang="en-US" dirty="0" smtClean="0"/>
              <a:t>等接口的</a:t>
            </a:r>
            <a:r>
              <a:rPr lang="en-US" altLang="zh-CN" dirty="0" smtClean="0"/>
              <a:t>LCD</a:t>
            </a:r>
            <a:r>
              <a:rPr lang="zh-CN" altLang="en-US" dirty="0" smtClean="0"/>
              <a:t>显示屏。</a:t>
            </a:r>
            <a:endParaRPr lang="en-US" altLang="zh-CN" dirty="0" smtClean="0"/>
          </a:p>
          <a:p>
            <a:r>
              <a:rPr lang="zh-CN" altLang="en-US" dirty="0" smtClean="0"/>
              <a:t>可根据客户需求定制产品，支持 </a:t>
            </a:r>
            <a:r>
              <a:rPr lang="en-US" altLang="zh-CN" dirty="0" smtClean="0"/>
              <a:t>Android </a:t>
            </a:r>
            <a:r>
              <a:rPr lang="zh-CN" altLang="en-US" dirty="0" smtClean="0"/>
              <a:t>系统定制，提供系统调用接口</a:t>
            </a:r>
            <a:r>
              <a:rPr lang="en-US" altLang="zh-CN" dirty="0" smtClean="0"/>
              <a:t>API</a:t>
            </a:r>
            <a:r>
              <a:rPr lang="zh-CN" altLang="en-US" dirty="0" smtClean="0"/>
              <a:t>参考代码，完美支持客户上层应用</a:t>
            </a:r>
            <a:r>
              <a:rPr lang="en-US" altLang="zh-CN" dirty="0" smtClean="0"/>
              <a:t>APP</a:t>
            </a:r>
            <a:r>
              <a:rPr lang="zh-CN" altLang="en-US" dirty="0" smtClean="0"/>
              <a:t>开发及</a:t>
            </a:r>
            <a:r>
              <a:rPr lang="en-US" altLang="zh-CN" dirty="0" smtClean="0"/>
              <a:t>SDK</a:t>
            </a:r>
            <a:r>
              <a:rPr lang="zh-CN" altLang="en-US" dirty="0" smtClean="0"/>
              <a:t>。提供配套的源代码、教程、技术资料和开发工具，让开发变得更加简单方便。</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8485134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dirty="0" smtClean="0"/>
              <a:t>简单介绍之前提到的“边缘计算”的概念。边缘计算是在靠近物或数据源头的网络边缘侧，通过融合网络、计算、存储、应用核心能力的分布式开放平台，就近提供边缘智能服务，拥有低延时、低带宽、数据安全等优点。嵌入式系统因其功耗低，体积小等特性，在边缘计算领域大放异彩。</a:t>
            </a:r>
          </a:p>
          <a:p>
            <a:pPr marL="0" marR="0" lvl="1" indent="0" algn="l" defTabSz="914400" rtl="0" eaLnBrk="1" fontAlgn="base" latinLnBrk="0" hangingPunct="1">
              <a:lnSpc>
                <a:spcPct val="100000"/>
              </a:lnSpc>
              <a:spcBef>
                <a:spcPct val="0"/>
              </a:spcBef>
              <a:spcAft>
                <a:spcPct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1388059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物联网技术的快速发展，使得越来越多具备独立功能的普通物体实现互联互通，实现万物互联。得益于物联网的特征，各行各业均在利用物联网技术快速实现数字化转型，越来越多的行业终端设备通过网络联接起来。</a:t>
            </a:r>
          </a:p>
          <a:p>
            <a:r>
              <a:rPr lang="zh-CN" altLang="en-US" sz="1200" b="0" i="0" kern="1200" dirty="0" smtClean="0">
                <a:solidFill>
                  <a:schemeClr val="tx1"/>
                </a:solidFill>
                <a:effectLst/>
                <a:latin typeface="+mn-lt"/>
                <a:ea typeface="+mn-ea"/>
                <a:cs typeface="+mn-cs"/>
              </a:rPr>
              <a:t>然而，物联网作为庞大而复杂的系统，不同行业应用场景各异，据第三方分析机构统计，到</a:t>
            </a:r>
            <a:r>
              <a:rPr lang="en-US" altLang="zh-CN" sz="1200" b="0" i="0" kern="1200" dirty="0" smtClean="0">
                <a:solidFill>
                  <a:schemeClr val="tx1"/>
                </a:solidFill>
                <a:effectLst/>
                <a:latin typeface="+mn-lt"/>
                <a:ea typeface="+mn-ea"/>
                <a:cs typeface="+mn-cs"/>
              </a:rPr>
              <a:t>2025</a:t>
            </a:r>
            <a:r>
              <a:rPr lang="zh-CN" altLang="en-US" sz="1200" b="0" i="0" kern="1200" dirty="0" smtClean="0">
                <a:solidFill>
                  <a:schemeClr val="tx1"/>
                </a:solidFill>
                <a:effectLst/>
                <a:latin typeface="+mn-lt"/>
                <a:ea typeface="+mn-ea"/>
                <a:cs typeface="+mn-cs"/>
              </a:rPr>
              <a:t>年将有超过千亿的终端设备联网，终端数据量将达</a:t>
            </a:r>
            <a:r>
              <a:rPr lang="en-US" altLang="zh-CN" sz="1200" b="0" i="0" kern="1200" dirty="0" smtClean="0">
                <a:solidFill>
                  <a:schemeClr val="tx1"/>
                </a:solidFill>
                <a:effectLst/>
                <a:latin typeface="+mn-lt"/>
                <a:ea typeface="+mn-ea"/>
                <a:cs typeface="+mn-cs"/>
              </a:rPr>
              <a:t>300ZB</a:t>
            </a:r>
            <a:r>
              <a:rPr lang="zh-CN" altLang="en-US" sz="1200" b="0" i="0" kern="1200" dirty="0" smtClean="0">
                <a:solidFill>
                  <a:schemeClr val="tx1"/>
                </a:solidFill>
                <a:effectLst/>
                <a:latin typeface="+mn-lt"/>
                <a:ea typeface="+mn-ea"/>
                <a:cs typeface="+mn-cs"/>
              </a:rPr>
              <a:t>，如此大规模的数据量，按照传统数据处理方式，获取的所有数据均需上送云计算平台分析，云计算平台将面临着网络时延高、海量设备接入、海量数据处理难、带宽不够和功耗过高等高难度挑战。</a:t>
            </a:r>
          </a:p>
          <a:p>
            <a:r>
              <a:rPr lang="zh-CN" altLang="en-US" sz="1200" b="0" i="0" kern="1200" dirty="0" smtClean="0">
                <a:solidFill>
                  <a:schemeClr val="tx1"/>
                </a:solidFill>
                <a:effectLst/>
                <a:latin typeface="+mn-lt"/>
                <a:ea typeface="+mn-ea"/>
                <a:cs typeface="+mn-cs"/>
              </a:rPr>
              <a:t>为了解决传统数据处理方式下时延高、数据实时分析能力匮乏等弊端，边缘计算技术应运而生。边缘计算技术是在靠近物或数据源头的网络边缘侧，通过融合网络、计算、存储、应用核心能力的分布式开放平台，就近提供边缘智能服务。简单点讲，边缘计算是将从终端采集到的数据，直接在靠近数据产生的本地设备或网络中激进型分析，无需再将数据传输至云端数据处理中心。</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边缘计算的概念是相对于云计算而言的，云计算的处理方式是将所有数据上传至计算资源集中的云端数据中心或服务器处理，任何需要访问该信息的请求都必须上送云端处理。</a:t>
            </a:r>
          </a:p>
          <a:p>
            <a:r>
              <a:rPr lang="zh-CN" altLang="en-US" sz="1200" b="0" i="0" kern="1200" dirty="0" smtClean="0">
                <a:solidFill>
                  <a:schemeClr val="tx1"/>
                </a:solidFill>
                <a:effectLst/>
                <a:latin typeface="+mn-lt"/>
                <a:ea typeface="+mn-ea"/>
                <a:cs typeface="+mn-cs"/>
              </a:rPr>
              <a:t>因此，云计算面对物联网数据量爆发的时代，弊端逐渐凸显：</a:t>
            </a:r>
          </a:p>
          <a:p>
            <a:pPr fontAlgn="base"/>
            <a:r>
              <a:rPr lang="zh-CN" altLang="en-US" sz="1200" b="0" i="0" kern="1200" dirty="0" smtClean="0">
                <a:solidFill>
                  <a:schemeClr val="tx1"/>
                </a:solidFill>
                <a:effectLst/>
                <a:latin typeface="+mn-lt"/>
                <a:ea typeface="+mn-ea"/>
                <a:cs typeface="+mn-cs"/>
              </a:rPr>
              <a:t>云计算无法满足爆发式的海量数据处理诉求。随着互联网与各个行业的融合，特别是在物联网技术普及后，计算需求出现爆发式增长，传统云计算架构将不能满足如此庞大的计算需求。</a:t>
            </a:r>
          </a:p>
          <a:p>
            <a:pPr fontAlgn="base"/>
            <a:r>
              <a:rPr lang="zh-CN" altLang="en-US" sz="1200" b="0" i="0" kern="1200" dirty="0" smtClean="0">
                <a:solidFill>
                  <a:schemeClr val="tx1"/>
                </a:solidFill>
                <a:effectLst/>
                <a:latin typeface="+mn-lt"/>
                <a:ea typeface="+mn-ea"/>
                <a:cs typeface="+mn-cs"/>
              </a:rPr>
              <a:t>云计算不能满足数据实时处理的诉求。传统云计算模式下，物联网数据被终端采集后要先传输至云计算中心，再通过集群计算后返回结果，这必然出现较长的响应时间，但一些新兴的应用场景如无人驾驶、智慧矿山等，对响应时间有极高要求，依赖云计算并不现实。</a:t>
            </a:r>
          </a:p>
          <a:p>
            <a:r>
              <a:rPr lang="zh-CN" altLang="en-US" sz="1200" b="0" i="0" kern="1200" dirty="0" smtClean="0">
                <a:solidFill>
                  <a:schemeClr val="tx1"/>
                </a:solidFill>
                <a:effectLst/>
                <a:latin typeface="+mn-lt"/>
                <a:ea typeface="+mn-ea"/>
                <a:cs typeface="+mn-cs"/>
              </a:rPr>
              <a:t>边缘计算的出现，可在一定程度上解决云计算遇到的这些问题。如下图所示，物联终端设备产生的数据不需要再传输至遥远的云数据中心处理，而是就近即在网络边缘侧完成数据分析和处理，相较于云计算更加高效和安全。尽管目前还无法达成所有计算均在边缘端完成，但边缘计算的推广是大势所趋。</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5355233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边缘计算架构如下图所示，尽可能靠近终端节点处处理数据，使数据、应用程序和计算能力远离集中式云计算中心。</a:t>
            </a:r>
            <a:endParaRPr lang="en-US" altLang="zh-CN" sz="1200" b="0" i="0" kern="1200" dirty="0" smtClean="0">
              <a:solidFill>
                <a:schemeClr val="tx1"/>
              </a:solidFill>
              <a:effectLst/>
              <a:latin typeface="+mn-lt"/>
              <a:ea typeface="+mn-ea"/>
              <a:cs typeface="+mn-cs"/>
            </a:endParaRPr>
          </a:p>
          <a:p>
            <a:pPr fontAlgn="base"/>
            <a:r>
              <a:rPr lang="zh-CN" altLang="en-US" sz="1200" b="0" i="0" kern="1200" dirty="0" smtClean="0">
                <a:solidFill>
                  <a:schemeClr val="tx1"/>
                </a:solidFill>
                <a:effectLst/>
                <a:latin typeface="+mn-lt"/>
                <a:ea typeface="+mn-ea"/>
                <a:cs typeface="+mn-cs"/>
              </a:rPr>
              <a:t>终端节点：由各种物联网设备（如传感器、</a:t>
            </a:r>
            <a:r>
              <a:rPr lang="en-US" altLang="zh-CN" sz="1200" b="0" i="0" kern="1200" dirty="0" smtClean="0">
                <a:solidFill>
                  <a:schemeClr val="tx1"/>
                </a:solidFill>
                <a:effectLst/>
                <a:latin typeface="+mn-lt"/>
                <a:ea typeface="+mn-ea"/>
                <a:cs typeface="+mn-cs"/>
              </a:rPr>
              <a:t>RFID</a:t>
            </a:r>
            <a:r>
              <a:rPr lang="zh-CN" altLang="en-US" sz="1200" b="0" i="0" kern="1200" dirty="0" smtClean="0">
                <a:solidFill>
                  <a:schemeClr val="tx1"/>
                </a:solidFill>
                <a:effectLst/>
                <a:latin typeface="+mn-lt"/>
                <a:ea typeface="+mn-ea"/>
                <a:cs typeface="+mn-cs"/>
              </a:rPr>
              <a:t>标签、摄像头、智能手机等）组成，主要完成收集原始数据并上报的功能。在终端层中，只需提供各种物联网设备的感知能力，而不需要计算能力。</a:t>
            </a:r>
          </a:p>
          <a:p>
            <a:pPr fontAlgn="base"/>
            <a:r>
              <a:rPr lang="zh-CN" altLang="en-US" sz="1200" b="0" i="0" kern="1200" dirty="0" smtClean="0">
                <a:solidFill>
                  <a:schemeClr val="tx1"/>
                </a:solidFill>
                <a:effectLst/>
                <a:latin typeface="+mn-lt"/>
                <a:ea typeface="+mn-ea"/>
                <a:cs typeface="+mn-cs"/>
              </a:rPr>
              <a:t>边缘计算节点：边缘计算节点通过合理部署和调配网络边缘侧节点的计算和存储能力，实现基础服务响应。</a:t>
            </a:r>
          </a:p>
          <a:p>
            <a:pPr fontAlgn="base"/>
            <a:r>
              <a:rPr lang="zh-CN" altLang="en-US" sz="1200" b="0" i="0" kern="1200" dirty="0" smtClean="0">
                <a:solidFill>
                  <a:schemeClr val="tx1"/>
                </a:solidFill>
                <a:effectLst/>
                <a:latin typeface="+mn-lt"/>
                <a:ea typeface="+mn-ea"/>
                <a:cs typeface="+mn-cs"/>
              </a:rPr>
              <a:t>网络节点：负责将边缘计算节点处理后的有用数据上传至云计算节点进行分析处理。</a:t>
            </a:r>
          </a:p>
          <a:p>
            <a:pPr fontAlgn="base"/>
            <a:r>
              <a:rPr lang="zh-CN" altLang="en-US" sz="1200" b="0" i="0" kern="1200" dirty="0" smtClean="0">
                <a:solidFill>
                  <a:schemeClr val="tx1"/>
                </a:solidFill>
                <a:effectLst/>
                <a:latin typeface="+mn-lt"/>
                <a:ea typeface="+mn-ea"/>
                <a:cs typeface="+mn-cs"/>
              </a:rPr>
              <a:t>云计算节点：边缘计算层的上报数据将在云计算节点进行永久性存储，同时边缘计算节点无法处理的分析任务和综合全局信息的处理任务仍旧需要在云计算节点完成。除此之外，云计算节点还可以根据网络资源分布动态调整边缘计算层的部署策略和算法。</a:t>
            </a:r>
          </a:p>
          <a:p>
            <a:r>
              <a:rPr lang="zh-CN" altLang="en-US" sz="1200" b="0" i="0" kern="1200" dirty="0" smtClean="0">
                <a:solidFill>
                  <a:schemeClr val="tx1"/>
                </a:solidFill>
                <a:effectLst/>
                <a:latin typeface="+mn-lt"/>
                <a:ea typeface="+mn-ea"/>
                <a:cs typeface="+mn-cs"/>
              </a:rPr>
              <a:t>正是基于这种更实时处理数据的能力、特性，更快的响应时间，边缘计算非常适合被应用于物联网领域。</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2764839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下面简单介绍几个边缘计算的典型应用场景。</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4985417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视频监控是安防市场的重要组成，是数据的收集端。随着城市安防的持续投入，各社区、商场、银行网点、道路街边、停车场等公共环境都安装有监控摄像头，视频监控、人脸识别等功能，在安防系统中发挥着重要作用。</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随着终端设备的发展，在监控摄像头内置计算单元，通过引入边缘计算，能够有效地处理原始视频流数据，避免将冗余数据上传到云端。另外，植入人脸识别应用，对视频数据进行解析和模型匹配，有效识别重点监控对象</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使得终端设备由被动监控转化为与主动分析与预警相结合的安防终端系统。</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0266568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随着机器视觉、深度学习和传感器等技术的发展，汽车的功能不再局限于传统的出行和运输工具，而是逐渐变为一个智能的、互联的计算系统，我们称这样新型的汽车为智能网联车（</a:t>
            </a:r>
            <a:r>
              <a:rPr lang="en-US" altLang="zh-CN" sz="1200" b="0" i="0" kern="1200" dirty="0" smtClean="0">
                <a:solidFill>
                  <a:schemeClr val="tx1"/>
                </a:solidFill>
                <a:effectLst/>
                <a:latin typeface="+mn-lt"/>
                <a:ea typeface="+mn-ea"/>
                <a:cs typeface="+mn-cs"/>
              </a:rPr>
              <a:t>connected and autonomous vehicles, CAVs)</a:t>
            </a:r>
            <a:r>
              <a:rPr lang="zh-CN" altLang="en-US" sz="1200" b="0" i="0" kern="1200" dirty="0" smtClean="0">
                <a:solidFill>
                  <a:schemeClr val="tx1"/>
                </a:solidFill>
                <a:effectLst/>
                <a:latin typeface="+mn-lt"/>
                <a:ea typeface="+mn-ea"/>
                <a:cs typeface="+mn-cs"/>
              </a:rPr>
              <a:t>。智能网联车的出现催生出了一系列新的应用场景，例如自动驾驶、车联网以及智能交通。</a:t>
            </a:r>
          </a:p>
          <a:p>
            <a:r>
              <a:rPr lang="zh-CN" altLang="en-US" sz="1200" b="0" i="0" kern="1200" dirty="0" smtClean="0">
                <a:solidFill>
                  <a:schemeClr val="tx1"/>
                </a:solidFill>
                <a:effectLst/>
                <a:latin typeface="+mn-lt"/>
                <a:ea typeface="+mn-ea"/>
                <a:cs typeface="+mn-cs"/>
              </a:rPr>
              <a:t>车联网技术的发展是 </a:t>
            </a:r>
            <a:r>
              <a:rPr lang="en-US" altLang="zh-CN" sz="1200" b="0" i="0" kern="1200" dirty="0" smtClean="0">
                <a:solidFill>
                  <a:schemeClr val="tx1"/>
                </a:solidFill>
                <a:effectLst/>
                <a:latin typeface="+mn-lt"/>
                <a:ea typeface="+mn-ea"/>
                <a:cs typeface="+mn-cs"/>
              </a:rPr>
              <a:t>5G </a:t>
            </a:r>
            <a:r>
              <a:rPr lang="zh-CN" altLang="en-US" sz="1200" b="0" i="0" kern="1200" dirty="0" smtClean="0">
                <a:solidFill>
                  <a:schemeClr val="tx1"/>
                </a:solidFill>
                <a:effectLst/>
                <a:latin typeface="+mn-lt"/>
                <a:ea typeface="+mn-ea"/>
                <a:cs typeface="+mn-cs"/>
              </a:rPr>
              <a:t>物联网领域中非常重要的应用之一，尤其是自动驾驶的投入使用，更是加速了车载系统联网入云的进程。据统计数据显示，一辆自动驾驶车每天产生的数据在 </a:t>
            </a:r>
            <a:r>
              <a:rPr lang="en-US" altLang="zh-CN" sz="1200" b="0" i="0" kern="1200" dirty="0" smtClean="0">
                <a:solidFill>
                  <a:schemeClr val="tx1"/>
                </a:solidFill>
                <a:effectLst/>
                <a:latin typeface="+mn-lt"/>
                <a:ea typeface="+mn-ea"/>
                <a:cs typeface="+mn-cs"/>
              </a:rPr>
              <a:t>4TB </a:t>
            </a:r>
            <a:r>
              <a:rPr lang="zh-CN" altLang="en-US" sz="1200" b="0" i="0" kern="1200" dirty="0" smtClean="0">
                <a:solidFill>
                  <a:schemeClr val="tx1"/>
                </a:solidFill>
                <a:effectLst/>
                <a:latin typeface="+mn-lt"/>
                <a:ea typeface="+mn-ea"/>
                <a:cs typeface="+mn-cs"/>
              </a:rPr>
              <a:t>以上，这样大量的数据会因为网络延迟导致终端应用实时性体验大幅下降，进而影响自动驾驶的性能。</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车载系统通常具有计算能力，可以通过边缘计算平台将车载系统纳入云管理，将云计算中心个别实时性要求较高的服务下发到车载系统，可以再第一时间处理终端应用的数据，增强时效性。同时，将原生车载应用以云原生的方式管理，便于发布</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升级等操作，这会对汽车 </a:t>
            </a:r>
            <a:r>
              <a:rPr lang="en-US" altLang="zh-CN" sz="1200" b="0" i="0" kern="1200" dirty="0" smtClean="0">
                <a:solidFill>
                  <a:schemeClr val="tx1"/>
                </a:solidFill>
                <a:effectLst/>
                <a:latin typeface="+mn-lt"/>
                <a:ea typeface="+mn-ea"/>
                <a:cs typeface="+mn-cs"/>
              </a:rPr>
              <a:t>OTA</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Over the Air Technology</a:t>
            </a:r>
            <a:r>
              <a:rPr lang="zh-CN" altLang="en-US" sz="1200" b="0" i="0" kern="1200" dirty="0" smtClean="0">
                <a:solidFill>
                  <a:schemeClr val="tx1"/>
                </a:solidFill>
                <a:effectLst/>
                <a:latin typeface="+mn-lt"/>
                <a:ea typeface="+mn-ea"/>
                <a:cs typeface="+mn-cs"/>
              </a:rPr>
              <a:t>，指通过网络从云服务器远程下载新的程序包，对整车系统进行更新或升级）</a:t>
            </a:r>
            <a:r>
              <a:rPr lang="en-US" altLang="zh-CN" sz="1200" b="0" i="0" kern="1200" dirty="0" smtClean="0">
                <a:solidFill>
                  <a:schemeClr val="tx1"/>
                </a:solidFill>
                <a:effectLst/>
                <a:latin typeface="+mn-lt"/>
                <a:ea typeface="+mn-ea"/>
                <a:cs typeface="+mn-cs"/>
              </a:rPr>
              <a:t> </a:t>
            </a:r>
            <a:r>
              <a:rPr lang="zh-CN" altLang="en-US" sz="1200" b="0" i="0" kern="1200" dirty="0" smtClean="0">
                <a:solidFill>
                  <a:schemeClr val="tx1"/>
                </a:solidFill>
                <a:effectLst/>
                <a:latin typeface="+mn-lt"/>
                <a:ea typeface="+mn-ea"/>
                <a:cs typeface="+mn-cs"/>
              </a:rPr>
              <a:t>的推进产生重要意义。</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7989587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mn-lt"/>
                <a:ea typeface="+mn-ea"/>
                <a:cs typeface="+mn-cs"/>
              </a:rPr>
              <a:t>VR/AR </a:t>
            </a:r>
            <a:r>
              <a:rPr lang="zh-CN" altLang="en-US" sz="1200" b="0" i="0" kern="1200" dirty="0" smtClean="0">
                <a:solidFill>
                  <a:schemeClr val="tx1"/>
                </a:solidFill>
                <a:effectLst/>
                <a:latin typeface="+mn-lt"/>
                <a:ea typeface="+mn-ea"/>
                <a:cs typeface="+mn-cs"/>
              </a:rPr>
              <a:t>注重人机交互的体验，突破二维限制，进入三维体验的技术实现。其背后，是计算平台强大算力的支撑。在边缘计算模型下，实时的 </a:t>
            </a:r>
            <a:r>
              <a:rPr lang="en-US" altLang="zh-CN" sz="1200" b="0" i="0" kern="1200" dirty="0" smtClean="0">
                <a:solidFill>
                  <a:schemeClr val="tx1"/>
                </a:solidFill>
                <a:effectLst/>
                <a:latin typeface="+mn-lt"/>
                <a:ea typeface="+mn-ea"/>
                <a:cs typeface="+mn-cs"/>
              </a:rPr>
              <a:t>VR </a:t>
            </a:r>
            <a:r>
              <a:rPr lang="zh-CN" altLang="en-US" sz="1200" b="0" i="0" kern="1200" dirty="0" smtClean="0">
                <a:solidFill>
                  <a:schemeClr val="tx1"/>
                </a:solidFill>
                <a:effectLst/>
                <a:latin typeface="+mn-lt"/>
                <a:ea typeface="+mn-ea"/>
                <a:cs typeface="+mn-cs"/>
              </a:rPr>
              <a:t>头显不再需要将数据发送到云计算中心去处理，而是通过 </a:t>
            </a:r>
            <a:r>
              <a:rPr lang="en-US" altLang="zh-CN" sz="1200" b="0" i="0" kern="1200" dirty="0" smtClean="0">
                <a:solidFill>
                  <a:schemeClr val="tx1"/>
                </a:solidFill>
                <a:effectLst/>
                <a:latin typeface="+mn-lt"/>
                <a:ea typeface="+mn-ea"/>
                <a:cs typeface="+mn-cs"/>
              </a:rPr>
              <a:t>5G </a:t>
            </a:r>
            <a:r>
              <a:rPr lang="zh-CN" altLang="en-US" sz="1200" b="0" i="0" kern="1200" dirty="0" smtClean="0">
                <a:solidFill>
                  <a:schemeClr val="tx1"/>
                </a:solidFill>
                <a:effectLst/>
                <a:latin typeface="+mn-lt"/>
                <a:ea typeface="+mn-ea"/>
                <a:cs typeface="+mn-cs"/>
              </a:rPr>
              <a:t>网络发送到就近的服务基站、边缘数据中心等，反过来看，就是云计算中心通过 </a:t>
            </a:r>
            <a:r>
              <a:rPr lang="en-US" altLang="zh-CN" sz="1200" b="0" i="0" kern="1200" dirty="0" smtClean="0">
                <a:solidFill>
                  <a:schemeClr val="tx1"/>
                </a:solidFill>
                <a:effectLst/>
                <a:latin typeface="+mn-lt"/>
                <a:ea typeface="+mn-ea"/>
                <a:cs typeface="+mn-cs"/>
              </a:rPr>
              <a:t>5G </a:t>
            </a:r>
            <a:r>
              <a:rPr lang="zh-CN" altLang="en-US" sz="1200" b="0" i="0" kern="1200" dirty="0" smtClean="0">
                <a:solidFill>
                  <a:schemeClr val="tx1"/>
                </a:solidFill>
                <a:effectLst/>
                <a:latin typeface="+mn-lt"/>
                <a:ea typeface="+mn-ea"/>
                <a:cs typeface="+mn-cs"/>
              </a:rPr>
              <a:t>网络将计算能力延伸在边缘端，这样的低延迟处理可以有效提升用户体验，是下一代 </a:t>
            </a:r>
            <a:r>
              <a:rPr lang="en-US" altLang="zh-CN" sz="1200" b="0" i="0" kern="1200" dirty="0" smtClean="0">
                <a:solidFill>
                  <a:schemeClr val="tx1"/>
                </a:solidFill>
                <a:effectLst/>
                <a:latin typeface="+mn-lt"/>
                <a:ea typeface="+mn-ea"/>
                <a:cs typeface="+mn-cs"/>
              </a:rPr>
              <a:t>VR/AR </a:t>
            </a:r>
            <a:r>
              <a:rPr lang="zh-CN" altLang="en-US" sz="1200" b="0" i="0" kern="1200" dirty="0" smtClean="0">
                <a:solidFill>
                  <a:schemeClr val="tx1"/>
                </a:solidFill>
                <a:effectLst/>
                <a:latin typeface="+mn-lt"/>
                <a:ea typeface="+mn-ea"/>
                <a:cs typeface="+mn-cs"/>
              </a:rPr>
              <a:t>应用的重要实现。</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2061622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工业物联网，主要体现在对工业大数据的处理、模型的训练以及工业设备的远程优化控制。通过云计算、大数据、</a:t>
            </a:r>
            <a:r>
              <a:rPr lang="en-US" altLang="zh-CN" sz="1200" b="0" i="0" kern="1200" dirty="0" smtClean="0">
                <a:solidFill>
                  <a:schemeClr val="tx1"/>
                </a:solidFill>
                <a:effectLst/>
                <a:latin typeface="+mn-lt"/>
                <a:ea typeface="+mn-ea"/>
                <a:cs typeface="+mn-cs"/>
              </a:rPr>
              <a:t>AI</a:t>
            </a:r>
            <a:r>
              <a:rPr lang="zh-CN" altLang="en-US" sz="1200" b="0" i="0" kern="1200" dirty="0" smtClean="0">
                <a:solidFill>
                  <a:schemeClr val="tx1"/>
                </a:solidFill>
                <a:effectLst/>
                <a:latin typeface="+mn-lt"/>
                <a:ea typeface="+mn-ea"/>
                <a:cs typeface="+mn-cs"/>
              </a:rPr>
              <a:t>等技术赋能工业生产的智能化。现代工业的发展，逐渐形成了云计算中心与网络边缘的融合：</a:t>
            </a:r>
          </a:p>
          <a:p>
            <a:r>
              <a:rPr lang="zh-CN" altLang="en-US" sz="1200" b="0" i="0" kern="1200" dirty="0" smtClean="0">
                <a:solidFill>
                  <a:schemeClr val="tx1"/>
                </a:solidFill>
                <a:effectLst/>
                <a:latin typeface="+mn-lt"/>
                <a:ea typeface="+mn-ea"/>
                <a:cs typeface="+mn-cs"/>
              </a:rPr>
              <a:t>边缘侧：数据的预处理、分布式协同控制、异构网络设备的联通等由边缘侧计算单元处理。</a:t>
            </a:r>
          </a:p>
          <a:p>
            <a:r>
              <a:rPr lang="zh-CN" altLang="en-US" sz="1200" b="0" i="0" kern="1200" dirty="0" smtClean="0">
                <a:solidFill>
                  <a:schemeClr val="tx1"/>
                </a:solidFill>
                <a:effectLst/>
                <a:latin typeface="+mn-lt"/>
                <a:ea typeface="+mn-ea"/>
                <a:cs typeface="+mn-cs"/>
              </a:rPr>
              <a:t>云计算中心：大数据分析、</a:t>
            </a:r>
            <a:r>
              <a:rPr lang="en-US" altLang="zh-CN" sz="1200" b="0" i="0" kern="1200" dirty="0" smtClean="0">
                <a:solidFill>
                  <a:schemeClr val="tx1"/>
                </a:solidFill>
                <a:effectLst/>
                <a:latin typeface="+mn-lt"/>
                <a:ea typeface="+mn-ea"/>
                <a:cs typeface="+mn-cs"/>
              </a:rPr>
              <a:t>AI </a:t>
            </a:r>
            <a:r>
              <a:rPr lang="zh-CN" altLang="en-US" sz="1200" b="0" i="0" kern="1200" dirty="0" smtClean="0">
                <a:solidFill>
                  <a:schemeClr val="tx1"/>
                </a:solidFill>
                <a:effectLst/>
                <a:latin typeface="+mn-lt"/>
                <a:ea typeface="+mn-ea"/>
                <a:cs typeface="+mn-cs"/>
              </a:rPr>
              <a:t>决策优化。</a:t>
            </a:r>
          </a:p>
          <a:p>
            <a:r>
              <a:rPr lang="zh-CN" altLang="en-US" sz="1200" b="0" i="0" kern="1200" dirty="0" smtClean="0">
                <a:solidFill>
                  <a:schemeClr val="tx1"/>
                </a:solidFill>
                <a:effectLst/>
                <a:latin typeface="+mn-lt"/>
                <a:ea typeface="+mn-ea"/>
                <a:cs typeface="+mn-cs"/>
              </a:rPr>
              <a:t>在工业领域中，具有互联网能力的工业控制系统可以作为边缘计算节点，将一些实时性要求较高的数据分析、智能化处理和执行单元放在这一层运行；另外一些实时性要求不高，较长周期内的大数据整理分析、</a:t>
            </a:r>
            <a:r>
              <a:rPr lang="en-US" altLang="zh-CN" sz="1200" b="0" i="0" kern="1200" dirty="0" smtClean="0">
                <a:solidFill>
                  <a:schemeClr val="tx1"/>
                </a:solidFill>
                <a:effectLst/>
                <a:latin typeface="+mn-lt"/>
                <a:ea typeface="+mn-ea"/>
                <a:cs typeface="+mn-cs"/>
              </a:rPr>
              <a:t>AI </a:t>
            </a:r>
            <a:r>
              <a:rPr lang="zh-CN" altLang="en-US" sz="1200" b="0" i="0" kern="1200" dirty="0" smtClean="0">
                <a:solidFill>
                  <a:schemeClr val="tx1"/>
                </a:solidFill>
                <a:effectLst/>
                <a:latin typeface="+mn-lt"/>
                <a:ea typeface="+mn-ea"/>
                <a:cs typeface="+mn-cs"/>
              </a:rPr>
              <a:t>模型训练及生成决策事件、优化参数等任务，可以放在云计算中心执行。通过以云中心为大脑，带动边缘计算实现工业互联网的智能制造。</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9270754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智能家居系统主要通过多种传感器技术，结合 </a:t>
            </a:r>
            <a:r>
              <a:rPr lang="en-US" altLang="zh-CN" sz="1200" b="0" i="0" kern="1200" dirty="0" smtClean="0">
                <a:solidFill>
                  <a:schemeClr val="tx1"/>
                </a:solidFill>
                <a:effectLst/>
                <a:latin typeface="+mn-lt"/>
                <a:ea typeface="+mn-ea"/>
                <a:cs typeface="+mn-cs"/>
              </a:rPr>
              <a:t>AI </a:t>
            </a:r>
            <a:r>
              <a:rPr lang="zh-CN" altLang="en-US" sz="1200" b="0" i="0" kern="1200" dirty="0" smtClean="0">
                <a:solidFill>
                  <a:schemeClr val="tx1"/>
                </a:solidFill>
                <a:effectLst/>
                <a:latin typeface="+mn-lt"/>
                <a:ea typeface="+mn-ea"/>
                <a:cs typeface="+mn-cs"/>
              </a:rPr>
              <a:t>深度学习，不断做出环境适应的调整。目前，智能家居的实现模式主要是通过云端连接控制，这将导致数据处理不及时，会对云端网络依赖较大。并且，随着智能家居设备的增多，设备之间的互联互动，异构设备的统一管理，也成为了未来智能家居实现的问题。</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边缘计算逐渐被引入到智能家居系统中，首先可以解决设备管理问题。针对多种异构设备，以统一命名及接口，接入到云端管理，为智能家居控制程序的开发，提供完备的抽象。其次，智能设备的实时请求发送到就近的边缘节点，有边缘节点的计算服务处理数据请求，动态规划智能设备的运行策略。未来发展中，可能会出现智能家庭网关的计算单元，作为边缘节点，可实现边缘自治，脱离于云端联合智能设备，并能保证家庭数据安全，提高更高效的家庭智能设备管理。</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4604595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智慧城市是目前各大城市都在积极发展的方向，也是高级别城市的目标。其演进阶段是信息化、数字化、智能化，当前智慧城市正处于智能化的实现道路上。通过信息化和数字化，把城市的大部分数据结构化并收集起来，进行智能化处理决策。</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智慧城市的一大特点就是数据的全面感测。遍布城市各处的广义传感器和智能设备，组成了庞大的物联网，通过不间断的检测，来侦听城市的核心子系统的运行情况。</a:t>
            </a:r>
          </a:p>
          <a:p>
            <a:r>
              <a:rPr lang="zh-CN" altLang="en-US" sz="1200" b="0" i="0" kern="1200" dirty="0" smtClean="0">
                <a:solidFill>
                  <a:schemeClr val="tx1"/>
                </a:solidFill>
                <a:effectLst/>
                <a:latin typeface="+mn-lt"/>
                <a:ea typeface="+mn-ea"/>
                <a:cs typeface="+mn-cs"/>
              </a:rPr>
              <a:t>随着边缘计算的落地，这些分布于各处的传感器和智能设备，不必再将数据上传至“城市大脑”云计算中心来处理，而是就近通过边缘计算节点进行分析、预处理、联合控制及告警，及时对数据作出反馈，这样可以与城市大脑实现轻量级解耦。即使云计算中心出现异常故障，各个子系统也能实现一定程度的自治，将有效缓解城市大脑计算、网络、存储等压力。</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1301374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标题幻灯片">
    <p:spTree>
      <p:nvGrpSpPr>
        <p:cNvPr id="1" name=""/>
        <p:cNvGrpSpPr/>
        <p:nvPr/>
      </p:nvGrpSpPr>
      <p:grpSpPr>
        <a:xfrm>
          <a:off x="0" y="0"/>
          <a:ext cx="0" cy="0"/>
          <a:chOff x="0" y="0"/>
          <a:chExt cx="0" cy="0"/>
        </a:xfrm>
      </p:grpSpPr>
      <p:sp>
        <p:nvSpPr>
          <p:cNvPr id="6" name="矩形: 圆角 5">
            <a:extLst>
              <a:ext uri="{FF2B5EF4-FFF2-40B4-BE49-F238E27FC236}">
                <a16:creationId xmlns:a16="http://schemas.microsoft.com/office/drawing/2014/main" xmlns="" id="{6EB3BC85-6B9D-4CAF-90B8-EC7DC38A8093}"/>
              </a:ext>
            </a:extLst>
          </p:cNvPr>
          <p:cNvSpPr/>
          <p:nvPr userDrawn="1"/>
        </p:nvSpPr>
        <p:spPr>
          <a:xfrm>
            <a:off x="0" y="0"/>
            <a:ext cx="12192000" cy="6858000"/>
          </a:xfrm>
          <a:prstGeom prst="roundRect">
            <a:avLst>
              <a:gd name="adj" fmla="val 0"/>
            </a:avLst>
          </a:prstGeom>
          <a:gradFill>
            <a:gsLst>
              <a:gs pos="0">
                <a:schemeClr val="accent2"/>
              </a:gs>
              <a:gs pos="100000">
                <a:schemeClr val="accent3"/>
              </a:gs>
            </a:gsLst>
            <a:lin ang="0" scaled="0"/>
          </a:gra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任意多边形: 形状 6">
            <a:extLst>
              <a:ext uri="{FF2B5EF4-FFF2-40B4-BE49-F238E27FC236}">
                <a16:creationId xmlns:a16="http://schemas.microsoft.com/office/drawing/2014/main" xmlns="" id="{ED0129E5-1051-4340-8E45-BD04A72D1987}"/>
              </a:ext>
            </a:extLst>
          </p:cNvPr>
          <p:cNvSpPr/>
          <p:nvPr userDrawn="1"/>
        </p:nvSpPr>
        <p:spPr>
          <a:xfrm>
            <a:off x="4019550" y="1346200"/>
            <a:ext cx="7832725" cy="5137150"/>
          </a:xfrm>
          <a:custGeom>
            <a:avLst/>
            <a:gdLst>
              <a:gd name="connsiteX0" fmla="*/ 9059374 w 9059374"/>
              <a:gd name="connsiteY0" fmla="*/ 0 h 5940588"/>
              <a:gd name="connsiteX1" fmla="*/ 9059374 w 9059374"/>
              <a:gd name="connsiteY1" fmla="*/ 5940588 h 5940588"/>
              <a:gd name="connsiteX2" fmla="*/ 0 w 9059374"/>
              <a:gd name="connsiteY2" fmla="*/ 5940588 h 5940588"/>
            </a:gdLst>
            <a:ahLst/>
            <a:cxnLst>
              <a:cxn ang="0">
                <a:pos x="connsiteX0" y="connsiteY0"/>
              </a:cxn>
              <a:cxn ang="0">
                <a:pos x="connsiteX1" y="connsiteY1"/>
              </a:cxn>
              <a:cxn ang="0">
                <a:pos x="connsiteX2" y="connsiteY2"/>
              </a:cxn>
            </a:cxnLst>
            <a:rect l="l" t="t" r="r" b="b"/>
            <a:pathLst>
              <a:path w="9059374" h="5940588">
                <a:moveTo>
                  <a:pt x="9059374" y="0"/>
                </a:moveTo>
                <a:lnTo>
                  <a:pt x="9059374" y="5940588"/>
                </a:lnTo>
                <a:lnTo>
                  <a:pt x="0" y="5940588"/>
                </a:lnTo>
                <a:close/>
              </a:path>
            </a:pathLst>
          </a:custGeom>
          <a:solidFill>
            <a:schemeClr val="bg1">
              <a:alpha val="27000"/>
            </a:schemeClr>
          </a:soli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8" name="Freeform 100">
            <a:extLst>
              <a:ext uri="{FF2B5EF4-FFF2-40B4-BE49-F238E27FC236}">
                <a16:creationId xmlns:a16="http://schemas.microsoft.com/office/drawing/2014/main" xmlns="" id="{A36D1798-A1CA-4D7E-B424-254BFF94FD7C}"/>
              </a:ext>
            </a:extLst>
          </p:cNvPr>
          <p:cNvSpPr>
            <a:spLocks noChangeArrowheads="1"/>
          </p:cNvSpPr>
          <p:nvPr/>
        </p:nvSpPr>
        <p:spPr bwMode="auto">
          <a:xfrm>
            <a:off x="6213475" y="1006475"/>
            <a:ext cx="2635250" cy="1997075"/>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1">
            <a:extLst>
              <a:ext uri="{FF2B5EF4-FFF2-40B4-BE49-F238E27FC236}">
                <a16:creationId xmlns:a16="http://schemas.microsoft.com/office/drawing/2014/main" xmlns="" id="{E8C3362A-0A53-4F77-816A-7587B884A5E9}"/>
              </a:ext>
            </a:extLst>
          </p:cNvPr>
          <p:cNvSpPr>
            <a:spLocks noChangeArrowheads="1"/>
          </p:cNvSpPr>
          <p:nvPr/>
        </p:nvSpPr>
        <p:spPr bwMode="auto">
          <a:xfrm>
            <a:off x="7951788" y="830263"/>
            <a:ext cx="1057275" cy="2173287"/>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2">
            <a:extLst>
              <a:ext uri="{FF2B5EF4-FFF2-40B4-BE49-F238E27FC236}">
                <a16:creationId xmlns:a16="http://schemas.microsoft.com/office/drawing/2014/main" xmlns="" id="{B38EB0B3-A79D-4899-B750-F812B5748320}"/>
              </a:ext>
            </a:extLst>
          </p:cNvPr>
          <p:cNvSpPr>
            <a:spLocks noChangeArrowheads="1"/>
          </p:cNvSpPr>
          <p:nvPr/>
        </p:nvSpPr>
        <p:spPr bwMode="auto">
          <a:xfrm>
            <a:off x="7799388" y="639763"/>
            <a:ext cx="1377950" cy="2363787"/>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3">
            <a:extLst>
              <a:ext uri="{FF2B5EF4-FFF2-40B4-BE49-F238E27FC236}">
                <a16:creationId xmlns:a16="http://schemas.microsoft.com/office/drawing/2014/main" xmlns="" id="{70050A56-5891-4390-A47C-74FAD121AB29}"/>
              </a:ext>
            </a:extLst>
          </p:cNvPr>
          <p:cNvSpPr>
            <a:spLocks noEditPoints="1" noChangeArrowheads="1"/>
          </p:cNvSpPr>
          <p:nvPr/>
        </p:nvSpPr>
        <p:spPr bwMode="auto">
          <a:xfrm>
            <a:off x="6129338" y="965200"/>
            <a:ext cx="100012"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4">
            <a:extLst>
              <a:ext uri="{FF2B5EF4-FFF2-40B4-BE49-F238E27FC236}">
                <a16:creationId xmlns:a16="http://schemas.microsoft.com/office/drawing/2014/main" xmlns="" id="{7682B7E0-695F-44B2-875E-095AF6F7046A}"/>
              </a:ext>
            </a:extLst>
          </p:cNvPr>
          <p:cNvSpPr>
            <a:spLocks noEditPoints="1" noChangeArrowheads="1"/>
          </p:cNvSpPr>
          <p:nvPr/>
        </p:nvSpPr>
        <p:spPr bwMode="auto">
          <a:xfrm>
            <a:off x="7867650" y="792163"/>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5">
            <a:extLst>
              <a:ext uri="{FF2B5EF4-FFF2-40B4-BE49-F238E27FC236}">
                <a16:creationId xmlns:a16="http://schemas.microsoft.com/office/drawing/2014/main" xmlns="" id="{CC4A0B06-5CDE-4CBC-B116-907CE683E1CC}"/>
              </a:ext>
            </a:extLst>
          </p:cNvPr>
          <p:cNvSpPr>
            <a:spLocks noEditPoints="1" noChangeArrowheads="1"/>
          </p:cNvSpPr>
          <p:nvPr/>
        </p:nvSpPr>
        <p:spPr bwMode="auto">
          <a:xfrm>
            <a:off x="7715250" y="598488"/>
            <a:ext cx="101600"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6">
            <a:extLst>
              <a:ext uri="{FF2B5EF4-FFF2-40B4-BE49-F238E27FC236}">
                <a16:creationId xmlns:a16="http://schemas.microsoft.com/office/drawing/2014/main" xmlns="" id="{6CB9C93B-43EF-4856-811F-BCF5E95C91D2}"/>
              </a:ext>
            </a:extLst>
          </p:cNvPr>
          <p:cNvSpPr>
            <a:spLocks noChangeArrowheads="1"/>
          </p:cNvSpPr>
          <p:nvPr/>
        </p:nvSpPr>
        <p:spPr bwMode="auto">
          <a:xfrm>
            <a:off x="7313613" y="493713"/>
            <a:ext cx="2027237" cy="2509837"/>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7">
            <a:extLst>
              <a:ext uri="{FF2B5EF4-FFF2-40B4-BE49-F238E27FC236}">
                <a16:creationId xmlns:a16="http://schemas.microsoft.com/office/drawing/2014/main" xmlns="" id="{BCE8B6EB-271B-4795-84B5-C74FC766DFF9}"/>
              </a:ext>
            </a:extLst>
          </p:cNvPr>
          <p:cNvSpPr>
            <a:spLocks noEditPoints="1" noChangeArrowheads="1"/>
          </p:cNvSpPr>
          <p:nvPr/>
        </p:nvSpPr>
        <p:spPr bwMode="auto">
          <a:xfrm>
            <a:off x="7229475" y="452438"/>
            <a:ext cx="100013"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8">
            <a:extLst>
              <a:ext uri="{FF2B5EF4-FFF2-40B4-BE49-F238E27FC236}">
                <a16:creationId xmlns:a16="http://schemas.microsoft.com/office/drawing/2014/main" xmlns="" id="{2C044E33-42F0-47B8-9413-FF36324D4CA0}"/>
              </a:ext>
            </a:extLst>
          </p:cNvPr>
          <p:cNvSpPr>
            <a:spLocks noChangeArrowheads="1"/>
          </p:cNvSpPr>
          <p:nvPr/>
        </p:nvSpPr>
        <p:spPr bwMode="auto">
          <a:xfrm>
            <a:off x="9493250" y="493713"/>
            <a:ext cx="1433513" cy="2509837"/>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09">
            <a:extLst>
              <a:ext uri="{FF2B5EF4-FFF2-40B4-BE49-F238E27FC236}">
                <a16:creationId xmlns:a16="http://schemas.microsoft.com/office/drawing/2014/main" xmlns="" id="{B0B75A94-9E0D-4A3A-831A-ED028A99DB23}"/>
              </a:ext>
            </a:extLst>
          </p:cNvPr>
          <p:cNvSpPr>
            <a:spLocks noEditPoints="1" noChangeArrowheads="1"/>
          </p:cNvSpPr>
          <p:nvPr/>
        </p:nvSpPr>
        <p:spPr bwMode="auto">
          <a:xfrm>
            <a:off x="10904538"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0">
            <a:extLst>
              <a:ext uri="{FF2B5EF4-FFF2-40B4-BE49-F238E27FC236}">
                <a16:creationId xmlns:a16="http://schemas.microsoft.com/office/drawing/2014/main" xmlns="" id="{60903120-90EA-4BD9-989C-DEE80E5D9170}"/>
              </a:ext>
            </a:extLst>
          </p:cNvPr>
          <p:cNvSpPr>
            <a:spLocks noEditPoints="1" noChangeArrowheads="1"/>
          </p:cNvSpPr>
          <p:nvPr/>
        </p:nvSpPr>
        <p:spPr bwMode="auto">
          <a:xfrm>
            <a:off x="11102975"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1">
            <a:extLst>
              <a:ext uri="{FF2B5EF4-FFF2-40B4-BE49-F238E27FC236}">
                <a16:creationId xmlns:a16="http://schemas.microsoft.com/office/drawing/2014/main" xmlns="" id="{5FEBB2C5-1CB2-4CB4-951C-C88673222AA8}"/>
              </a:ext>
            </a:extLst>
          </p:cNvPr>
          <p:cNvSpPr>
            <a:spLocks noEditPoints="1" noChangeArrowheads="1"/>
          </p:cNvSpPr>
          <p:nvPr/>
        </p:nvSpPr>
        <p:spPr bwMode="auto">
          <a:xfrm>
            <a:off x="11307763" y="452438"/>
            <a:ext cx="100012"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2">
            <a:extLst>
              <a:ext uri="{FF2B5EF4-FFF2-40B4-BE49-F238E27FC236}">
                <a16:creationId xmlns:a16="http://schemas.microsoft.com/office/drawing/2014/main" xmlns="" id="{61BBE27F-C126-43A0-ADAC-32F04A7BA344}"/>
              </a:ext>
            </a:extLst>
          </p:cNvPr>
          <p:cNvSpPr>
            <a:spLocks noEditPoints="1" noChangeArrowheads="1"/>
          </p:cNvSpPr>
          <p:nvPr/>
        </p:nvSpPr>
        <p:spPr bwMode="auto">
          <a:xfrm>
            <a:off x="115030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3">
            <a:extLst>
              <a:ext uri="{FF2B5EF4-FFF2-40B4-BE49-F238E27FC236}">
                <a16:creationId xmlns:a16="http://schemas.microsoft.com/office/drawing/2014/main" xmlns="" id="{EAA58AC9-539D-4C09-9AA7-13B04599C160}"/>
              </a:ext>
            </a:extLst>
          </p:cNvPr>
          <p:cNvSpPr>
            <a:spLocks noEditPoints="1" noChangeArrowheads="1"/>
          </p:cNvSpPr>
          <p:nvPr/>
        </p:nvSpPr>
        <p:spPr bwMode="auto">
          <a:xfrm>
            <a:off x="117062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4">
            <a:extLst>
              <a:ext uri="{FF2B5EF4-FFF2-40B4-BE49-F238E27FC236}">
                <a16:creationId xmlns:a16="http://schemas.microsoft.com/office/drawing/2014/main" xmlns="" id="{ACC85A4E-AC3E-44B6-8F1C-395F77E6AE44}"/>
              </a:ext>
            </a:extLst>
          </p:cNvPr>
          <p:cNvSpPr>
            <a:spLocks noEditPoints="1" noChangeArrowheads="1"/>
          </p:cNvSpPr>
          <p:nvPr/>
        </p:nvSpPr>
        <p:spPr bwMode="auto">
          <a:xfrm>
            <a:off x="11904663" y="452438"/>
            <a:ext cx="100012"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7">
            <a:extLst>
              <a:ext uri="{FF2B5EF4-FFF2-40B4-BE49-F238E27FC236}">
                <a16:creationId xmlns:a16="http://schemas.microsoft.com/office/drawing/2014/main" xmlns="" id="{52FC56B6-5653-4FCF-B0E0-5EB6CF7D4CF7}"/>
              </a:ext>
            </a:extLst>
          </p:cNvPr>
          <p:cNvSpPr>
            <a:spLocks noEditPoints="1" noChangeArrowheads="1"/>
          </p:cNvSpPr>
          <p:nvPr/>
        </p:nvSpPr>
        <p:spPr bwMode="auto">
          <a:xfrm>
            <a:off x="4643438" y="2600325"/>
            <a:ext cx="6894512" cy="4008438"/>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8">
            <a:extLst>
              <a:ext uri="{FF2B5EF4-FFF2-40B4-BE49-F238E27FC236}">
                <a16:creationId xmlns:a16="http://schemas.microsoft.com/office/drawing/2014/main" xmlns="" id="{6E93BA8B-AE90-475B-9BCA-7C9DE918B6FE}"/>
              </a:ext>
            </a:extLst>
          </p:cNvPr>
          <p:cNvSpPr>
            <a:spLocks noChangeArrowheads="1"/>
          </p:cNvSpPr>
          <p:nvPr/>
        </p:nvSpPr>
        <p:spPr bwMode="auto">
          <a:xfrm>
            <a:off x="4502150" y="2122488"/>
            <a:ext cx="7172325" cy="4067175"/>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19">
            <a:extLst>
              <a:ext uri="{FF2B5EF4-FFF2-40B4-BE49-F238E27FC236}">
                <a16:creationId xmlns:a16="http://schemas.microsoft.com/office/drawing/2014/main" xmlns="" id="{8272447B-0412-408B-B30E-A3EAA6303F2B}"/>
              </a:ext>
            </a:extLst>
          </p:cNvPr>
          <p:cNvSpPr>
            <a:spLocks noChangeArrowheads="1"/>
          </p:cNvSpPr>
          <p:nvPr/>
        </p:nvSpPr>
        <p:spPr bwMode="auto">
          <a:xfrm>
            <a:off x="4502150" y="3313113"/>
            <a:ext cx="7172325" cy="2860675"/>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0">
            <a:extLst>
              <a:ext uri="{FF2B5EF4-FFF2-40B4-BE49-F238E27FC236}">
                <a16:creationId xmlns:a16="http://schemas.microsoft.com/office/drawing/2014/main" xmlns="" id="{10152BF8-06E3-4D91-BDFF-8B0CB78A2085}"/>
              </a:ext>
            </a:extLst>
          </p:cNvPr>
          <p:cNvSpPr>
            <a:spLocks noChangeArrowheads="1"/>
          </p:cNvSpPr>
          <p:nvPr/>
        </p:nvSpPr>
        <p:spPr bwMode="auto">
          <a:xfrm>
            <a:off x="4502150" y="3375025"/>
            <a:ext cx="7172325" cy="275272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1">
            <a:extLst>
              <a:ext uri="{FF2B5EF4-FFF2-40B4-BE49-F238E27FC236}">
                <a16:creationId xmlns:a16="http://schemas.microsoft.com/office/drawing/2014/main" xmlns="" id="{D116E5C1-D001-4F24-8EAB-DF98F7901648}"/>
              </a:ext>
            </a:extLst>
          </p:cNvPr>
          <p:cNvSpPr>
            <a:spLocks noChangeArrowheads="1"/>
          </p:cNvSpPr>
          <p:nvPr/>
        </p:nvSpPr>
        <p:spPr bwMode="auto">
          <a:xfrm>
            <a:off x="4479925" y="1851025"/>
            <a:ext cx="7221538" cy="4170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2">
            <a:extLst>
              <a:ext uri="{FF2B5EF4-FFF2-40B4-BE49-F238E27FC236}">
                <a16:creationId xmlns:a16="http://schemas.microsoft.com/office/drawing/2014/main" xmlns="" id="{617B4ED8-8EB4-400C-80E8-07B6665657E1}"/>
              </a:ext>
            </a:extLst>
          </p:cNvPr>
          <p:cNvSpPr>
            <a:spLocks noChangeArrowheads="1"/>
          </p:cNvSpPr>
          <p:nvPr/>
        </p:nvSpPr>
        <p:spPr bwMode="auto">
          <a:xfrm>
            <a:off x="6246813" y="5681663"/>
            <a:ext cx="50800" cy="7302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3">
            <a:extLst>
              <a:ext uri="{FF2B5EF4-FFF2-40B4-BE49-F238E27FC236}">
                <a16:creationId xmlns:a16="http://schemas.microsoft.com/office/drawing/2014/main" xmlns="" id="{D73F8684-E5A7-49EE-906B-5C88229AC643}"/>
              </a:ext>
            </a:extLst>
          </p:cNvPr>
          <p:cNvSpPr>
            <a:spLocks noChangeArrowheads="1"/>
          </p:cNvSpPr>
          <p:nvPr/>
        </p:nvSpPr>
        <p:spPr bwMode="auto">
          <a:xfrm>
            <a:off x="6350000" y="5738813"/>
            <a:ext cx="47625" cy="79375"/>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4">
            <a:extLst>
              <a:ext uri="{FF2B5EF4-FFF2-40B4-BE49-F238E27FC236}">
                <a16:creationId xmlns:a16="http://schemas.microsoft.com/office/drawing/2014/main" xmlns="" id="{41621DB1-3C1F-4A87-AAF6-176EE9EE27FB}"/>
              </a:ext>
            </a:extLst>
          </p:cNvPr>
          <p:cNvSpPr>
            <a:spLocks noChangeArrowheads="1"/>
          </p:cNvSpPr>
          <p:nvPr/>
        </p:nvSpPr>
        <p:spPr bwMode="auto">
          <a:xfrm>
            <a:off x="6450013" y="5800725"/>
            <a:ext cx="50800" cy="74613"/>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5">
            <a:extLst>
              <a:ext uri="{FF2B5EF4-FFF2-40B4-BE49-F238E27FC236}">
                <a16:creationId xmlns:a16="http://schemas.microsoft.com/office/drawing/2014/main" xmlns="" id="{C874FC1E-7F15-4D7D-83C8-F6095448BD51}"/>
              </a:ext>
            </a:extLst>
          </p:cNvPr>
          <p:cNvSpPr>
            <a:spLocks noChangeArrowheads="1"/>
          </p:cNvSpPr>
          <p:nvPr/>
        </p:nvSpPr>
        <p:spPr bwMode="auto">
          <a:xfrm>
            <a:off x="4846638" y="4875213"/>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6">
            <a:extLst>
              <a:ext uri="{FF2B5EF4-FFF2-40B4-BE49-F238E27FC236}">
                <a16:creationId xmlns:a16="http://schemas.microsoft.com/office/drawing/2014/main" xmlns="" id="{CFC1559D-E549-405C-86C0-6E9B675C1044}"/>
              </a:ext>
            </a:extLst>
          </p:cNvPr>
          <p:cNvSpPr>
            <a:spLocks noChangeArrowheads="1"/>
          </p:cNvSpPr>
          <p:nvPr/>
        </p:nvSpPr>
        <p:spPr bwMode="auto">
          <a:xfrm>
            <a:off x="4948238" y="4932363"/>
            <a:ext cx="57150" cy="77787"/>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7">
            <a:extLst>
              <a:ext uri="{FF2B5EF4-FFF2-40B4-BE49-F238E27FC236}">
                <a16:creationId xmlns:a16="http://schemas.microsoft.com/office/drawing/2014/main" xmlns="" id="{167C5277-283F-4981-BC8A-44C75FAABDAD}"/>
              </a:ext>
            </a:extLst>
          </p:cNvPr>
          <p:cNvSpPr>
            <a:spLocks noChangeArrowheads="1"/>
          </p:cNvSpPr>
          <p:nvPr/>
        </p:nvSpPr>
        <p:spPr bwMode="auto">
          <a:xfrm>
            <a:off x="5051425" y="4994275"/>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8">
            <a:extLst>
              <a:ext uri="{FF2B5EF4-FFF2-40B4-BE49-F238E27FC236}">
                <a16:creationId xmlns:a16="http://schemas.microsoft.com/office/drawing/2014/main" xmlns="" id="{DB125307-8DC3-45CD-B9BA-5921413A8942}"/>
              </a:ext>
            </a:extLst>
          </p:cNvPr>
          <p:cNvSpPr>
            <a:spLocks noEditPoints="1" noChangeArrowheads="1"/>
          </p:cNvSpPr>
          <p:nvPr/>
        </p:nvSpPr>
        <p:spPr bwMode="auto">
          <a:xfrm>
            <a:off x="8047038" y="1835150"/>
            <a:ext cx="1135062" cy="59690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29">
            <a:extLst>
              <a:ext uri="{FF2B5EF4-FFF2-40B4-BE49-F238E27FC236}">
                <a16:creationId xmlns:a16="http://schemas.microsoft.com/office/drawing/2014/main" xmlns="" id="{7F7D55B9-EFA6-434A-8578-006352C1ADBA}"/>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0">
            <a:extLst>
              <a:ext uri="{FF2B5EF4-FFF2-40B4-BE49-F238E27FC236}">
                <a16:creationId xmlns:a16="http://schemas.microsoft.com/office/drawing/2014/main" xmlns="" id="{CC862553-9916-4454-9791-F4B520A76C99}"/>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1">
            <a:extLst>
              <a:ext uri="{FF2B5EF4-FFF2-40B4-BE49-F238E27FC236}">
                <a16:creationId xmlns:a16="http://schemas.microsoft.com/office/drawing/2014/main" xmlns="" id="{C855EEB7-A415-4F88-90CF-287B35822CD1}"/>
              </a:ext>
            </a:extLst>
          </p:cNvPr>
          <p:cNvSpPr>
            <a:spLocks noChangeArrowheads="1"/>
          </p:cNvSpPr>
          <p:nvPr/>
        </p:nvSpPr>
        <p:spPr bwMode="auto">
          <a:xfrm>
            <a:off x="8985250" y="1866900"/>
            <a:ext cx="23813" cy="36513"/>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2">
            <a:extLst>
              <a:ext uri="{FF2B5EF4-FFF2-40B4-BE49-F238E27FC236}">
                <a16:creationId xmlns:a16="http://schemas.microsoft.com/office/drawing/2014/main" xmlns="" id="{052F20EB-602F-4FD8-ACC7-6631A771901F}"/>
              </a:ext>
            </a:extLst>
          </p:cNvPr>
          <p:cNvSpPr>
            <a:spLocks noChangeArrowheads="1"/>
          </p:cNvSpPr>
          <p:nvPr/>
        </p:nvSpPr>
        <p:spPr bwMode="auto">
          <a:xfrm>
            <a:off x="9155113" y="1835150"/>
            <a:ext cx="2222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3">
            <a:extLst>
              <a:ext uri="{FF2B5EF4-FFF2-40B4-BE49-F238E27FC236}">
                <a16:creationId xmlns:a16="http://schemas.microsoft.com/office/drawing/2014/main" xmlns="" id="{A53F6B73-E537-4FED-9A29-38A6E605C2B4}"/>
              </a:ext>
            </a:extLst>
          </p:cNvPr>
          <p:cNvSpPr>
            <a:spLocks noChangeArrowheads="1"/>
          </p:cNvSpPr>
          <p:nvPr/>
        </p:nvSpPr>
        <p:spPr bwMode="auto">
          <a:xfrm>
            <a:off x="4497388" y="2924175"/>
            <a:ext cx="2686050" cy="16192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 name="Freeform 134">
            <a:extLst>
              <a:ext uri="{FF2B5EF4-FFF2-40B4-BE49-F238E27FC236}">
                <a16:creationId xmlns:a16="http://schemas.microsoft.com/office/drawing/2014/main" xmlns="" id="{12AF3E8E-CD03-41B7-94AE-F750110E9FA9}"/>
              </a:ext>
            </a:extLst>
          </p:cNvPr>
          <p:cNvSpPr>
            <a:spLocks noChangeArrowheads="1"/>
          </p:cNvSpPr>
          <p:nvPr/>
        </p:nvSpPr>
        <p:spPr bwMode="auto">
          <a:xfrm>
            <a:off x="4506913" y="4486275"/>
            <a:ext cx="2530475" cy="14827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3" name="组合 47">
            <a:extLst>
              <a:ext uri="{FF2B5EF4-FFF2-40B4-BE49-F238E27FC236}">
                <a16:creationId xmlns:a16="http://schemas.microsoft.com/office/drawing/2014/main" xmlns="" id="{8BD377F7-3023-4EBA-A9C2-C59B12DF8729}"/>
              </a:ext>
            </a:extLst>
          </p:cNvPr>
          <p:cNvGrpSpPr>
            <a:grpSpLocks/>
          </p:cNvGrpSpPr>
          <p:nvPr/>
        </p:nvGrpSpPr>
        <p:grpSpPr bwMode="auto">
          <a:xfrm>
            <a:off x="4427538" y="1868488"/>
            <a:ext cx="7250112" cy="4165600"/>
            <a:chOff x="7564437" y="4244495"/>
            <a:chExt cx="4236358" cy="2433801"/>
          </a:xfrm>
        </p:grpSpPr>
        <p:sp>
          <p:nvSpPr>
            <p:cNvPr id="44" name="Freeform 238">
              <a:extLst>
                <a:ext uri="{FF2B5EF4-FFF2-40B4-BE49-F238E27FC236}">
                  <a16:creationId xmlns:a16="http://schemas.microsoft.com/office/drawing/2014/main" xmlns="" id="{06CD3851-C2DC-4690-B440-748F9799AEC1}"/>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B973BE56-DEA8-41C4-8C36-37104015B34C}"/>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a16="http://schemas.microsoft.com/office/drawing/2014/main" xmlns="" id="{3548C1B7-A01A-4E0F-AF45-EDD9848EA76A}"/>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238">
              <a:extLst>
                <a:ext uri="{FF2B5EF4-FFF2-40B4-BE49-F238E27FC236}">
                  <a16:creationId xmlns:a16="http://schemas.microsoft.com/office/drawing/2014/main" xmlns="" id="{7F02276A-59AF-4F48-A5AB-24EA731DDD8F}"/>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8" name="Freeform 135">
            <a:extLst>
              <a:ext uri="{FF2B5EF4-FFF2-40B4-BE49-F238E27FC236}">
                <a16:creationId xmlns:a16="http://schemas.microsoft.com/office/drawing/2014/main" xmlns="" id="{6EEB7527-0533-428E-A4E0-60BCFBAF5F82}"/>
              </a:ext>
            </a:extLst>
          </p:cNvPr>
          <p:cNvSpPr>
            <a:spLocks noEditPoints="1" noChangeArrowheads="1"/>
          </p:cNvSpPr>
          <p:nvPr/>
        </p:nvSpPr>
        <p:spPr bwMode="auto">
          <a:xfrm>
            <a:off x="7848600" y="4233863"/>
            <a:ext cx="1522413" cy="885825"/>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7">
            <a:extLst>
              <a:ext uri="{FF2B5EF4-FFF2-40B4-BE49-F238E27FC236}">
                <a16:creationId xmlns:a16="http://schemas.microsoft.com/office/drawing/2014/main" xmlns="" id="{75AA00D5-DAE8-4A1C-B2C9-B215959AC4C9}"/>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6">
            <a:extLst>
              <a:ext uri="{FF2B5EF4-FFF2-40B4-BE49-F238E27FC236}">
                <a16:creationId xmlns:a16="http://schemas.microsoft.com/office/drawing/2014/main" xmlns="" id="{3433F4F9-5741-4C20-8334-162108AEF4AE}"/>
              </a:ext>
            </a:extLst>
          </p:cNvPr>
          <p:cNvSpPr>
            <a:spLocks noEditPoints="1" noChangeArrowheads="1"/>
          </p:cNvSpPr>
          <p:nvPr/>
        </p:nvSpPr>
        <p:spPr bwMode="auto">
          <a:xfrm>
            <a:off x="9302750" y="3255963"/>
            <a:ext cx="1765300" cy="87947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8">
            <a:extLst>
              <a:ext uri="{FF2B5EF4-FFF2-40B4-BE49-F238E27FC236}">
                <a16:creationId xmlns:a16="http://schemas.microsoft.com/office/drawing/2014/main" xmlns="" id="{845BA712-40A3-4972-9FF9-3CC40014772B}"/>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39">
            <a:extLst>
              <a:ext uri="{FF2B5EF4-FFF2-40B4-BE49-F238E27FC236}">
                <a16:creationId xmlns:a16="http://schemas.microsoft.com/office/drawing/2014/main" xmlns="" id="{77A62DCF-8554-49AB-89CF-3940606F5240}"/>
              </a:ext>
            </a:extLst>
          </p:cNvPr>
          <p:cNvSpPr>
            <a:spLocks noEditPoints="1" noChangeArrowheads="1"/>
          </p:cNvSpPr>
          <p:nvPr/>
        </p:nvSpPr>
        <p:spPr bwMode="auto">
          <a:xfrm>
            <a:off x="7194550" y="2668588"/>
            <a:ext cx="1704975" cy="938212"/>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0">
            <a:extLst>
              <a:ext uri="{FF2B5EF4-FFF2-40B4-BE49-F238E27FC236}">
                <a16:creationId xmlns:a16="http://schemas.microsoft.com/office/drawing/2014/main" xmlns="" id="{0534DEAB-9CFA-4BE0-95EB-9E0AD9CFD970}"/>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1">
            <a:extLst>
              <a:ext uri="{FF2B5EF4-FFF2-40B4-BE49-F238E27FC236}">
                <a16:creationId xmlns:a16="http://schemas.microsoft.com/office/drawing/2014/main" xmlns="" id="{B01204B3-A082-461D-8FA8-5DDFE7384B8B}"/>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2">
            <a:extLst>
              <a:ext uri="{FF2B5EF4-FFF2-40B4-BE49-F238E27FC236}">
                <a16:creationId xmlns:a16="http://schemas.microsoft.com/office/drawing/2014/main" xmlns="" id="{B25CF6BF-6664-484E-9E77-6EE02638DCBC}"/>
              </a:ext>
            </a:extLst>
          </p:cNvPr>
          <p:cNvSpPr>
            <a:spLocks noChangeArrowheads="1"/>
          </p:cNvSpPr>
          <p:nvPr/>
        </p:nvSpPr>
        <p:spPr bwMode="auto">
          <a:xfrm>
            <a:off x="5664200" y="5113338"/>
            <a:ext cx="209550" cy="247650"/>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3">
            <a:extLst>
              <a:ext uri="{FF2B5EF4-FFF2-40B4-BE49-F238E27FC236}">
                <a16:creationId xmlns:a16="http://schemas.microsoft.com/office/drawing/2014/main" xmlns="" id="{7B3D527A-1910-41F3-B9D2-41C0BA69E68F}"/>
              </a:ext>
            </a:extLst>
          </p:cNvPr>
          <p:cNvSpPr>
            <a:spLocks noChangeArrowheads="1"/>
          </p:cNvSpPr>
          <p:nvPr/>
        </p:nvSpPr>
        <p:spPr bwMode="auto">
          <a:xfrm>
            <a:off x="5559425" y="5276850"/>
            <a:ext cx="234950" cy="195263"/>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4">
            <a:extLst>
              <a:ext uri="{FF2B5EF4-FFF2-40B4-BE49-F238E27FC236}">
                <a16:creationId xmlns:a16="http://schemas.microsoft.com/office/drawing/2014/main" xmlns="" id="{CD26042C-F6F5-4EA2-B2EE-404C435C734C}"/>
              </a:ext>
            </a:extLst>
          </p:cNvPr>
          <p:cNvSpPr>
            <a:spLocks noChangeArrowheads="1"/>
          </p:cNvSpPr>
          <p:nvPr/>
        </p:nvSpPr>
        <p:spPr bwMode="auto">
          <a:xfrm>
            <a:off x="5800725" y="4875213"/>
            <a:ext cx="2055813" cy="48577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5">
            <a:extLst>
              <a:ext uri="{FF2B5EF4-FFF2-40B4-BE49-F238E27FC236}">
                <a16:creationId xmlns:a16="http://schemas.microsoft.com/office/drawing/2014/main" xmlns="" id="{F3FD4682-F997-400E-9064-1C3B2887DF48}"/>
              </a:ext>
            </a:extLst>
          </p:cNvPr>
          <p:cNvSpPr>
            <a:spLocks noChangeArrowheads="1"/>
          </p:cNvSpPr>
          <p:nvPr/>
        </p:nvSpPr>
        <p:spPr bwMode="auto">
          <a:xfrm>
            <a:off x="6262688" y="3335338"/>
            <a:ext cx="1254125" cy="1558925"/>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46">
            <a:extLst>
              <a:ext uri="{FF2B5EF4-FFF2-40B4-BE49-F238E27FC236}">
                <a16:creationId xmlns:a16="http://schemas.microsoft.com/office/drawing/2014/main" xmlns="" id="{9C8DB4E6-D2BC-4673-97FB-D0A2C1A356A8}"/>
              </a:ext>
            </a:extLst>
          </p:cNvPr>
          <p:cNvSpPr>
            <a:spLocks noChangeArrowheads="1"/>
          </p:cNvSpPr>
          <p:nvPr/>
        </p:nvSpPr>
        <p:spPr bwMode="auto">
          <a:xfrm>
            <a:off x="7439025" y="3711575"/>
            <a:ext cx="2120900" cy="5080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0">
            <a:extLst>
              <a:ext uri="{FF2B5EF4-FFF2-40B4-BE49-F238E27FC236}">
                <a16:creationId xmlns:a16="http://schemas.microsoft.com/office/drawing/2014/main" xmlns="" id="{F12D6E17-390A-4C6C-9340-43843C2353CD}"/>
              </a:ext>
            </a:extLst>
          </p:cNvPr>
          <p:cNvSpPr>
            <a:spLocks noEditPoints="1" noChangeArrowheads="1"/>
          </p:cNvSpPr>
          <p:nvPr/>
        </p:nvSpPr>
        <p:spPr bwMode="auto">
          <a:xfrm>
            <a:off x="8899525" y="24431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1">
            <a:extLst>
              <a:ext uri="{FF2B5EF4-FFF2-40B4-BE49-F238E27FC236}">
                <a16:creationId xmlns:a16="http://schemas.microsoft.com/office/drawing/2014/main" xmlns="" id="{418C5718-98B1-4EFE-A7DF-157381242E7F}"/>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2">
            <a:extLst>
              <a:ext uri="{FF2B5EF4-FFF2-40B4-BE49-F238E27FC236}">
                <a16:creationId xmlns:a16="http://schemas.microsoft.com/office/drawing/2014/main" xmlns="" id="{AC626DAA-F85B-4990-9917-6847D1A0F80A}"/>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3">
            <a:extLst>
              <a:ext uri="{FF2B5EF4-FFF2-40B4-BE49-F238E27FC236}">
                <a16:creationId xmlns:a16="http://schemas.microsoft.com/office/drawing/2014/main" xmlns="" id="{2682A01C-F242-4718-8DC7-9C72C8BCFCBF}"/>
              </a:ext>
            </a:extLst>
          </p:cNvPr>
          <p:cNvSpPr>
            <a:spLocks noEditPoints="1" noChangeArrowheads="1"/>
          </p:cNvSpPr>
          <p:nvPr/>
        </p:nvSpPr>
        <p:spPr bwMode="auto">
          <a:xfrm>
            <a:off x="9634538" y="3825875"/>
            <a:ext cx="600075"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7">
            <a:extLst>
              <a:ext uri="{FF2B5EF4-FFF2-40B4-BE49-F238E27FC236}">
                <a16:creationId xmlns:a16="http://schemas.microsoft.com/office/drawing/2014/main" xmlns="" id="{618CA6E3-B4CF-42B9-866E-5F696FAD9E2D}"/>
              </a:ext>
            </a:extLst>
          </p:cNvPr>
          <p:cNvSpPr>
            <a:spLocks noChangeArrowheads="1"/>
          </p:cNvSpPr>
          <p:nvPr/>
        </p:nvSpPr>
        <p:spPr bwMode="auto">
          <a:xfrm>
            <a:off x="8890000" y="2449513"/>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8">
            <a:extLst>
              <a:ext uri="{FF2B5EF4-FFF2-40B4-BE49-F238E27FC236}">
                <a16:creationId xmlns:a16="http://schemas.microsoft.com/office/drawing/2014/main" xmlns="" id="{0B5FC428-3B11-4AF6-B9D2-CA8C2B2CEA6F}"/>
              </a:ext>
            </a:extLst>
          </p:cNvPr>
          <p:cNvSpPr>
            <a:spLocks noChangeArrowheads="1"/>
          </p:cNvSpPr>
          <p:nvPr/>
        </p:nvSpPr>
        <p:spPr bwMode="auto">
          <a:xfrm>
            <a:off x="8890000" y="2438400"/>
            <a:ext cx="20638" cy="11113"/>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59">
            <a:extLst>
              <a:ext uri="{FF2B5EF4-FFF2-40B4-BE49-F238E27FC236}">
                <a16:creationId xmlns:a16="http://schemas.microsoft.com/office/drawing/2014/main" xmlns="" id="{9EC2BF36-45A7-4B80-B4E2-606D8723965C}"/>
              </a:ext>
            </a:extLst>
          </p:cNvPr>
          <p:cNvSpPr>
            <a:spLocks noChangeArrowheads="1"/>
          </p:cNvSpPr>
          <p:nvPr/>
        </p:nvSpPr>
        <p:spPr bwMode="auto">
          <a:xfrm>
            <a:off x="8890000" y="2432050"/>
            <a:ext cx="1365250" cy="1625600"/>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0">
            <a:extLst>
              <a:ext uri="{FF2B5EF4-FFF2-40B4-BE49-F238E27FC236}">
                <a16:creationId xmlns:a16="http://schemas.microsoft.com/office/drawing/2014/main" xmlns="" id="{E793F106-D7D2-40A2-A50A-484A7939F8B4}"/>
              </a:ext>
            </a:extLst>
          </p:cNvPr>
          <p:cNvSpPr>
            <a:spLocks noEditPoints="1" noChangeArrowheads="1"/>
          </p:cNvSpPr>
          <p:nvPr/>
        </p:nvSpPr>
        <p:spPr bwMode="auto">
          <a:xfrm>
            <a:off x="8890000" y="2443163"/>
            <a:ext cx="9525" cy="6350"/>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64">
            <a:extLst>
              <a:ext uri="{FF2B5EF4-FFF2-40B4-BE49-F238E27FC236}">
                <a16:creationId xmlns:a16="http://schemas.microsoft.com/office/drawing/2014/main" xmlns="" id="{64C94442-35D6-420C-B3DC-F2BB3AE6379D}"/>
              </a:ext>
            </a:extLst>
          </p:cNvPr>
          <p:cNvSpPr>
            <a:spLocks noEditPoints="1" noChangeArrowheads="1"/>
          </p:cNvSpPr>
          <p:nvPr/>
        </p:nvSpPr>
        <p:spPr bwMode="auto">
          <a:xfrm>
            <a:off x="8899525" y="2443163"/>
            <a:ext cx="1335088"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2">
            <a:extLst>
              <a:ext uri="{FF2B5EF4-FFF2-40B4-BE49-F238E27FC236}">
                <a16:creationId xmlns:a16="http://schemas.microsoft.com/office/drawing/2014/main" xmlns="" id="{E802F860-4A5A-48D9-A547-F75E71D1C860}"/>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3">
            <a:extLst>
              <a:ext uri="{FF2B5EF4-FFF2-40B4-BE49-F238E27FC236}">
                <a16:creationId xmlns:a16="http://schemas.microsoft.com/office/drawing/2014/main" xmlns="" id="{831A016A-8C82-46B9-A1D1-3B05F2CBA795}"/>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74">
            <a:extLst>
              <a:ext uri="{FF2B5EF4-FFF2-40B4-BE49-F238E27FC236}">
                <a16:creationId xmlns:a16="http://schemas.microsoft.com/office/drawing/2014/main" xmlns="" id="{0E094A99-E528-43F0-8738-A47BDFDFAD43}"/>
              </a:ext>
            </a:extLst>
          </p:cNvPr>
          <p:cNvSpPr>
            <a:spLocks noEditPoints="1" noChangeArrowheads="1"/>
          </p:cNvSpPr>
          <p:nvPr/>
        </p:nvSpPr>
        <p:spPr bwMode="auto">
          <a:xfrm>
            <a:off x="7935913" y="4806950"/>
            <a:ext cx="596900"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5">
            <a:extLst>
              <a:ext uri="{FF2B5EF4-FFF2-40B4-BE49-F238E27FC236}">
                <a16:creationId xmlns:a16="http://schemas.microsoft.com/office/drawing/2014/main" xmlns="" id="{CCB3F5DE-AD4F-411B-BF35-266F308CFFFE}"/>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6">
            <a:extLst>
              <a:ext uri="{FF2B5EF4-FFF2-40B4-BE49-F238E27FC236}">
                <a16:creationId xmlns:a16="http://schemas.microsoft.com/office/drawing/2014/main" xmlns="" id="{3A8F191C-09FD-4E0E-A62F-4EBCB503B9F1}"/>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7">
            <a:extLst>
              <a:ext uri="{FF2B5EF4-FFF2-40B4-BE49-F238E27FC236}">
                <a16:creationId xmlns:a16="http://schemas.microsoft.com/office/drawing/2014/main" xmlns="" id="{CAFC6174-1FA1-4318-9B1B-18C0FE810777}"/>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98">
            <a:extLst>
              <a:ext uri="{FF2B5EF4-FFF2-40B4-BE49-F238E27FC236}">
                <a16:creationId xmlns:a16="http://schemas.microsoft.com/office/drawing/2014/main" xmlns="" id="{7C8E94EC-1E34-4E52-8E05-B17941CC99EC}"/>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8">
            <a:extLst>
              <a:ext uri="{FF2B5EF4-FFF2-40B4-BE49-F238E27FC236}">
                <a16:creationId xmlns:a16="http://schemas.microsoft.com/office/drawing/2014/main" xmlns="" id="{AAF42AD3-39F6-4BE6-AD0D-10AB81D343F5}"/>
              </a:ext>
            </a:extLst>
          </p:cNvPr>
          <p:cNvSpPr>
            <a:spLocks noChangeArrowheads="1"/>
          </p:cNvSpPr>
          <p:nvPr/>
        </p:nvSpPr>
        <p:spPr bwMode="auto">
          <a:xfrm>
            <a:off x="7188200" y="3381375"/>
            <a:ext cx="1428750" cy="16811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69">
            <a:extLst>
              <a:ext uri="{FF2B5EF4-FFF2-40B4-BE49-F238E27FC236}">
                <a16:creationId xmlns:a16="http://schemas.microsoft.com/office/drawing/2014/main" xmlns="" id="{59A04BA1-DBC9-480E-A3BA-93142F344F97}"/>
              </a:ext>
            </a:extLst>
          </p:cNvPr>
          <p:cNvSpPr>
            <a:spLocks noEditPoints="1" noChangeArrowheads="1"/>
          </p:cNvSpPr>
          <p:nvPr/>
        </p:nvSpPr>
        <p:spPr bwMode="auto">
          <a:xfrm>
            <a:off x="7188200" y="3381375"/>
            <a:ext cx="1428750" cy="16811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0">
            <a:extLst>
              <a:ext uri="{FF2B5EF4-FFF2-40B4-BE49-F238E27FC236}">
                <a16:creationId xmlns:a16="http://schemas.microsoft.com/office/drawing/2014/main" xmlns="" id="{602E2500-A185-42BA-B25E-8932588DFD5E}"/>
              </a:ext>
            </a:extLst>
          </p:cNvPr>
          <p:cNvSpPr>
            <a:spLocks noChangeArrowheads="1"/>
          </p:cNvSpPr>
          <p:nvPr/>
        </p:nvSpPr>
        <p:spPr bwMode="auto">
          <a:xfrm>
            <a:off x="7172325" y="3413125"/>
            <a:ext cx="1360488" cy="16652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1">
            <a:extLst>
              <a:ext uri="{FF2B5EF4-FFF2-40B4-BE49-F238E27FC236}">
                <a16:creationId xmlns:a16="http://schemas.microsoft.com/office/drawing/2014/main" xmlns="" id="{B3B420DA-64DD-4C76-BFDC-88512AE2D943}"/>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5">
            <a:extLst>
              <a:ext uri="{FF2B5EF4-FFF2-40B4-BE49-F238E27FC236}">
                <a16:creationId xmlns:a16="http://schemas.microsoft.com/office/drawing/2014/main" xmlns="" id="{4DEB5CCE-0CD3-4F31-B043-FDA2248D5CFB}"/>
              </a:ext>
            </a:extLst>
          </p:cNvPr>
          <p:cNvSpPr>
            <a:spLocks noChangeArrowheads="1"/>
          </p:cNvSpPr>
          <p:nvPr userDrawn="1"/>
        </p:nvSpPr>
        <p:spPr bwMode="auto">
          <a:xfrm>
            <a:off x="7483475" y="4003675"/>
            <a:ext cx="773113" cy="519113"/>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8">
            <a:extLst>
              <a:ext uri="{FF2B5EF4-FFF2-40B4-BE49-F238E27FC236}">
                <a16:creationId xmlns:a16="http://schemas.microsoft.com/office/drawing/2014/main" xmlns="" id="{5B87708A-020B-4731-BC6A-BB6033608F8B}"/>
              </a:ext>
            </a:extLst>
          </p:cNvPr>
          <p:cNvSpPr>
            <a:spLocks noChangeArrowheads="1"/>
          </p:cNvSpPr>
          <p:nvPr/>
        </p:nvSpPr>
        <p:spPr bwMode="auto">
          <a:xfrm>
            <a:off x="7188200" y="3427413"/>
            <a:ext cx="6350"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79">
            <a:extLst>
              <a:ext uri="{FF2B5EF4-FFF2-40B4-BE49-F238E27FC236}">
                <a16:creationId xmlns:a16="http://schemas.microsoft.com/office/drawing/2014/main" xmlns="" id="{48D19136-8EA5-409F-AE09-7D0E9D58045B}"/>
              </a:ext>
            </a:extLst>
          </p:cNvPr>
          <p:cNvSpPr>
            <a:spLocks noChangeArrowheads="1"/>
          </p:cNvSpPr>
          <p:nvPr/>
        </p:nvSpPr>
        <p:spPr bwMode="auto">
          <a:xfrm>
            <a:off x="7188200" y="3419475"/>
            <a:ext cx="25400"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0">
            <a:extLst>
              <a:ext uri="{FF2B5EF4-FFF2-40B4-BE49-F238E27FC236}">
                <a16:creationId xmlns:a16="http://schemas.microsoft.com/office/drawing/2014/main" xmlns="" id="{E1D44B10-61F0-4A22-8F61-0EFF8E0F789A}"/>
              </a:ext>
            </a:extLst>
          </p:cNvPr>
          <p:cNvSpPr>
            <a:spLocks noChangeArrowheads="1"/>
          </p:cNvSpPr>
          <p:nvPr/>
        </p:nvSpPr>
        <p:spPr bwMode="auto">
          <a:xfrm>
            <a:off x="7188200" y="3413125"/>
            <a:ext cx="1373188" cy="1627188"/>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Freeform 181">
            <a:extLst>
              <a:ext uri="{FF2B5EF4-FFF2-40B4-BE49-F238E27FC236}">
                <a16:creationId xmlns:a16="http://schemas.microsoft.com/office/drawing/2014/main" xmlns="" id="{01785DE4-88DB-4E70-8D62-43640BD11C3C}"/>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Rectangle 182">
            <a:extLst>
              <a:ext uri="{FF2B5EF4-FFF2-40B4-BE49-F238E27FC236}">
                <a16:creationId xmlns:a16="http://schemas.microsoft.com/office/drawing/2014/main" xmlns="" id="{FA03B2C4-2F47-40F5-96A1-71DC1C17E4AE}"/>
              </a:ext>
            </a:extLst>
          </p:cNvPr>
          <p:cNvSpPr>
            <a:spLocks noChangeArrowheads="1"/>
          </p:cNvSpPr>
          <p:nvPr/>
        </p:nvSpPr>
        <p:spPr bwMode="auto">
          <a:xfrm>
            <a:off x="7188200" y="3432175"/>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 name="Freeform 183">
            <a:extLst>
              <a:ext uri="{FF2B5EF4-FFF2-40B4-BE49-F238E27FC236}">
                <a16:creationId xmlns:a16="http://schemas.microsoft.com/office/drawing/2014/main" xmlns="" id="{39F208BB-6E54-42BD-B384-CA8245BA5782}"/>
              </a:ext>
            </a:extLst>
          </p:cNvPr>
          <p:cNvSpPr>
            <a:spLocks noChangeArrowheads="1"/>
          </p:cNvSpPr>
          <p:nvPr/>
        </p:nvSpPr>
        <p:spPr bwMode="auto">
          <a:xfrm>
            <a:off x="7188200" y="34321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6">
            <a:extLst>
              <a:ext uri="{FF2B5EF4-FFF2-40B4-BE49-F238E27FC236}">
                <a16:creationId xmlns:a16="http://schemas.microsoft.com/office/drawing/2014/main" xmlns="" id="{4321967D-D20B-49D8-B111-E234949F838C}"/>
              </a:ext>
            </a:extLst>
          </p:cNvPr>
          <p:cNvSpPr>
            <a:spLocks noChangeArrowheads="1"/>
          </p:cNvSpPr>
          <p:nvPr/>
        </p:nvSpPr>
        <p:spPr bwMode="auto">
          <a:xfrm>
            <a:off x="7199313" y="3419475"/>
            <a:ext cx="1355725" cy="163671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187">
            <a:extLst>
              <a:ext uri="{FF2B5EF4-FFF2-40B4-BE49-F238E27FC236}">
                <a16:creationId xmlns:a16="http://schemas.microsoft.com/office/drawing/2014/main" xmlns="" id="{6A2424E1-F377-4DB2-8EE0-6A6B37318F7D}"/>
              </a:ext>
            </a:extLst>
          </p:cNvPr>
          <p:cNvSpPr>
            <a:spLocks noEditPoints="1" noChangeArrowheads="1"/>
          </p:cNvSpPr>
          <p:nvPr/>
        </p:nvSpPr>
        <p:spPr bwMode="auto">
          <a:xfrm>
            <a:off x="7199313" y="3427413"/>
            <a:ext cx="1333500" cy="16287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09">
            <a:extLst>
              <a:ext uri="{FF2B5EF4-FFF2-40B4-BE49-F238E27FC236}">
                <a16:creationId xmlns:a16="http://schemas.microsoft.com/office/drawing/2014/main" xmlns="" id="{366F7B67-1656-4B2D-9AFB-747409FA6C5C}"/>
              </a:ext>
            </a:extLst>
          </p:cNvPr>
          <p:cNvSpPr>
            <a:spLocks noEditPoints="1" noChangeArrowheads="1"/>
          </p:cNvSpPr>
          <p:nvPr/>
        </p:nvSpPr>
        <p:spPr bwMode="auto">
          <a:xfrm>
            <a:off x="8183563" y="3443288"/>
            <a:ext cx="20637"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7">
            <a:extLst>
              <a:ext uri="{FF2B5EF4-FFF2-40B4-BE49-F238E27FC236}">
                <a16:creationId xmlns:a16="http://schemas.microsoft.com/office/drawing/2014/main" xmlns="" id="{F92F4392-8EEF-43B4-BAE7-A1304B214D1E}"/>
              </a:ext>
            </a:extLst>
          </p:cNvPr>
          <p:cNvSpPr>
            <a:spLocks noChangeArrowheads="1"/>
          </p:cNvSpPr>
          <p:nvPr/>
        </p:nvSpPr>
        <p:spPr bwMode="auto">
          <a:xfrm>
            <a:off x="7229475" y="2422525"/>
            <a:ext cx="168275" cy="246063"/>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8">
            <a:extLst>
              <a:ext uri="{FF2B5EF4-FFF2-40B4-BE49-F238E27FC236}">
                <a16:creationId xmlns:a16="http://schemas.microsoft.com/office/drawing/2014/main" xmlns="" id="{DCBB7236-9675-498B-8C20-A27177002E1A}"/>
              </a:ext>
            </a:extLst>
          </p:cNvPr>
          <p:cNvSpPr>
            <a:spLocks noChangeArrowheads="1"/>
          </p:cNvSpPr>
          <p:nvPr/>
        </p:nvSpPr>
        <p:spPr bwMode="auto">
          <a:xfrm>
            <a:off x="7439025" y="2538413"/>
            <a:ext cx="168275" cy="25558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 name="Freeform 219">
            <a:extLst>
              <a:ext uri="{FF2B5EF4-FFF2-40B4-BE49-F238E27FC236}">
                <a16:creationId xmlns:a16="http://schemas.microsoft.com/office/drawing/2014/main" xmlns="" id="{2FC711F2-E2BD-4A16-A399-0FEB2EE5F771}"/>
              </a:ext>
            </a:extLst>
          </p:cNvPr>
          <p:cNvSpPr>
            <a:spLocks noChangeArrowheads="1"/>
          </p:cNvSpPr>
          <p:nvPr/>
        </p:nvSpPr>
        <p:spPr bwMode="auto">
          <a:xfrm>
            <a:off x="7642225" y="2657475"/>
            <a:ext cx="168275" cy="25558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8">
            <a:extLst>
              <a:ext uri="{FF2B5EF4-FFF2-40B4-BE49-F238E27FC236}">
                <a16:creationId xmlns:a16="http://schemas.microsoft.com/office/drawing/2014/main" xmlns="" id="{00B33BA2-1E71-4715-B21C-1BE16BB3DD42}"/>
              </a:ext>
            </a:extLst>
          </p:cNvPr>
          <p:cNvSpPr>
            <a:spLocks noChangeArrowheads="1"/>
          </p:cNvSpPr>
          <p:nvPr/>
        </p:nvSpPr>
        <p:spPr bwMode="auto">
          <a:xfrm>
            <a:off x="8907463" y="2409825"/>
            <a:ext cx="1428750" cy="168275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a16="http://schemas.microsoft.com/office/drawing/2014/main" xmlns="" id="{70F6C8C1-1875-4877-A5A3-C4D64B673CD0}"/>
              </a:ext>
            </a:extLst>
          </p:cNvPr>
          <p:cNvSpPr>
            <a:spLocks noEditPoints="1" noChangeArrowheads="1"/>
          </p:cNvSpPr>
          <p:nvPr/>
        </p:nvSpPr>
        <p:spPr bwMode="auto">
          <a:xfrm>
            <a:off x="8907463" y="2409825"/>
            <a:ext cx="1428750" cy="168275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a16="http://schemas.microsoft.com/office/drawing/2014/main" xmlns="" id="{E2FBB50E-628E-4EE8-9E0F-DF970466A677}"/>
              </a:ext>
            </a:extLst>
          </p:cNvPr>
          <p:cNvSpPr>
            <a:spLocks noChangeArrowheads="1"/>
          </p:cNvSpPr>
          <p:nvPr/>
        </p:nvSpPr>
        <p:spPr bwMode="auto">
          <a:xfrm>
            <a:off x="8891588" y="2443163"/>
            <a:ext cx="1360487"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a16="http://schemas.microsoft.com/office/drawing/2014/main" xmlns="" id="{50B2F5EC-0905-4B44-A58A-8656F9F0CE8D}"/>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a16="http://schemas.microsoft.com/office/drawing/2014/main" xmlns="" id="{DC9D943D-6708-4514-AA71-4B4A6BC8D98D}"/>
              </a:ext>
            </a:extLst>
          </p:cNvPr>
          <p:cNvSpPr>
            <a:spLocks noChangeArrowheads="1"/>
          </p:cNvSpPr>
          <p:nvPr/>
        </p:nvSpPr>
        <p:spPr bwMode="auto">
          <a:xfrm>
            <a:off x="8872538" y="2470150"/>
            <a:ext cx="1346200" cy="16287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a16="http://schemas.microsoft.com/office/drawing/2014/main" xmlns="" id="{D4C9EE44-49E9-4ABC-AA3B-2F8F7DBE6888}"/>
              </a:ext>
            </a:extLst>
          </p:cNvPr>
          <p:cNvSpPr>
            <a:spLocks noChangeArrowheads="1"/>
          </p:cNvSpPr>
          <p:nvPr/>
        </p:nvSpPr>
        <p:spPr bwMode="auto">
          <a:xfrm>
            <a:off x="8907463" y="2455863"/>
            <a:ext cx="6350" cy="6350"/>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a16="http://schemas.microsoft.com/office/drawing/2014/main" xmlns="" id="{5868E1DB-7A84-47D5-8338-FA8B7B4483C3}"/>
              </a:ext>
            </a:extLst>
          </p:cNvPr>
          <p:cNvSpPr>
            <a:spLocks noChangeArrowheads="1"/>
          </p:cNvSpPr>
          <p:nvPr/>
        </p:nvSpPr>
        <p:spPr bwMode="auto">
          <a:xfrm>
            <a:off x="8907463" y="2447925"/>
            <a:ext cx="25400" cy="1428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a16="http://schemas.microsoft.com/office/drawing/2014/main" xmlns="" id="{11D9D801-49EA-4D68-9F00-D02CEBA3C92A}"/>
              </a:ext>
            </a:extLst>
          </p:cNvPr>
          <p:cNvSpPr>
            <a:spLocks noChangeArrowheads="1"/>
          </p:cNvSpPr>
          <p:nvPr/>
        </p:nvSpPr>
        <p:spPr bwMode="auto">
          <a:xfrm>
            <a:off x="8907463" y="2443163"/>
            <a:ext cx="1373187"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a16="http://schemas.microsoft.com/office/drawing/2014/main" xmlns="" id="{F689A14E-EAB7-43C3-8C68-18F45E106E8B}"/>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a16="http://schemas.microsoft.com/office/drawing/2014/main" xmlns="" id="{71EAAFBF-E3F1-462A-9AFE-49CF2FD57F66}"/>
              </a:ext>
            </a:extLst>
          </p:cNvPr>
          <p:cNvSpPr>
            <a:spLocks noChangeArrowheads="1"/>
          </p:cNvSpPr>
          <p:nvPr/>
        </p:nvSpPr>
        <p:spPr bwMode="auto">
          <a:xfrm>
            <a:off x="8907463" y="246221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a16="http://schemas.microsoft.com/office/drawing/2014/main" xmlns="" id="{54B5E515-73A1-467C-B5F4-A58ED24A17AC}"/>
              </a:ext>
            </a:extLst>
          </p:cNvPr>
          <p:cNvSpPr>
            <a:spLocks noChangeArrowheads="1"/>
          </p:cNvSpPr>
          <p:nvPr/>
        </p:nvSpPr>
        <p:spPr bwMode="auto">
          <a:xfrm>
            <a:off x="8907463" y="246221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a16="http://schemas.microsoft.com/office/drawing/2014/main" xmlns="" id="{0C11D7DE-9C83-4F59-A076-A112149256B6}"/>
              </a:ext>
            </a:extLst>
          </p:cNvPr>
          <p:cNvSpPr>
            <a:spLocks noChangeArrowheads="1"/>
          </p:cNvSpPr>
          <p:nvPr/>
        </p:nvSpPr>
        <p:spPr bwMode="auto">
          <a:xfrm>
            <a:off x="8918575" y="2447925"/>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a16="http://schemas.microsoft.com/office/drawing/2014/main" xmlns="" id="{1A94479D-D678-45DF-B39C-FE3FF191D561}"/>
              </a:ext>
            </a:extLst>
          </p:cNvPr>
          <p:cNvSpPr>
            <a:spLocks noEditPoints="1" noChangeArrowheads="1"/>
          </p:cNvSpPr>
          <p:nvPr/>
        </p:nvSpPr>
        <p:spPr bwMode="auto">
          <a:xfrm>
            <a:off x="8918575" y="2455863"/>
            <a:ext cx="1333500"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a16="http://schemas.microsoft.com/office/drawing/2014/main" xmlns="" id="{EE1F1E5F-A6D9-4294-A56F-07981EE41531}"/>
              </a:ext>
            </a:extLst>
          </p:cNvPr>
          <p:cNvSpPr>
            <a:spLocks noEditPoints="1" noChangeArrowheads="1"/>
          </p:cNvSpPr>
          <p:nvPr/>
        </p:nvSpPr>
        <p:spPr bwMode="auto">
          <a:xfrm>
            <a:off x="9902825" y="2473325"/>
            <a:ext cx="20638"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8">
            <a:extLst>
              <a:ext uri="{FF2B5EF4-FFF2-40B4-BE49-F238E27FC236}">
                <a16:creationId xmlns:a16="http://schemas.microsoft.com/office/drawing/2014/main" xmlns="" id="{6EF2154A-BA7C-47B7-91D6-3549B7921817}"/>
              </a:ext>
            </a:extLst>
          </p:cNvPr>
          <p:cNvSpPr>
            <a:spLocks noChangeArrowheads="1"/>
          </p:cNvSpPr>
          <p:nvPr userDrawn="1"/>
        </p:nvSpPr>
        <p:spPr bwMode="auto">
          <a:xfrm>
            <a:off x="6870700" y="1808163"/>
            <a:ext cx="1428750" cy="1681162"/>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a16="http://schemas.microsoft.com/office/drawing/2014/main" xmlns="" id="{9481D083-19D0-4F08-BB3D-656D1A7C6C68}"/>
              </a:ext>
            </a:extLst>
          </p:cNvPr>
          <p:cNvSpPr>
            <a:spLocks noEditPoints="1" noChangeArrowheads="1"/>
          </p:cNvSpPr>
          <p:nvPr userDrawn="1"/>
        </p:nvSpPr>
        <p:spPr bwMode="auto">
          <a:xfrm>
            <a:off x="6870700" y="1808163"/>
            <a:ext cx="1428750" cy="1681162"/>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a16="http://schemas.microsoft.com/office/drawing/2014/main" xmlns="" id="{178C77AC-C797-4C26-AD7B-4176A8934787}"/>
              </a:ext>
            </a:extLst>
          </p:cNvPr>
          <p:cNvSpPr>
            <a:spLocks noChangeArrowheads="1"/>
          </p:cNvSpPr>
          <p:nvPr userDrawn="1"/>
        </p:nvSpPr>
        <p:spPr bwMode="auto">
          <a:xfrm>
            <a:off x="6854825" y="1839913"/>
            <a:ext cx="1360488"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a16="http://schemas.microsoft.com/office/drawing/2014/main" xmlns="" id="{18BEA8C5-4D25-426E-BEF2-7A3AD4387597}"/>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a16="http://schemas.microsoft.com/office/drawing/2014/main" xmlns="" id="{AF47098A-F1EC-4304-81A7-9683D5E9EE4A}"/>
              </a:ext>
            </a:extLst>
          </p:cNvPr>
          <p:cNvSpPr>
            <a:spLocks noChangeArrowheads="1"/>
          </p:cNvSpPr>
          <p:nvPr userDrawn="1"/>
        </p:nvSpPr>
        <p:spPr bwMode="auto">
          <a:xfrm>
            <a:off x="6835775" y="1866900"/>
            <a:ext cx="1344613" cy="1630363"/>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a16="http://schemas.microsoft.com/office/drawing/2014/main" xmlns="" id="{78D26F82-92FE-4ABD-BB3A-A458D21D7DFA}"/>
              </a:ext>
            </a:extLst>
          </p:cNvPr>
          <p:cNvSpPr>
            <a:spLocks noChangeArrowheads="1"/>
          </p:cNvSpPr>
          <p:nvPr userDrawn="1"/>
        </p:nvSpPr>
        <p:spPr bwMode="auto">
          <a:xfrm>
            <a:off x="6870700" y="1854200"/>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a16="http://schemas.microsoft.com/office/drawing/2014/main" xmlns="" id="{0CDF19E4-E8A2-4FFD-8666-E0673286912F}"/>
              </a:ext>
            </a:extLst>
          </p:cNvPr>
          <p:cNvSpPr>
            <a:spLocks noChangeArrowheads="1"/>
          </p:cNvSpPr>
          <p:nvPr userDrawn="1"/>
        </p:nvSpPr>
        <p:spPr bwMode="auto">
          <a:xfrm>
            <a:off x="6870700" y="1846263"/>
            <a:ext cx="23813"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a16="http://schemas.microsoft.com/office/drawing/2014/main" xmlns="" id="{8B144759-F334-44D8-918F-430B5D5150E4}"/>
              </a:ext>
            </a:extLst>
          </p:cNvPr>
          <p:cNvSpPr>
            <a:spLocks noChangeArrowheads="1"/>
          </p:cNvSpPr>
          <p:nvPr userDrawn="1"/>
        </p:nvSpPr>
        <p:spPr bwMode="auto">
          <a:xfrm>
            <a:off x="6870700" y="1839913"/>
            <a:ext cx="1371600"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a16="http://schemas.microsoft.com/office/drawing/2014/main" xmlns="" id="{7AC02806-9C17-440D-A832-74EBC30EEAD4}"/>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a16="http://schemas.microsoft.com/office/drawing/2014/main" xmlns="" id="{BFDB50B1-8CB6-44EE-AA02-30B670BC92B5}"/>
              </a:ext>
            </a:extLst>
          </p:cNvPr>
          <p:cNvSpPr>
            <a:spLocks noChangeArrowheads="1"/>
          </p:cNvSpPr>
          <p:nvPr userDrawn="1"/>
        </p:nvSpPr>
        <p:spPr bwMode="auto">
          <a:xfrm>
            <a:off x="6870700" y="185896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a16="http://schemas.microsoft.com/office/drawing/2014/main" xmlns="" id="{D29DF795-704A-4E4D-9B5A-8C1D49EBCF2D}"/>
              </a:ext>
            </a:extLst>
          </p:cNvPr>
          <p:cNvSpPr>
            <a:spLocks noChangeArrowheads="1"/>
          </p:cNvSpPr>
          <p:nvPr userDrawn="1"/>
        </p:nvSpPr>
        <p:spPr bwMode="auto">
          <a:xfrm>
            <a:off x="6870700" y="1858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a16="http://schemas.microsoft.com/office/drawing/2014/main" xmlns="" id="{0DE687B4-0317-43F9-8EFA-A0B6E879C62B}"/>
              </a:ext>
            </a:extLst>
          </p:cNvPr>
          <p:cNvSpPr>
            <a:spLocks noChangeArrowheads="1"/>
          </p:cNvSpPr>
          <p:nvPr userDrawn="1"/>
        </p:nvSpPr>
        <p:spPr bwMode="auto">
          <a:xfrm>
            <a:off x="6881813" y="1846263"/>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a16="http://schemas.microsoft.com/office/drawing/2014/main" xmlns="" id="{5F5F98F7-4166-4784-8701-CA0CAD24072E}"/>
              </a:ext>
            </a:extLst>
          </p:cNvPr>
          <p:cNvSpPr>
            <a:spLocks noEditPoints="1" noChangeArrowheads="1"/>
          </p:cNvSpPr>
          <p:nvPr userDrawn="1"/>
        </p:nvSpPr>
        <p:spPr bwMode="auto">
          <a:xfrm>
            <a:off x="6881813" y="1854200"/>
            <a:ext cx="1333500" cy="1630363"/>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a16="http://schemas.microsoft.com/office/drawing/2014/main" xmlns="" id="{DE0DA466-8E8A-4A57-8332-086BFF420BCE}"/>
              </a:ext>
            </a:extLst>
          </p:cNvPr>
          <p:cNvSpPr>
            <a:spLocks noEditPoints="1" noChangeArrowheads="1"/>
          </p:cNvSpPr>
          <p:nvPr userDrawn="1"/>
        </p:nvSpPr>
        <p:spPr bwMode="auto">
          <a:xfrm>
            <a:off x="7864475" y="1870075"/>
            <a:ext cx="22225"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242">
            <a:extLst>
              <a:ext uri="{FF2B5EF4-FFF2-40B4-BE49-F238E27FC236}">
                <a16:creationId xmlns:a16="http://schemas.microsoft.com/office/drawing/2014/main" xmlns="" id="{8B5969BC-A18D-4003-AC44-D1AA248FC692}"/>
              </a:ext>
            </a:extLst>
          </p:cNvPr>
          <p:cNvSpPr/>
          <p:nvPr userDrawn="1"/>
        </p:nvSpPr>
        <p:spPr bwMode="auto">
          <a:xfrm>
            <a:off x="7321550" y="2419350"/>
            <a:ext cx="457200" cy="5667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2" name="increasing-stocks-graphic_38888">
            <a:extLst>
              <a:ext uri="{FF2B5EF4-FFF2-40B4-BE49-F238E27FC236}">
                <a16:creationId xmlns:a16="http://schemas.microsoft.com/office/drawing/2014/main" xmlns="" id="{FD506BBB-35F7-41A0-B565-0FDD636776B2}"/>
              </a:ext>
            </a:extLst>
          </p:cNvPr>
          <p:cNvSpPr>
            <a:spLocks noChangeAspect="1" noChangeArrowheads="1"/>
          </p:cNvSpPr>
          <p:nvPr userDrawn="1"/>
        </p:nvSpPr>
        <p:spPr bwMode="auto">
          <a:xfrm>
            <a:off x="9353550" y="3028950"/>
            <a:ext cx="474663" cy="468313"/>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3" name="组合 122">
            <a:extLst>
              <a:ext uri="{FF2B5EF4-FFF2-40B4-BE49-F238E27FC236}">
                <a16:creationId xmlns:a16="http://schemas.microsoft.com/office/drawing/2014/main" xmlns="" id="{46D1E2DE-F6C8-4749-8CD9-9D05F4D51EBF}"/>
              </a:ext>
            </a:extLst>
          </p:cNvPr>
          <p:cNvGrpSpPr/>
          <p:nvPr/>
        </p:nvGrpSpPr>
        <p:grpSpPr>
          <a:xfrm>
            <a:off x="1437600" y="1866560"/>
            <a:ext cx="9392844" cy="3521271"/>
            <a:chOff x="1728788" y="7356475"/>
            <a:chExt cx="10683874" cy="4005263"/>
          </a:xfrm>
          <a:solidFill>
            <a:schemeClr val="bg1">
              <a:alpha val="20000"/>
            </a:schemeClr>
          </a:solidFill>
        </p:grpSpPr>
        <p:sp>
          <p:nvSpPr>
            <p:cNvPr id="124" name="Freeform 192">
              <a:extLst>
                <a:ext uri="{FF2B5EF4-FFF2-40B4-BE49-F238E27FC236}">
                  <a16:creationId xmlns:a16="http://schemas.microsoft.com/office/drawing/2014/main" xmlns="" id="{29BA1BCC-03EA-4C69-9F50-61A520D9CC4D}"/>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5" name="Freeform 193">
              <a:extLst>
                <a:ext uri="{FF2B5EF4-FFF2-40B4-BE49-F238E27FC236}">
                  <a16:creationId xmlns:a16="http://schemas.microsoft.com/office/drawing/2014/main" xmlns="" id="{3C8A66E2-A1E3-41E9-8E26-8AD199BD8FA8}"/>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6" name="Freeform 194">
              <a:extLst>
                <a:ext uri="{FF2B5EF4-FFF2-40B4-BE49-F238E27FC236}">
                  <a16:creationId xmlns:a16="http://schemas.microsoft.com/office/drawing/2014/main" xmlns="" id="{336FC769-45B8-4091-B057-ECF741D6DB5F}"/>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7" name="Freeform 195">
              <a:extLst>
                <a:ext uri="{FF2B5EF4-FFF2-40B4-BE49-F238E27FC236}">
                  <a16:creationId xmlns:a16="http://schemas.microsoft.com/office/drawing/2014/main" xmlns="" id="{10A6BFBE-1E83-4D62-8333-43A7418FF9F4}"/>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8" name="Freeform 196">
              <a:extLst>
                <a:ext uri="{FF2B5EF4-FFF2-40B4-BE49-F238E27FC236}">
                  <a16:creationId xmlns:a16="http://schemas.microsoft.com/office/drawing/2014/main" xmlns="" id="{E2A929D4-59B8-412F-8C71-7BF89C9E8790}"/>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29" name="Freeform 197">
              <a:extLst>
                <a:ext uri="{FF2B5EF4-FFF2-40B4-BE49-F238E27FC236}">
                  <a16:creationId xmlns:a16="http://schemas.microsoft.com/office/drawing/2014/main" xmlns="" id="{05BB23E0-60F9-4FFC-8F81-4014E9BA0BF8}"/>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0" name="Freeform 198">
              <a:extLst>
                <a:ext uri="{FF2B5EF4-FFF2-40B4-BE49-F238E27FC236}">
                  <a16:creationId xmlns:a16="http://schemas.microsoft.com/office/drawing/2014/main" xmlns="" id="{35734EC5-751D-4F47-8703-6C68413A311B}"/>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1" name="Freeform 199">
              <a:extLst>
                <a:ext uri="{FF2B5EF4-FFF2-40B4-BE49-F238E27FC236}">
                  <a16:creationId xmlns:a16="http://schemas.microsoft.com/office/drawing/2014/main" xmlns="" id="{23F0D5E8-59DE-414D-A38F-DBE27BA60468}"/>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2" name="Freeform 200">
              <a:extLst>
                <a:ext uri="{FF2B5EF4-FFF2-40B4-BE49-F238E27FC236}">
                  <a16:creationId xmlns:a16="http://schemas.microsoft.com/office/drawing/2014/main" xmlns="" id="{4726B852-1B6C-4A71-80EC-CDBF35E88EEF}"/>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3" name="Freeform 201">
              <a:extLst>
                <a:ext uri="{FF2B5EF4-FFF2-40B4-BE49-F238E27FC236}">
                  <a16:creationId xmlns:a16="http://schemas.microsoft.com/office/drawing/2014/main" xmlns="" id="{4AA940CB-94EE-4DEF-9E9F-3D11BC8A77E0}"/>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4" name="Freeform 202">
              <a:extLst>
                <a:ext uri="{FF2B5EF4-FFF2-40B4-BE49-F238E27FC236}">
                  <a16:creationId xmlns:a16="http://schemas.microsoft.com/office/drawing/2014/main" xmlns="" id="{37043C60-3F8E-4D98-B028-C28CE45EF949}"/>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5" name="Freeform 203">
              <a:extLst>
                <a:ext uri="{FF2B5EF4-FFF2-40B4-BE49-F238E27FC236}">
                  <a16:creationId xmlns:a16="http://schemas.microsoft.com/office/drawing/2014/main" xmlns="" id="{C81FF395-5597-4B60-94F8-16CFCB54D10B}"/>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6" name="Freeform 204">
              <a:extLst>
                <a:ext uri="{FF2B5EF4-FFF2-40B4-BE49-F238E27FC236}">
                  <a16:creationId xmlns:a16="http://schemas.microsoft.com/office/drawing/2014/main" xmlns="" id="{2007123A-4AA8-48E1-BA2E-A82105D93644}"/>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7" name="Freeform 205">
              <a:extLst>
                <a:ext uri="{FF2B5EF4-FFF2-40B4-BE49-F238E27FC236}">
                  <a16:creationId xmlns:a16="http://schemas.microsoft.com/office/drawing/2014/main" xmlns="" id="{0683844A-AFE8-46C2-94DB-C4A051404877}"/>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8" name="Freeform 206">
              <a:extLst>
                <a:ext uri="{FF2B5EF4-FFF2-40B4-BE49-F238E27FC236}">
                  <a16:creationId xmlns:a16="http://schemas.microsoft.com/office/drawing/2014/main" xmlns="" id="{D8D71F33-0C29-48A9-A65A-A5537F3A52A6}"/>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39" name="Freeform 207">
              <a:extLst>
                <a:ext uri="{FF2B5EF4-FFF2-40B4-BE49-F238E27FC236}">
                  <a16:creationId xmlns:a16="http://schemas.microsoft.com/office/drawing/2014/main" xmlns="" id="{E97DE069-9FC5-47E3-BB06-6C53B57EBB04}"/>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0" name="Freeform 208">
              <a:extLst>
                <a:ext uri="{FF2B5EF4-FFF2-40B4-BE49-F238E27FC236}">
                  <a16:creationId xmlns:a16="http://schemas.microsoft.com/office/drawing/2014/main" xmlns="" id="{EB395240-8714-475A-A9EA-C1988D9DACB8}"/>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1" name="Freeform 209">
              <a:extLst>
                <a:ext uri="{FF2B5EF4-FFF2-40B4-BE49-F238E27FC236}">
                  <a16:creationId xmlns:a16="http://schemas.microsoft.com/office/drawing/2014/main" xmlns="" id="{6139A264-FB50-49CA-AE6F-7F4DFF7C6048}"/>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2" name="Freeform 210">
              <a:extLst>
                <a:ext uri="{FF2B5EF4-FFF2-40B4-BE49-F238E27FC236}">
                  <a16:creationId xmlns:a16="http://schemas.microsoft.com/office/drawing/2014/main" xmlns="" id="{E27E8A68-4257-446B-B011-27B527B11BA3}"/>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3" name="Freeform 211">
              <a:extLst>
                <a:ext uri="{FF2B5EF4-FFF2-40B4-BE49-F238E27FC236}">
                  <a16:creationId xmlns:a16="http://schemas.microsoft.com/office/drawing/2014/main" xmlns="" id="{63CF341D-2B39-4D7A-A0FC-8C9E4CAAD0B7}"/>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2">
              <a:extLst>
                <a:ext uri="{FF2B5EF4-FFF2-40B4-BE49-F238E27FC236}">
                  <a16:creationId xmlns:a16="http://schemas.microsoft.com/office/drawing/2014/main" xmlns="" id="{06245076-6CA3-4FDE-9361-0DA26A2EC607}"/>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5" name="Freeform 213">
              <a:extLst>
                <a:ext uri="{FF2B5EF4-FFF2-40B4-BE49-F238E27FC236}">
                  <a16:creationId xmlns:a16="http://schemas.microsoft.com/office/drawing/2014/main" xmlns="" id="{94E0F53C-DEC9-4430-B64C-6620E76347B0}"/>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6" name="Freeform 214">
              <a:extLst>
                <a:ext uri="{FF2B5EF4-FFF2-40B4-BE49-F238E27FC236}">
                  <a16:creationId xmlns:a16="http://schemas.microsoft.com/office/drawing/2014/main" xmlns="" id="{D426A132-F344-4AFD-9F3C-A887036E24DB}"/>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7" name="Freeform 215">
              <a:extLst>
                <a:ext uri="{FF2B5EF4-FFF2-40B4-BE49-F238E27FC236}">
                  <a16:creationId xmlns:a16="http://schemas.microsoft.com/office/drawing/2014/main" xmlns="" id="{8ACE94DA-4CCE-4980-BE34-998E88B7335D}"/>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8" name="Freeform 216">
              <a:extLst>
                <a:ext uri="{FF2B5EF4-FFF2-40B4-BE49-F238E27FC236}">
                  <a16:creationId xmlns:a16="http://schemas.microsoft.com/office/drawing/2014/main" xmlns="" id="{1186AB81-EC08-47A3-B424-BFDAFD7F41CF}"/>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49" name="Freeform 217">
              <a:extLst>
                <a:ext uri="{FF2B5EF4-FFF2-40B4-BE49-F238E27FC236}">
                  <a16:creationId xmlns:a16="http://schemas.microsoft.com/office/drawing/2014/main" xmlns="" id="{F5668DBE-204F-4171-9E4F-5846978205F7}"/>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0" name="Freeform 218">
              <a:extLst>
                <a:ext uri="{FF2B5EF4-FFF2-40B4-BE49-F238E27FC236}">
                  <a16:creationId xmlns:a16="http://schemas.microsoft.com/office/drawing/2014/main" xmlns="" id="{D3EFCB08-F6F6-491F-9E57-2E2F36735476}"/>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1" name="Freeform 219">
              <a:extLst>
                <a:ext uri="{FF2B5EF4-FFF2-40B4-BE49-F238E27FC236}">
                  <a16:creationId xmlns:a16="http://schemas.microsoft.com/office/drawing/2014/main" xmlns="" id="{FB523A2B-4AE4-496E-B6D5-96A80A3CE231}"/>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2" name="Freeform 220">
              <a:extLst>
                <a:ext uri="{FF2B5EF4-FFF2-40B4-BE49-F238E27FC236}">
                  <a16:creationId xmlns:a16="http://schemas.microsoft.com/office/drawing/2014/main" xmlns="" id="{12AFCCC9-64AE-492B-B862-3E0D337B8B47}"/>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3" name="Freeform 221">
              <a:extLst>
                <a:ext uri="{FF2B5EF4-FFF2-40B4-BE49-F238E27FC236}">
                  <a16:creationId xmlns:a16="http://schemas.microsoft.com/office/drawing/2014/main" xmlns="" id="{46D3A967-56BC-45BF-8ED4-884A091A967F}"/>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4" name="Freeform 222">
              <a:extLst>
                <a:ext uri="{FF2B5EF4-FFF2-40B4-BE49-F238E27FC236}">
                  <a16:creationId xmlns:a16="http://schemas.microsoft.com/office/drawing/2014/main" xmlns="" id="{D8CCC54B-96D6-4384-8DB9-3B07D2811111}"/>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5" name="Freeform 223">
              <a:extLst>
                <a:ext uri="{FF2B5EF4-FFF2-40B4-BE49-F238E27FC236}">
                  <a16:creationId xmlns:a16="http://schemas.microsoft.com/office/drawing/2014/main" xmlns="" id="{1F4F8155-DADF-4F50-AA1B-32DA5B769BCD}"/>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6" name="Freeform 224">
              <a:extLst>
                <a:ext uri="{FF2B5EF4-FFF2-40B4-BE49-F238E27FC236}">
                  <a16:creationId xmlns:a16="http://schemas.microsoft.com/office/drawing/2014/main" xmlns="" id="{4BE96C66-A0A7-483D-9938-D4593CB3AAE6}"/>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7" name="Freeform 225">
              <a:extLst>
                <a:ext uri="{FF2B5EF4-FFF2-40B4-BE49-F238E27FC236}">
                  <a16:creationId xmlns:a16="http://schemas.microsoft.com/office/drawing/2014/main" xmlns="" id="{8F827AD3-64F4-4111-93C8-1B6D02686F78}"/>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8" name="Freeform 226">
              <a:extLst>
                <a:ext uri="{FF2B5EF4-FFF2-40B4-BE49-F238E27FC236}">
                  <a16:creationId xmlns:a16="http://schemas.microsoft.com/office/drawing/2014/main" xmlns="" id="{97C21B80-8D79-4200-8299-0DBC93B18F32}"/>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9" name="Freeform 227">
              <a:extLst>
                <a:ext uri="{FF2B5EF4-FFF2-40B4-BE49-F238E27FC236}">
                  <a16:creationId xmlns:a16="http://schemas.microsoft.com/office/drawing/2014/main" xmlns="" id="{35EE361A-3852-4AEC-A2D1-00DFB9A23BED}"/>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0" name="Freeform 228">
              <a:extLst>
                <a:ext uri="{FF2B5EF4-FFF2-40B4-BE49-F238E27FC236}">
                  <a16:creationId xmlns:a16="http://schemas.microsoft.com/office/drawing/2014/main" xmlns="" id="{A667A830-5619-4A40-B459-B9E18551C481}"/>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1" name="Freeform 229">
              <a:extLst>
                <a:ext uri="{FF2B5EF4-FFF2-40B4-BE49-F238E27FC236}">
                  <a16:creationId xmlns:a16="http://schemas.microsoft.com/office/drawing/2014/main" xmlns="" id="{094D478C-FC2A-490F-B257-2CB4AE472637}"/>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2" name="Freeform 230">
              <a:extLst>
                <a:ext uri="{FF2B5EF4-FFF2-40B4-BE49-F238E27FC236}">
                  <a16:creationId xmlns:a16="http://schemas.microsoft.com/office/drawing/2014/main" xmlns="" id="{DE02CF36-9B20-4CBD-B9B7-A1B6580E1B72}"/>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3" name="Freeform 231">
              <a:extLst>
                <a:ext uri="{FF2B5EF4-FFF2-40B4-BE49-F238E27FC236}">
                  <a16:creationId xmlns:a16="http://schemas.microsoft.com/office/drawing/2014/main" xmlns="" id="{288FF36E-DADD-4B2D-BCCD-465F93CB1BCF}"/>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9801" name="副标题 2"/>
          <p:cNvSpPr>
            <a:spLocks noGrp="1"/>
          </p:cNvSpPr>
          <p:nvPr userDrawn="1">
            <p:ph type="subTitle" idx="1"/>
          </p:nvPr>
        </p:nvSpPr>
        <p:spPr>
          <a:xfrm>
            <a:off x="948718" y="2998375"/>
            <a:ext cx="5087595" cy="558799"/>
          </a:xfrm>
        </p:spPr>
        <p:txBody>
          <a:bodyPr anchor="ct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smtClean="0"/>
              <a:t>单击此处编辑母版副标题样式</a:t>
            </a:r>
            <a:endParaRPr lang="en-US" noProof="1"/>
          </a:p>
        </p:txBody>
      </p:sp>
      <p:sp>
        <p:nvSpPr>
          <p:cNvPr id="9802" name="标题 1"/>
          <p:cNvSpPr>
            <a:spLocks noGrp="1"/>
          </p:cNvSpPr>
          <p:nvPr userDrawn="1">
            <p:ph type="ctrTitle"/>
          </p:nvPr>
        </p:nvSpPr>
        <p:spPr>
          <a:xfrm>
            <a:off x="948718" y="1785931"/>
            <a:ext cx="5087595" cy="1198382"/>
          </a:xfrm>
        </p:spPr>
        <p:txBody>
          <a:bodyPr anchor="ctr">
            <a:normAutofit/>
          </a:bodyPr>
          <a:lstStyle>
            <a:lvl1pPr algn="l">
              <a:defRPr sz="4000">
                <a:solidFill>
                  <a:schemeClr val="bg1"/>
                </a:solidFill>
              </a:defRPr>
            </a:lvl1pPr>
          </a:lstStyle>
          <a:p>
            <a:r>
              <a:rPr lang="zh-CN" altLang="en-US" noProof="1" smtClean="0"/>
              <a:t>单击此处编辑母版标题样式</a:t>
            </a:r>
            <a:endParaRPr lang="zh-CN" altLang="en-US" noProof="1"/>
          </a:p>
        </p:txBody>
      </p:sp>
      <p:sp>
        <p:nvSpPr>
          <p:cNvPr id="12" name="文本占位符 13"/>
          <p:cNvSpPr>
            <a:spLocks noGrp="1"/>
          </p:cNvSpPr>
          <p:nvPr userDrawn="1">
            <p:ph type="body" sz="quarter" idx="10" hasCustomPrompt="1"/>
          </p:nvPr>
        </p:nvSpPr>
        <p:spPr>
          <a:xfrm>
            <a:off x="949208" y="4137532"/>
            <a:ext cx="2294395" cy="296271"/>
          </a:xfrm>
          <a:prstGeom prst="roundRect">
            <a:avLst>
              <a:gd name="adj" fmla="val 50000"/>
            </a:avLst>
          </a:prstGeom>
          <a:noFill/>
          <a:ln w="12700">
            <a:solidFill>
              <a:schemeClr val="bg1"/>
            </a:solidFill>
          </a:ln>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
        <p:nvSpPr>
          <p:cNvPr id="13" name="文本占位符 13"/>
          <p:cNvSpPr>
            <a:spLocks noGrp="1"/>
          </p:cNvSpPr>
          <p:nvPr userDrawn="1">
            <p:ph type="body" sz="quarter" idx="11" hasCustomPrompt="1"/>
          </p:nvPr>
        </p:nvSpPr>
        <p:spPr>
          <a:xfrm>
            <a:off x="949207" y="4558199"/>
            <a:ext cx="5087595"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Terabits</a:t>
            </a:r>
            <a:endParaRPr lang="zh-CN" altLang="en-US" noProof="1"/>
          </a:p>
        </p:txBody>
      </p:sp>
    </p:spTree>
    <p:extLst>
      <p:ext uri="{BB962C8B-B14F-4D97-AF65-F5344CB8AC3E}">
        <p14:creationId xmlns:p14="http://schemas.microsoft.com/office/powerpoint/2010/main" val="239276647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xmlns="" id="{FA89D527-07F7-4DF8-B4AE-7CE4750343FE}"/>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5" name="矩形 4">
            <a:extLst>
              <a:ext uri="{FF2B5EF4-FFF2-40B4-BE49-F238E27FC236}">
                <a16:creationId xmlns:a16="http://schemas.microsoft.com/office/drawing/2014/main" xmlns="" id="{4D938A1B-0B96-46F2-9400-1487ED36C6FC}"/>
              </a:ext>
            </a:extLst>
          </p:cNvPr>
          <p:cNvSpPr/>
          <p:nvPr userDrawn="1"/>
        </p:nvSpPr>
        <p:spPr>
          <a:xfrm>
            <a:off x="7223125" y="4016375"/>
            <a:ext cx="3338513" cy="2841625"/>
          </a:xfrm>
          <a:prstGeom prst="rect">
            <a:avLst/>
          </a:prstGeom>
          <a:gradFill>
            <a:gsLst>
              <a:gs pos="5000">
                <a:schemeClr val="accent2"/>
              </a:gs>
              <a:gs pos="100000">
                <a:schemeClr val="accent3"/>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6" name="Freeform 100">
            <a:extLst>
              <a:ext uri="{FF2B5EF4-FFF2-40B4-BE49-F238E27FC236}">
                <a16:creationId xmlns:a16="http://schemas.microsoft.com/office/drawing/2014/main" xmlns="" id="{3A1F5932-2139-48CA-8277-742909F78EFD}"/>
              </a:ext>
            </a:extLst>
          </p:cNvPr>
          <p:cNvSpPr>
            <a:spLocks noChangeArrowheads="1"/>
          </p:cNvSpPr>
          <p:nvPr/>
        </p:nvSpPr>
        <p:spPr bwMode="auto">
          <a:xfrm>
            <a:off x="7493000" y="1695450"/>
            <a:ext cx="1912938" cy="1449388"/>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01">
            <a:extLst>
              <a:ext uri="{FF2B5EF4-FFF2-40B4-BE49-F238E27FC236}">
                <a16:creationId xmlns:a16="http://schemas.microsoft.com/office/drawing/2014/main" xmlns="" id="{E2EAF21E-DF3A-47A2-A444-98FA64D4AE97}"/>
              </a:ext>
            </a:extLst>
          </p:cNvPr>
          <p:cNvSpPr>
            <a:spLocks noChangeArrowheads="1"/>
          </p:cNvSpPr>
          <p:nvPr/>
        </p:nvSpPr>
        <p:spPr bwMode="auto">
          <a:xfrm>
            <a:off x="8755063" y="1566863"/>
            <a:ext cx="766762" cy="1577975"/>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2">
            <a:extLst>
              <a:ext uri="{FF2B5EF4-FFF2-40B4-BE49-F238E27FC236}">
                <a16:creationId xmlns:a16="http://schemas.microsoft.com/office/drawing/2014/main" xmlns="" id="{9908D12F-8726-4C8F-8278-5E5EA5C506F7}"/>
              </a:ext>
            </a:extLst>
          </p:cNvPr>
          <p:cNvSpPr>
            <a:spLocks noChangeArrowheads="1"/>
          </p:cNvSpPr>
          <p:nvPr/>
        </p:nvSpPr>
        <p:spPr bwMode="auto">
          <a:xfrm>
            <a:off x="8645525" y="1428750"/>
            <a:ext cx="998538" cy="1716088"/>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3">
            <a:extLst>
              <a:ext uri="{FF2B5EF4-FFF2-40B4-BE49-F238E27FC236}">
                <a16:creationId xmlns:a16="http://schemas.microsoft.com/office/drawing/2014/main" xmlns="" id="{565847EB-3C92-41EA-8FC7-AEB66A45F26B}"/>
              </a:ext>
            </a:extLst>
          </p:cNvPr>
          <p:cNvSpPr>
            <a:spLocks noEditPoints="1" noChangeArrowheads="1"/>
          </p:cNvSpPr>
          <p:nvPr/>
        </p:nvSpPr>
        <p:spPr bwMode="auto">
          <a:xfrm>
            <a:off x="7432675" y="16652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4">
            <a:extLst>
              <a:ext uri="{FF2B5EF4-FFF2-40B4-BE49-F238E27FC236}">
                <a16:creationId xmlns:a16="http://schemas.microsoft.com/office/drawing/2014/main" xmlns="" id="{D8ADE8E6-8C31-478D-B207-22A9E6F64A95}"/>
              </a:ext>
            </a:extLst>
          </p:cNvPr>
          <p:cNvSpPr>
            <a:spLocks noEditPoints="1" noChangeArrowheads="1"/>
          </p:cNvSpPr>
          <p:nvPr/>
        </p:nvSpPr>
        <p:spPr bwMode="auto">
          <a:xfrm>
            <a:off x="8694738" y="153987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5">
            <a:extLst>
              <a:ext uri="{FF2B5EF4-FFF2-40B4-BE49-F238E27FC236}">
                <a16:creationId xmlns:a16="http://schemas.microsoft.com/office/drawing/2014/main" xmlns="" id="{ED5EA8DF-2B7F-458B-A8F1-89B911E1D948}"/>
              </a:ext>
            </a:extLst>
          </p:cNvPr>
          <p:cNvSpPr>
            <a:spLocks noEditPoints="1" noChangeArrowheads="1"/>
          </p:cNvSpPr>
          <p:nvPr/>
        </p:nvSpPr>
        <p:spPr bwMode="auto">
          <a:xfrm>
            <a:off x="8583613" y="13985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6">
            <a:extLst>
              <a:ext uri="{FF2B5EF4-FFF2-40B4-BE49-F238E27FC236}">
                <a16:creationId xmlns:a16="http://schemas.microsoft.com/office/drawing/2014/main" xmlns="" id="{0AEB20D9-923D-4E84-AB1B-3E8954AF5229}"/>
              </a:ext>
            </a:extLst>
          </p:cNvPr>
          <p:cNvSpPr>
            <a:spLocks noChangeArrowheads="1"/>
          </p:cNvSpPr>
          <p:nvPr/>
        </p:nvSpPr>
        <p:spPr bwMode="auto">
          <a:xfrm>
            <a:off x="8291513" y="1322388"/>
            <a:ext cx="1471612" cy="182245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107">
            <a:extLst>
              <a:ext uri="{FF2B5EF4-FFF2-40B4-BE49-F238E27FC236}">
                <a16:creationId xmlns:a16="http://schemas.microsoft.com/office/drawing/2014/main" xmlns="" id="{47CDE46C-DC4A-4CEB-B760-75CE03381F74}"/>
              </a:ext>
            </a:extLst>
          </p:cNvPr>
          <p:cNvSpPr>
            <a:spLocks noEditPoints="1" noChangeArrowheads="1"/>
          </p:cNvSpPr>
          <p:nvPr/>
        </p:nvSpPr>
        <p:spPr bwMode="auto">
          <a:xfrm>
            <a:off x="8231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8">
            <a:extLst>
              <a:ext uri="{FF2B5EF4-FFF2-40B4-BE49-F238E27FC236}">
                <a16:creationId xmlns:a16="http://schemas.microsoft.com/office/drawing/2014/main" xmlns="" id="{7670E6CE-3BB7-4481-8625-050E809ADA4D}"/>
              </a:ext>
            </a:extLst>
          </p:cNvPr>
          <p:cNvSpPr>
            <a:spLocks noChangeArrowheads="1"/>
          </p:cNvSpPr>
          <p:nvPr/>
        </p:nvSpPr>
        <p:spPr bwMode="auto">
          <a:xfrm>
            <a:off x="9872663" y="1322388"/>
            <a:ext cx="1041400" cy="182245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9">
            <a:extLst>
              <a:ext uri="{FF2B5EF4-FFF2-40B4-BE49-F238E27FC236}">
                <a16:creationId xmlns:a16="http://schemas.microsoft.com/office/drawing/2014/main" xmlns="" id="{D3DF8C53-D1F5-492E-99C7-BD5464222F19}"/>
              </a:ext>
            </a:extLst>
          </p:cNvPr>
          <p:cNvSpPr>
            <a:spLocks noEditPoints="1" noChangeArrowheads="1"/>
          </p:cNvSpPr>
          <p:nvPr/>
        </p:nvSpPr>
        <p:spPr bwMode="auto">
          <a:xfrm>
            <a:off x="10898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10">
            <a:extLst>
              <a:ext uri="{FF2B5EF4-FFF2-40B4-BE49-F238E27FC236}">
                <a16:creationId xmlns:a16="http://schemas.microsoft.com/office/drawing/2014/main" xmlns="" id="{A2C0E662-1FEA-4BEB-9A1E-7861B2690B6A}"/>
              </a:ext>
            </a:extLst>
          </p:cNvPr>
          <p:cNvSpPr>
            <a:spLocks noEditPoints="1" noChangeArrowheads="1"/>
          </p:cNvSpPr>
          <p:nvPr/>
        </p:nvSpPr>
        <p:spPr bwMode="auto">
          <a:xfrm>
            <a:off x="11042650"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11">
            <a:extLst>
              <a:ext uri="{FF2B5EF4-FFF2-40B4-BE49-F238E27FC236}">
                <a16:creationId xmlns:a16="http://schemas.microsoft.com/office/drawing/2014/main" xmlns="" id="{3B296366-066A-46CF-BD0B-07AC0B29637C}"/>
              </a:ext>
            </a:extLst>
          </p:cNvPr>
          <p:cNvSpPr>
            <a:spLocks noEditPoints="1" noChangeArrowheads="1"/>
          </p:cNvSpPr>
          <p:nvPr/>
        </p:nvSpPr>
        <p:spPr bwMode="auto">
          <a:xfrm>
            <a:off x="111902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12">
            <a:extLst>
              <a:ext uri="{FF2B5EF4-FFF2-40B4-BE49-F238E27FC236}">
                <a16:creationId xmlns:a16="http://schemas.microsoft.com/office/drawing/2014/main" xmlns="" id="{E2BD13DC-08C4-4EEE-914C-B1A33AECE58F}"/>
              </a:ext>
            </a:extLst>
          </p:cNvPr>
          <p:cNvSpPr>
            <a:spLocks noEditPoints="1" noChangeArrowheads="1"/>
          </p:cNvSpPr>
          <p:nvPr/>
        </p:nvSpPr>
        <p:spPr bwMode="auto">
          <a:xfrm>
            <a:off x="11333163" y="1292225"/>
            <a:ext cx="74612"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3">
            <a:extLst>
              <a:ext uri="{FF2B5EF4-FFF2-40B4-BE49-F238E27FC236}">
                <a16:creationId xmlns:a16="http://schemas.microsoft.com/office/drawing/2014/main" xmlns="" id="{A6B2E18D-6DAB-49DB-B326-FFD09F6A4EB6}"/>
              </a:ext>
            </a:extLst>
          </p:cNvPr>
          <p:cNvSpPr>
            <a:spLocks noEditPoints="1" noChangeArrowheads="1"/>
          </p:cNvSpPr>
          <p:nvPr/>
        </p:nvSpPr>
        <p:spPr bwMode="auto">
          <a:xfrm>
            <a:off x="11480800" y="1292225"/>
            <a:ext cx="74613"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4">
            <a:extLst>
              <a:ext uri="{FF2B5EF4-FFF2-40B4-BE49-F238E27FC236}">
                <a16:creationId xmlns:a16="http://schemas.microsoft.com/office/drawing/2014/main" xmlns="" id="{D09F76B4-9EDF-4BB0-A4BD-C03A27656A55}"/>
              </a:ext>
            </a:extLst>
          </p:cNvPr>
          <p:cNvSpPr>
            <a:spLocks noEditPoints="1" noChangeArrowheads="1"/>
          </p:cNvSpPr>
          <p:nvPr/>
        </p:nvSpPr>
        <p:spPr bwMode="auto">
          <a:xfrm>
            <a:off x="11625263" y="1292225"/>
            <a:ext cx="71437"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7">
            <a:extLst>
              <a:ext uri="{FF2B5EF4-FFF2-40B4-BE49-F238E27FC236}">
                <a16:creationId xmlns:a16="http://schemas.microsoft.com/office/drawing/2014/main" xmlns="" id="{B6666370-092F-4B21-BC49-81C165E4432B}"/>
              </a:ext>
            </a:extLst>
          </p:cNvPr>
          <p:cNvSpPr>
            <a:spLocks noEditPoints="1" noChangeArrowheads="1"/>
          </p:cNvSpPr>
          <p:nvPr/>
        </p:nvSpPr>
        <p:spPr bwMode="auto">
          <a:xfrm>
            <a:off x="6353175" y="2852738"/>
            <a:ext cx="5005388" cy="2908300"/>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8">
            <a:extLst>
              <a:ext uri="{FF2B5EF4-FFF2-40B4-BE49-F238E27FC236}">
                <a16:creationId xmlns:a16="http://schemas.microsoft.com/office/drawing/2014/main" xmlns="" id="{D86BA65D-3B90-41FF-B10A-4F4E0E8CD037}"/>
              </a:ext>
            </a:extLst>
          </p:cNvPr>
          <p:cNvSpPr>
            <a:spLocks noChangeArrowheads="1"/>
          </p:cNvSpPr>
          <p:nvPr/>
        </p:nvSpPr>
        <p:spPr bwMode="auto">
          <a:xfrm>
            <a:off x="6251575" y="2505075"/>
            <a:ext cx="5205413" cy="2952750"/>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9">
            <a:extLst>
              <a:ext uri="{FF2B5EF4-FFF2-40B4-BE49-F238E27FC236}">
                <a16:creationId xmlns:a16="http://schemas.microsoft.com/office/drawing/2014/main" xmlns="" id="{F9FAF9F0-1C4A-4256-A265-62E3124CD75A}"/>
              </a:ext>
            </a:extLst>
          </p:cNvPr>
          <p:cNvSpPr>
            <a:spLocks noChangeArrowheads="1"/>
          </p:cNvSpPr>
          <p:nvPr/>
        </p:nvSpPr>
        <p:spPr bwMode="auto">
          <a:xfrm>
            <a:off x="6251575" y="3368675"/>
            <a:ext cx="5205413" cy="2076450"/>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20">
            <a:extLst>
              <a:ext uri="{FF2B5EF4-FFF2-40B4-BE49-F238E27FC236}">
                <a16:creationId xmlns:a16="http://schemas.microsoft.com/office/drawing/2014/main" xmlns="" id="{03258DA8-CB1C-41C2-8363-C6729AE734D4}"/>
              </a:ext>
            </a:extLst>
          </p:cNvPr>
          <p:cNvSpPr>
            <a:spLocks noChangeArrowheads="1"/>
          </p:cNvSpPr>
          <p:nvPr/>
        </p:nvSpPr>
        <p:spPr bwMode="auto">
          <a:xfrm>
            <a:off x="6251575" y="3414713"/>
            <a:ext cx="5205413" cy="199707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1">
            <a:extLst>
              <a:ext uri="{FF2B5EF4-FFF2-40B4-BE49-F238E27FC236}">
                <a16:creationId xmlns:a16="http://schemas.microsoft.com/office/drawing/2014/main" xmlns="" id="{CAC6BC2E-BC0C-4E06-A519-62B8374FE231}"/>
              </a:ext>
            </a:extLst>
          </p:cNvPr>
          <p:cNvSpPr>
            <a:spLocks noChangeArrowheads="1"/>
          </p:cNvSpPr>
          <p:nvPr/>
        </p:nvSpPr>
        <p:spPr bwMode="auto">
          <a:xfrm>
            <a:off x="6235700" y="2308225"/>
            <a:ext cx="5240338" cy="3027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2">
            <a:extLst>
              <a:ext uri="{FF2B5EF4-FFF2-40B4-BE49-F238E27FC236}">
                <a16:creationId xmlns:a16="http://schemas.microsoft.com/office/drawing/2014/main" xmlns="" id="{4C6722D5-597A-476B-9FFB-A37EBA64EBD1}"/>
              </a:ext>
            </a:extLst>
          </p:cNvPr>
          <p:cNvSpPr>
            <a:spLocks noChangeArrowheads="1"/>
          </p:cNvSpPr>
          <p:nvPr/>
        </p:nvSpPr>
        <p:spPr bwMode="auto">
          <a:xfrm>
            <a:off x="7516813" y="508793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3">
            <a:extLst>
              <a:ext uri="{FF2B5EF4-FFF2-40B4-BE49-F238E27FC236}">
                <a16:creationId xmlns:a16="http://schemas.microsoft.com/office/drawing/2014/main" xmlns="" id="{D8123861-108E-48F3-B00C-328D748ED48A}"/>
              </a:ext>
            </a:extLst>
          </p:cNvPr>
          <p:cNvSpPr>
            <a:spLocks noChangeArrowheads="1"/>
          </p:cNvSpPr>
          <p:nvPr/>
        </p:nvSpPr>
        <p:spPr bwMode="auto">
          <a:xfrm>
            <a:off x="7591425" y="5130800"/>
            <a:ext cx="36513"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4">
            <a:extLst>
              <a:ext uri="{FF2B5EF4-FFF2-40B4-BE49-F238E27FC236}">
                <a16:creationId xmlns:a16="http://schemas.microsoft.com/office/drawing/2014/main" xmlns="" id="{E1E16852-F19B-4C74-8711-911715DAAC0E}"/>
              </a:ext>
            </a:extLst>
          </p:cNvPr>
          <p:cNvSpPr>
            <a:spLocks noChangeArrowheads="1"/>
          </p:cNvSpPr>
          <p:nvPr/>
        </p:nvSpPr>
        <p:spPr bwMode="auto">
          <a:xfrm>
            <a:off x="7664450" y="5175250"/>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5">
            <a:extLst>
              <a:ext uri="{FF2B5EF4-FFF2-40B4-BE49-F238E27FC236}">
                <a16:creationId xmlns:a16="http://schemas.microsoft.com/office/drawing/2014/main" xmlns="" id="{00D3F213-AEE9-461A-9821-E972EB5B5B26}"/>
              </a:ext>
            </a:extLst>
          </p:cNvPr>
          <p:cNvSpPr>
            <a:spLocks noChangeArrowheads="1"/>
          </p:cNvSpPr>
          <p:nvPr/>
        </p:nvSpPr>
        <p:spPr bwMode="auto">
          <a:xfrm>
            <a:off x="6500813" y="4503738"/>
            <a:ext cx="39687" cy="52387"/>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6">
            <a:extLst>
              <a:ext uri="{FF2B5EF4-FFF2-40B4-BE49-F238E27FC236}">
                <a16:creationId xmlns:a16="http://schemas.microsoft.com/office/drawing/2014/main" xmlns="" id="{99FAF4F1-248C-494E-8CAE-9DE0E3F996D5}"/>
              </a:ext>
            </a:extLst>
          </p:cNvPr>
          <p:cNvSpPr>
            <a:spLocks noChangeArrowheads="1"/>
          </p:cNvSpPr>
          <p:nvPr/>
        </p:nvSpPr>
        <p:spPr bwMode="auto">
          <a:xfrm>
            <a:off x="6573838" y="4545013"/>
            <a:ext cx="41275"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7">
            <a:extLst>
              <a:ext uri="{FF2B5EF4-FFF2-40B4-BE49-F238E27FC236}">
                <a16:creationId xmlns:a16="http://schemas.microsoft.com/office/drawing/2014/main" xmlns="" id="{18A61A7E-06D1-4936-9D3C-BD4CF705F18C}"/>
              </a:ext>
            </a:extLst>
          </p:cNvPr>
          <p:cNvSpPr>
            <a:spLocks noChangeArrowheads="1"/>
          </p:cNvSpPr>
          <p:nvPr/>
        </p:nvSpPr>
        <p:spPr bwMode="auto">
          <a:xfrm>
            <a:off x="6650038" y="4589463"/>
            <a:ext cx="38100"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8">
            <a:extLst>
              <a:ext uri="{FF2B5EF4-FFF2-40B4-BE49-F238E27FC236}">
                <a16:creationId xmlns:a16="http://schemas.microsoft.com/office/drawing/2014/main" xmlns="" id="{0C2F7A97-0454-482A-B806-90B72401DD3F}"/>
              </a:ext>
            </a:extLst>
          </p:cNvPr>
          <p:cNvSpPr>
            <a:spLocks noEditPoints="1" noChangeArrowheads="1"/>
          </p:cNvSpPr>
          <p:nvPr/>
        </p:nvSpPr>
        <p:spPr bwMode="auto">
          <a:xfrm>
            <a:off x="8824913" y="2297113"/>
            <a:ext cx="823912" cy="433387"/>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9">
            <a:extLst>
              <a:ext uri="{FF2B5EF4-FFF2-40B4-BE49-F238E27FC236}">
                <a16:creationId xmlns:a16="http://schemas.microsoft.com/office/drawing/2014/main" xmlns="" id="{A2FF0A01-030B-41D0-A009-026BD0FD85C1}"/>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30">
            <a:extLst>
              <a:ext uri="{FF2B5EF4-FFF2-40B4-BE49-F238E27FC236}">
                <a16:creationId xmlns:a16="http://schemas.microsoft.com/office/drawing/2014/main" xmlns="" id="{D7B34D66-772D-48A3-8B1B-E32BD0E7DF88}"/>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1">
            <a:extLst>
              <a:ext uri="{FF2B5EF4-FFF2-40B4-BE49-F238E27FC236}">
                <a16:creationId xmlns:a16="http://schemas.microsoft.com/office/drawing/2014/main" xmlns="" id="{F02319AF-B822-4214-8E97-6B2B659C2CB2}"/>
              </a:ext>
            </a:extLst>
          </p:cNvPr>
          <p:cNvSpPr>
            <a:spLocks noChangeArrowheads="1"/>
          </p:cNvSpPr>
          <p:nvPr/>
        </p:nvSpPr>
        <p:spPr bwMode="auto">
          <a:xfrm>
            <a:off x="9504363" y="2319338"/>
            <a:ext cx="17462" cy="26987"/>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2">
            <a:extLst>
              <a:ext uri="{FF2B5EF4-FFF2-40B4-BE49-F238E27FC236}">
                <a16:creationId xmlns:a16="http://schemas.microsoft.com/office/drawing/2014/main" xmlns="" id="{D72589FA-ED31-4FED-B4A3-6D776324BB62}"/>
              </a:ext>
            </a:extLst>
          </p:cNvPr>
          <p:cNvSpPr>
            <a:spLocks noChangeArrowheads="1"/>
          </p:cNvSpPr>
          <p:nvPr/>
        </p:nvSpPr>
        <p:spPr bwMode="auto">
          <a:xfrm>
            <a:off x="9628188" y="2297113"/>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3">
            <a:extLst>
              <a:ext uri="{FF2B5EF4-FFF2-40B4-BE49-F238E27FC236}">
                <a16:creationId xmlns:a16="http://schemas.microsoft.com/office/drawing/2014/main" xmlns="" id="{5126ED09-4C7C-427B-AAA2-108FB7EA732C}"/>
              </a:ext>
            </a:extLst>
          </p:cNvPr>
          <p:cNvSpPr>
            <a:spLocks noChangeArrowheads="1"/>
          </p:cNvSpPr>
          <p:nvPr/>
        </p:nvSpPr>
        <p:spPr bwMode="auto">
          <a:xfrm>
            <a:off x="6246813" y="3087688"/>
            <a:ext cx="1951037" cy="11747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4">
            <a:extLst>
              <a:ext uri="{FF2B5EF4-FFF2-40B4-BE49-F238E27FC236}">
                <a16:creationId xmlns:a16="http://schemas.microsoft.com/office/drawing/2014/main" xmlns="" id="{1792FC57-ECDB-4D6E-B7C7-77EFC910E875}"/>
              </a:ext>
            </a:extLst>
          </p:cNvPr>
          <p:cNvSpPr>
            <a:spLocks noChangeArrowheads="1"/>
          </p:cNvSpPr>
          <p:nvPr/>
        </p:nvSpPr>
        <p:spPr bwMode="auto">
          <a:xfrm>
            <a:off x="6254750" y="4221163"/>
            <a:ext cx="1836738" cy="10763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1" name="组合 161">
            <a:extLst>
              <a:ext uri="{FF2B5EF4-FFF2-40B4-BE49-F238E27FC236}">
                <a16:creationId xmlns:a16="http://schemas.microsoft.com/office/drawing/2014/main" xmlns="" id="{49541F5F-FC95-468E-B89E-EA6E378B89C7}"/>
              </a:ext>
            </a:extLst>
          </p:cNvPr>
          <p:cNvGrpSpPr>
            <a:grpSpLocks/>
          </p:cNvGrpSpPr>
          <p:nvPr/>
        </p:nvGrpSpPr>
        <p:grpSpPr bwMode="auto">
          <a:xfrm>
            <a:off x="6197600" y="2320925"/>
            <a:ext cx="5260975" cy="3022600"/>
            <a:chOff x="7564437" y="4244495"/>
            <a:chExt cx="4236358" cy="2433801"/>
          </a:xfrm>
        </p:grpSpPr>
        <p:sp>
          <p:nvSpPr>
            <p:cNvPr id="42" name="Freeform 238">
              <a:extLst>
                <a:ext uri="{FF2B5EF4-FFF2-40B4-BE49-F238E27FC236}">
                  <a16:creationId xmlns:a16="http://schemas.microsoft.com/office/drawing/2014/main" xmlns="" id="{D2A5171D-E58B-49E6-8330-867C6E75D918}"/>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 name="Freeform 238">
              <a:extLst>
                <a:ext uri="{FF2B5EF4-FFF2-40B4-BE49-F238E27FC236}">
                  <a16:creationId xmlns:a16="http://schemas.microsoft.com/office/drawing/2014/main" xmlns="" id="{83D6515D-411E-4AE8-86D4-1A76E4EF5650}"/>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a16="http://schemas.microsoft.com/office/drawing/2014/main" xmlns="" id="{ADE1FC05-CBFC-4560-906E-DBDADF97B946}"/>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BA520366-ED7A-4104-BCB8-5AFF9EFEA4E0}"/>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 name="Freeform 135">
            <a:extLst>
              <a:ext uri="{FF2B5EF4-FFF2-40B4-BE49-F238E27FC236}">
                <a16:creationId xmlns:a16="http://schemas.microsoft.com/office/drawing/2014/main" xmlns="" id="{F84C648C-8347-47DF-B8BE-C1DB94BF0130}"/>
              </a:ext>
            </a:extLst>
          </p:cNvPr>
          <p:cNvSpPr>
            <a:spLocks noEditPoints="1" noChangeArrowheads="1"/>
          </p:cNvSpPr>
          <p:nvPr/>
        </p:nvSpPr>
        <p:spPr bwMode="auto">
          <a:xfrm>
            <a:off x="8680450" y="4037013"/>
            <a:ext cx="1104900" cy="64293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137">
            <a:extLst>
              <a:ext uri="{FF2B5EF4-FFF2-40B4-BE49-F238E27FC236}">
                <a16:creationId xmlns:a16="http://schemas.microsoft.com/office/drawing/2014/main" xmlns="" id="{020821C1-6477-4F16-B170-5FFE976A9A07}"/>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6">
            <a:extLst>
              <a:ext uri="{FF2B5EF4-FFF2-40B4-BE49-F238E27FC236}">
                <a16:creationId xmlns:a16="http://schemas.microsoft.com/office/drawing/2014/main" xmlns="" id="{6B37FE91-B408-4775-BDA3-199D009784FD}"/>
              </a:ext>
            </a:extLst>
          </p:cNvPr>
          <p:cNvSpPr>
            <a:spLocks noEditPoints="1" noChangeArrowheads="1"/>
          </p:cNvSpPr>
          <p:nvPr/>
        </p:nvSpPr>
        <p:spPr bwMode="auto">
          <a:xfrm>
            <a:off x="9736138" y="3327400"/>
            <a:ext cx="1281112" cy="639763"/>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8">
            <a:extLst>
              <a:ext uri="{FF2B5EF4-FFF2-40B4-BE49-F238E27FC236}">
                <a16:creationId xmlns:a16="http://schemas.microsoft.com/office/drawing/2014/main" xmlns="" id="{FFD860AE-3B39-4E53-819A-3822DD4EFB3B}"/>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9">
            <a:extLst>
              <a:ext uri="{FF2B5EF4-FFF2-40B4-BE49-F238E27FC236}">
                <a16:creationId xmlns:a16="http://schemas.microsoft.com/office/drawing/2014/main" xmlns="" id="{6E1E582E-F77C-4151-B212-6AE8435741B2}"/>
              </a:ext>
            </a:extLst>
          </p:cNvPr>
          <p:cNvSpPr>
            <a:spLocks noEditPoints="1" noChangeArrowheads="1"/>
          </p:cNvSpPr>
          <p:nvPr/>
        </p:nvSpPr>
        <p:spPr bwMode="auto">
          <a:xfrm>
            <a:off x="8205788" y="2901950"/>
            <a:ext cx="1238250" cy="679450"/>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40">
            <a:extLst>
              <a:ext uri="{FF2B5EF4-FFF2-40B4-BE49-F238E27FC236}">
                <a16:creationId xmlns:a16="http://schemas.microsoft.com/office/drawing/2014/main" xmlns="" id="{5076AC02-A9A1-41D3-8BAB-BD3445F9A663}"/>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1">
            <a:extLst>
              <a:ext uri="{FF2B5EF4-FFF2-40B4-BE49-F238E27FC236}">
                <a16:creationId xmlns:a16="http://schemas.microsoft.com/office/drawing/2014/main" xmlns="" id="{7A977D5F-3BC9-49B7-95FA-CBBBA3DE8190}"/>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2">
            <a:extLst>
              <a:ext uri="{FF2B5EF4-FFF2-40B4-BE49-F238E27FC236}">
                <a16:creationId xmlns:a16="http://schemas.microsoft.com/office/drawing/2014/main" xmlns="" id="{CBF95F56-E509-4256-9084-654CF722CC72}"/>
              </a:ext>
            </a:extLst>
          </p:cNvPr>
          <p:cNvSpPr>
            <a:spLocks noChangeArrowheads="1"/>
          </p:cNvSpPr>
          <p:nvPr/>
        </p:nvSpPr>
        <p:spPr bwMode="auto">
          <a:xfrm>
            <a:off x="7094538" y="4676775"/>
            <a:ext cx="152400" cy="179388"/>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3">
            <a:extLst>
              <a:ext uri="{FF2B5EF4-FFF2-40B4-BE49-F238E27FC236}">
                <a16:creationId xmlns:a16="http://schemas.microsoft.com/office/drawing/2014/main" xmlns="" id="{C44C5CC4-F21A-4C0F-875E-43907342E7A7}"/>
              </a:ext>
            </a:extLst>
          </p:cNvPr>
          <p:cNvSpPr>
            <a:spLocks noChangeArrowheads="1"/>
          </p:cNvSpPr>
          <p:nvPr/>
        </p:nvSpPr>
        <p:spPr bwMode="auto">
          <a:xfrm>
            <a:off x="7018338" y="4794250"/>
            <a:ext cx="171450" cy="142875"/>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4">
            <a:extLst>
              <a:ext uri="{FF2B5EF4-FFF2-40B4-BE49-F238E27FC236}">
                <a16:creationId xmlns:a16="http://schemas.microsoft.com/office/drawing/2014/main" xmlns="" id="{778C8FFC-A32B-4CCA-8A70-0807EF721DB4}"/>
              </a:ext>
            </a:extLst>
          </p:cNvPr>
          <p:cNvSpPr>
            <a:spLocks noChangeArrowheads="1"/>
          </p:cNvSpPr>
          <p:nvPr/>
        </p:nvSpPr>
        <p:spPr bwMode="auto">
          <a:xfrm>
            <a:off x="7192963" y="4503738"/>
            <a:ext cx="1493837" cy="35242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5">
            <a:extLst>
              <a:ext uri="{FF2B5EF4-FFF2-40B4-BE49-F238E27FC236}">
                <a16:creationId xmlns:a16="http://schemas.microsoft.com/office/drawing/2014/main" xmlns="" id="{BABAA874-2E54-4C3F-84E3-1BCC5729F79A}"/>
              </a:ext>
            </a:extLst>
          </p:cNvPr>
          <p:cNvSpPr>
            <a:spLocks noChangeArrowheads="1"/>
          </p:cNvSpPr>
          <p:nvPr/>
        </p:nvSpPr>
        <p:spPr bwMode="auto">
          <a:xfrm>
            <a:off x="7529513" y="3384550"/>
            <a:ext cx="909637" cy="1131888"/>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6">
            <a:extLst>
              <a:ext uri="{FF2B5EF4-FFF2-40B4-BE49-F238E27FC236}">
                <a16:creationId xmlns:a16="http://schemas.microsoft.com/office/drawing/2014/main" xmlns="" id="{34D7C0CC-2DA1-4D77-A0C7-0DE9177F6069}"/>
              </a:ext>
            </a:extLst>
          </p:cNvPr>
          <p:cNvSpPr>
            <a:spLocks noChangeArrowheads="1"/>
          </p:cNvSpPr>
          <p:nvPr/>
        </p:nvSpPr>
        <p:spPr bwMode="auto">
          <a:xfrm>
            <a:off x="8382000" y="3659188"/>
            <a:ext cx="1541463" cy="3683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50">
            <a:extLst>
              <a:ext uri="{FF2B5EF4-FFF2-40B4-BE49-F238E27FC236}">
                <a16:creationId xmlns:a16="http://schemas.microsoft.com/office/drawing/2014/main" xmlns="" id="{6D9A3AAD-6D8A-45A0-AEFF-A8702CAC190D}"/>
              </a:ext>
            </a:extLst>
          </p:cNvPr>
          <p:cNvSpPr>
            <a:spLocks noEditPoints="1" noChangeArrowheads="1"/>
          </p:cNvSpPr>
          <p:nvPr/>
        </p:nvSpPr>
        <p:spPr bwMode="auto">
          <a:xfrm>
            <a:off x="9444038" y="273843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1">
            <a:extLst>
              <a:ext uri="{FF2B5EF4-FFF2-40B4-BE49-F238E27FC236}">
                <a16:creationId xmlns:a16="http://schemas.microsoft.com/office/drawing/2014/main" xmlns="" id="{DC69D04C-0CA7-4D0E-8BE8-424D09A6A652}"/>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2">
            <a:extLst>
              <a:ext uri="{FF2B5EF4-FFF2-40B4-BE49-F238E27FC236}">
                <a16:creationId xmlns:a16="http://schemas.microsoft.com/office/drawing/2014/main" xmlns="" id="{49345F0D-FBD5-450B-8D59-13A91F51CC89}"/>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3">
            <a:extLst>
              <a:ext uri="{FF2B5EF4-FFF2-40B4-BE49-F238E27FC236}">
                <a16:creationId xmlns:a16="http://schemas.microsoft.com/office/drawing/2014/main" xmlns="" id="{CA10216E-F4D0-41F8-87EA-B91FA1586C51}"/>
              </a:ext>
            </a:extLst>
          </p:cNvPr>
          <p:cNvSpPr>
            <a:spLocks noEditPoints="1" noChangeArrowheads="1"/>
          </p:cNvSpPr>
          <p:nvPr/>
        </p:nvSpPr>
        <p:spPr bwMode="auto">
          <a:xfrm>
            <a:off x="9975850" y="3741738"/>
            <a:ext cx="436563" cy="155575"/>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7">
            <a:extLst>
              <a:ext uri="{FF2B5EF4-FFF2-40B4-BE49-F238E27FC236}">
                <a16:creationId xmlns:a16="http://schemas.microsoft.com/office/drawing/2014/main" xmlns="" id="{C47C0E1E-6B82-46D4-8A5F-4BDAA17D90F0}"/>
              </a:ext>
            </a:extLst>
          </p:cNvPr>
          <p:cNvSpPr>
            <a:spLocks noChangeArrowheads="1"/>
          </p:cNvSpPr>
          <p:nvPr/>
        </p:nvSpPr>
        <p:spPr bwMode="auto">
          <a:xfrm>
            <a:off x="9436100" y="2741613"/>
            <a:ext cx="3175"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8">
            <a:extLst>
              <a:ext uri="{FF2B5EF4-FFF2-40B4-BE49-F238E27FC236}">
                <a16:creationId xmlns:a16="http://schemas.microsoft.com/office/drawing/2014/main" xmlns="" id="{CD37B47C-BEF0-40D7-9A1B-A0D3212F0135}"/>
              </a:ext>
            </a:extLst>
          </p:cNvPr>
          <p:cNvSpPr>
            <a:spLocks noChangeArrowheads="1"/>
          </p:cNvSpPr>
          <p:nvPr/>
        </p:nvSpPr>
        <p:spPr bwMode="auto">
          <a:xfrm>
            <a:off x="9436100" y="2733675"/>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9">
            <a:extLst>
              <a:ext uri="{FF2B5EF4-FFF2-40B4-BE49-F238E27FC236}">
                <a16:creationId xmlns:a16="http://schemas.microsoft.com/office/drawing/2014/main" xmlns="" id="{843A9F59-04DE-4D8C-B2FC-5EA650D114D8}"/>
              </a:ext>
            </a:extLst>
          </p:cNvPr>
          <p:cNvSpPr>
            <a:spLocks noChangeArrowheads="1"/>
          </p:cNvSpPr>
          <p:nvPr/>
        </p:nvSpPr>
        <p:spPr bwMode="auto">
          <a:xfrm>
            <a:off x="9436100" y="2730500"/>
            <a:ext cx="992188" cy="1179513"/>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60">
            <a:extLst>
              <a:ext uri="{FF2B5EF4-FFF2-40B4-BE49-F238E27FC236}">
                <a16:creationId xmlns:a16="http://schemas.microsoft.com/office/drawing/2014/main" xmlns="" id="{F2F660B3-C66F-4069-8160-FA6D39A4AA9C}"/>
              </a:ext>
            </a:extLst>
          </p:cNvPr>
          <p:cNvSpPr>
            <a:spLocks noEditPoints="1" noChangeArrowheads="1"/>
          </p:cNvSpPr>
          <p:nvPr/>
        </p:nvSpPr>
        <p:spPr bwMode="auto">
          <a:xfrm>
            <a:off x="9436100" y="2738438"/>
            <a:ext cx="7938" cy="3175"/>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4">
            <a:extLst>
              <a:ext uri="{FF2B5EF4-FFF2-40B4-BE49-F238E27FC236}">
                <a16:creationId xmlns:a16="http://schemas.microsoft.com/office/drawing/2014/main" xmlns="" id="{5E578A77-50F6-40CA-9909-4C1F5999004D}"/>
              </a:ext>
            </a:extLst>
          </p:cNvPr>
          <p:cNvSpPr>
            <a:spLocks noEditPoints="1" noChangeArrowheads="1"/>
          </p:cNvSpPr>
          <p:nvPr/>
        </p:nvSpPr>
        <p:spPr bwMode="auto">
          <a:xfrm>
            <a:off x="9444038" y="2738438"/>
            <a:ext cx="968375" cy="11826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72">
            <a:extLst>
              <a:ext uri="{FF2B5EF4-FFF2-40B4-BE49-F238E27FC236}">
                <a16:creationId xmlns:a16="http://schemas.microsoft.com/office/drawing/2014/main" xmlns="" id="{EDCF4CBF-0E29-4753-912C-649CCE95C511}"/>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3">
            <a:extLst>
              <a:ext uri="{FF2B5EF4-FFF2-40B4-BE49-F238E27FC236}">
                <a16:creationId xmlns:a16="http://schemas.microsoft.com/office/drawing/2014/main" xmlns="" id="{0096B257-3E0B-4250-9C13-ACB89DE631ED}"/>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4">
            <a:extLst>
              <a:ext uri="{FF2B5EF4-FFF2-40B4-BE49-F238E27FC236}">
                <a16:creationId xmlns:a16="http://schemas.microsoft.com/office/drawing/2014/main" xmlns="" id="{FDF4A16E-FF3D-4B48-9CAC-B7245AA4972A}"/>
              </a:ext>
            </a:extLst>
          </p:cNvPr>
          <p:cNvSpPr>
            <a:spLocks noEditPoints="1" noChangeArrowheads="1"/>
          </p:cNvSpPr>
          <p:nvPr/>
        </p:nvSpPr>
        <p:spPr bwMode="auto">
          <a:xfrm>
            <a:off x="8743950" y="4452938"/>
            <a:ext cx="433388"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95">
            <a:extLst>
              <a:ext uri="{FF2B5EF4-FFF2-40B4-BE49-F238E27FC236}">
                <a16:creationId xmlns:a16="http://schemas.microsoft.com/office/drawing/2014/main" xmlns="" id="{0FF9BE0F-759D-4F7B-8EB1-E83813E2AAB6}"/>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6">
            <a:extLst>
              <a:ext uri="{FF2B5EF4-FFF2-40B4-BE49-F238E27FC236}">
                <a16:creationId xmlns:a16="http://schemas.microsoft.com/office/drawing/2014/main" xmlns="" id="{77BFB1EA-368C-448C-BEA7-F400B5541498}"/>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7">
            <a:extLst>
              <a:ext uri="{FF2B5EF4-FFF2-40B4-BE49-F238E27FC236}">
                <a16:creationId xmlns:a16="http://schemas.microsoft.com/office/drawing/2014/main" xmlns="" id="{37338B3D-4D3C-4BC3-90CC-D5ABCA8B829F}"/>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8">
            <a:extLst>
              <a:ext uri="{FF2B5EF4-FFF2-40B4-BE49-F238E27FC236}">
                <a16:creationId xmlns:a16="http://schemas.microsoft.com/office/drawing/2014/main" xmlns="" id="{D3BEFF67-5D01-46EE-805B-4DDEDA44AC62}"/>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68">
            <a:extLst>
              <a:ext uri="{FF2B5EF4-FFF2-40B4-BE49-F238E27FC236}">
                <a16:creationId xmlns:a16="http://schemas.microsoft.com/office/drawing/2014/main" xmlns="" id="{0B960C00-8AF9-4DB8-B225-2F0270499866}"/>
              </a:ext>
            </a:extLst>
          </p:cNvPr>
          <p:cNvSpPr>
            <a:spLocks noChangeArrowheads="1"/>
          </p:cNvSpPr>
          <p:nvPr/>
        </p:nvSpPr>
        <p:spPr bwMode="auto">
          <a:xfrm>
            <a:off x="8201025" y="3417888"/>
            <a:ext cx="1038225" cy="12207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9">
            <a:extLst>
              <a:ext uri="{FF2B5EF4-FFF2-40B4-BE49-F238E27FC236}">
                <a16:creationId xmlns:a16="http://schemas.microsoft.com/office/drawing/2014/main" xmlns="" id="{2D024091-F83B-4ED2-81D3-22C831574F85}"/>
              </a:ext>
            </a:extLst>
          </p:cNvPr>
          <p:cNvSpPr>
            <a:spLocks noEditPoints="1" noChangeArrowheads="1"/>
          </p:cNvSpPr>
          <p:nvPr/>
        </p:nvSpPr>
        <p:spPr bwMode="auto">
          <a:xfrm>
            <a:off x="8201025" y="3417888"/>
            <a:ext cx="1038225" cy="12207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70">
            <a:extLst>
              <a:ext uri="{FF2B5EF4-FFF2-40B4-BE49-F238E27FC236}">
                <a16:creationId xmlns:a16="http://schemas.microsoft.com/office/drawing/2014/main" xmlns="" id="{58AF1531-15EE-4560-B2CC-C0630DE3BC23}"/>
              </a:ext>
            </a:extLst>
          </p:cNvPr>
          <p:cNvSpPr>
            <a:spLocks noChangeArrowheads="1"/>
          </p:cNvSpPr>
          <p:nvPr/>
        </p:nvSpPr>
        <p:spPr bwMode="auto">
          <a:xfrm>
            <a:off x="8189913" y="3441700"/>
            <a:ext cx="987425"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1">
            <a:extLst>
              <a:ext uri="{FF2B5EF4-FFF2-40B4-BE49-F238E27FC236}">
                <a16:creationId xmlns:a16="http://schemas.microsoft.com/office/drawing/2014/main" xmlns="" id="{F2056664-D23D-4A4C-8F1C-18A44ADE438E}"/>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5">
            <a:extLst>
              <a:ext uri="{FF2B5EF4-FFF2-40B4-BE49-F238E27FC236}">
                <a16:creationId xmlns:a16="http://schemas.microsoft.com/office/drawing/2014/main" xmlns="" id="{F48EE775-7ED0-4436-BA2B-609D380BE4F1}"/>
              </a:ext>
            </a:extLst>
          </p:cNvPr>
          <p:cNvSpPr>
            <a:spLocks noChangeArrowheads="1"/>
          </p:cNvSpPr>
          <p:nvPr/>
        </p:nvSpPr>
        <p:spPr bwMode="auto">
          <a:xfrm>
            <a:off x="8175625" y="3460750"/>
            <a:ext cx="976313"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8">
            <a:extLst>
              <a:ext uri="{FF2B5EF4-FFF2-40B4-BE49-F238E27FC236}">
                <a16:creationId xmlns:a16="http://schemas.microsoft.com/office/drawing/2014/main" xmlns="" id="{58C5F8D6-C538-4720-9D50-DEB0732D622E}"/>
              </a:ext>
            </a:extLst>
          </p:cNvPr>
          <p:cNvSpPr>
            <a:spLocks noChangeArrowheads="1"/>
          </p:cNvSpPr>
          <p:nvPr/>
        </p:nvSpPr>
        <p:spPr bwMode="auto">
          <a:xfrm>
            <a:off x="8201025" y="3451225"/>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9">
            <a:extLst>
              <a:ext uri="{FF2B5EF4-FFF2-40B4-BE49-F238E27FC236}">
                <a16:creationId xmlns:a16="http://schemas.microsoft.com/office/drawing/2014/main" xmlns="" id="{6494ACA9-4F77-4F46-AEC6-70438F50D835}"/>
              </a:ext>
            </a:extLst>
          </p:cNvPr>
          <p:cNvSpPr>
            <a:spLocks noChangeArrowheads="1"/>
          </p:cNvSpPr>
          <p:nvPr/>
        </p:nvSpPr>
        <p:spPr bwMode="auto">
          <a:xfrm>
            <a:off x="8201025" y="3446463"/>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80">
            <a:extLst>
              <a:ext uri="{FF2B5EF4-FFF2-40B4-BE49-F238E27FC236}">
                <a16:creationId xmlns:a16="http://schemas.microsoft.com/office/drawing/2014/main" xmlns="" id="{92EB9724-3689-4D2F-958E-87C1632CB898}"/>
              </a:ext>
            </a:extLst>
          </p:cNvPr>
          <p:cNvSpPr>
            <a:spLocks noChangeArrowheads="1"/>
          </p:cNvSpPr>
          <p:nvPr/>
        </p:nvSpPr>
        <p:spPr bwMode="auto">
          <a:xfrm>
            <a:off x="8201025" y="3441700"/>
            <a:ext cx="995363"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1">
            <a:extLst>
              <a:ext uri="{FF2B5EF4-FFF2-40B4-BE49-F238E27FC236}">
                <a16:creationId xmlns:a16="http://schemas.microsoft.com/office/drawing/2014/main" xmlns="" id="{26E331AE-1E17-4526-865B-45995F2A04B8}"/>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Rectangle 182">
            <a:extLst>
              <a:ext uri="{FF2B5EF4-FFF2-40B4-BE49-F238E27FC236}">
                <a16:creationId xmlns:a16="http://schemas.microsoft.com/office/drawing/2014/main" xmlns="" id="{79BA8D2E-D375-4FC4-A7EF-8367FC4F9EF2}"/>
              </a:ext>
            </a:extLst>
          </p:cNvPr>
          <p:cNvSpPr>
            <a:spLocks noChangeArrowheads="1"/>
          </p:cNvSpPr>
          <p:nvPr/>
        </p:nvSpPr>
        <p:spPr bwMode="auto">
          <a:xfrm>
            <a:off x="8201025" y="3455988"/>
            <a:ext cx="1588"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4" name="Freeform 183">
            <a:extLst>
              <a:ext uri="{FF2B5EF4-FFF2-40B4-BE49-F238E27FC236}">
                <a16:creationId xmlns:a16="http://schemas.microsoft.com/office/drawing/2014/main" xmlns="" id="{5E30F9DC-C719-47DA-A7D0-6E14FF66FFD9}"/>
              </a:ext>
            </a:extLst>
          </p:cNvPr>
          <p:cNvSpPr>
            <a:spLocks noChangeArrowheads="1"/>
          </p:cNvSpPr>
          <p:nvPr/>
        </p:nvSpPr>
        <p:spPr bwMode="auto">
          <a:xfrm>
            <a:off x="8201025" y="345598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Freeform 186">
            <a:extLst>
              <a:ext uri="{FF2B5EF4-FFF2-40B4-BE49-F238E27FC236}">
                <a16:creationId xmlns:a16="http://schemas.microsoft.com/office/drawing/2014/main" xmlns="" id="{6C437F70-D115-4E2C-AD55-6A1B2801BB99}"/>
              </a:ext>
            </a:extLst>
          </p:cNvPr>
          <p:cNvSpPr>
            <a:spLocks noChangeArrowheads="1"/>
          </p:cNvSpPr>
          <p:nvPr/>
        </p:nvSpPr>
        <p:spPr bwMode="auto">
          <a:xfrm>
            <a:off x="8208963" y="3446463"/>
            <a:ext cx="984250" cy="11890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7">
            <a:extLst>
              <a:ext uri="{FF2B5EF4-FFF2-40B4-BE49-F238E27FC236}">
                <a16:creationId xmlns:a16="http://schemas.microsoft.com/office/drawing/2014/main" xmlns="" id="{64B5063B-6199-4326-ACC8-95137C45B6A3}"/>
              </a:ext>
            </a:extLst>
          </p:cNvPr>
          <p:cNvSpPr>
            <a:spLocks noEditPoints="1" noChangeArrowheads="1"/>
          </p:cNvSpPr>
          <p:nvPr/>
        </p:nvSpPr>
        <p:spPr bwMode="auto">
          <a:xfrm>
            <a:off x="8208963" y="3451225"/>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209">
            <a:extLst>
              <a:ext uri="{FF2B5EF4-FFF2-40B4-BE49-F238E27FC236}">
                <a16:creationId xmlns:a16="http://schemas.microsoft.com/office/drawing/2014/main" xmlns="" id="{1ED1DD6C-3E4B-408C-BD16-030FDA879F28}"/>
              </a:ext>
            </a:extLst>
          </p:cNvPr>
          <p:cNvSpPr>
            <a:spLocks noEditPoints="1" noChangeArrowheads="1"/>
          </p:cNvSpPr>
          <p:nvPr/>
        </p:nvSpPr>
        <p:spPr bwMode="auto">
          <a:xfrm>
            <a:off x="8923338" y="3463925"/>
            <a:ext cx="15875" cy="26988"/>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17">
            <a:extLst>
              <a:ext uri="{FF2B5EF4-FFF2-40B4-BE49-F238E27FC236}">
                <a16:creationId xmlns:a16="http://schemas.microsoft.com/office/drawing/2014/main" xmlns="" id="{C1687EDF-7A9B-4F2D-A05B-AD10A5C5BAEE}"/>
              </a:ext>
            </a:extLst>
          </p:cNvPr>
          <p:cNvSpPr>
            <a:spLocks noChangeArrowheads="1"/>
          </p:cNvSpPr>
          <p:nvPr/>
        </p:nvSpPr>
        <p:spPr bwMode="auto">
          <a:xfrm>
            <a:off x="8231188" y="2722563"/>
            <a:ext cx="122237" cy="179387"/>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8">
            <a:extLst>
              <a:ext uri="{FF2B5EF4-FFF2-40B4-BE49-F238E27FC236}">
                <a16:creationId xmlns:a16="http://schemas.microsoft.com/office/drawing/2014/main" xmlns="" id="{72D2F478-4CDD-4028-AD16-9A931BF1D2B4}"/>
              </a:ext>
            </a:extLst>
          </p:cNvPr>
          <p:cNvSpPr>
            <a:spLocks noChangeArrowheads="1"/>
          </p:cNvSpPr>
          <p:nvPr/>
        </p:nvSpPr>
        <p:spPr bwMode="auto">
          <a:xfrm>
            <a:off x="8382000" y="2806700"/>
            <a:ext cx="122238" cy="18573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9">
            <a:extLst>
              <a:ext uri="{FF2B5EF4-FFF2-40B4-BE49-F238E27FC236}">
                <a16:creationId xmlns:a16="http://schemas.microsoft.com/office/drawing/2014/main" xmlns="" id="{18008606-BD32-46B2-BCD2-F0BBB4821A75}"/>
              </a:ext>
            </a:extLst>
          </p:cNvPr>
          <p:cNvSpPr>
            <a:spLocks noChangeArrowheads="1"/>
          </p:cNvSpPr>
          <p:nvPr/>
        </p:nvSpPr>
        <p:spPr bwMode="auto">
          <a:xfrm>
            <a:off x="8531225" y="2894013"/>
            <a:ext cx="122238" cy="18573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1" name="组合 207">
            <a:extLst>
              <a:ext uri="{FF2B5EF4-FFF2-40B4-BE49-F238E27FC236}">
                <a16:creationId xmlns:a16="http://schemas.microsoft.com/office/drawing/2014/main" xmlns="" id="{2112BA41-5450-4091-A7EC-1F09CA708324}"/>
              </a:ext>
            </a:extLst>
          </p:cNvPr>
          <p:cNvGrpSpPr>
            <a:grpSpLocks/>
          </p:cNvGrpSpPr>
          <p:nvPr/>
        </p:nvGrpSpPr>
        <p:grpSpPr bwMode="auto">
          <a:xfrm>
            <a:off x="9423400" y="2714625"/>
            <a:ext cx="1063625" cy="1231900"/>
            <a:chOff x="5332731" y="3343275"/>
            <a:chExt cx="855345" cy="992188"/>
          </a:xfrm>
        </p:grpSpPr>
        <p:sp>
          <p:nvSpPr>
            <p:cNvPr id="92" name="Freeform 168">
              <a:extLst>
                <a:ext uri="{FF2B5EF4-FFF2-40B4-BE49-F238E27FC236}">
                  <a16:creationId xmlns:a16="http://schemas.microsoft.com/office/drawing/2014/main" xmlns="" id="{D28C4D78-91DA-4AB5-9C87-639CA27589A4}"/>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9">
              <a:extLst>
                <a:ext uri="{FF2B5EF4-FFF2-40B4-BE49-F238E27FC236}">
                  <a16:creationId xmlns:a16="http://schemas.microsoft.com/office/drawing/2014/main" xmlns="" id="{B5DD6C6C-1837-44F6-B91C-8302D2A5BA31}"/>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70">
              <a:extLst>
                <a:ext uri="{FF2B5EF4-FFF2-40B4-BE49-F238E27FC236}">
                  <a16:creationId xmlns:a16="http://schemas.microsoft.com/office/drawing/2014/main" xmlns="" id="{C2584B54-CC5F-4A5F-AE67-36D93EA5C3F8}"/>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1">
              <a:extLst>
                <a:ext uri="{FF2B5EF4-FFF2-40B4-BE49-F238E27FC236}">
                  <a16:creationId xmlns:a16="http://schemas.microsoft.com/office/drawing/2014/main" xmlns="" id="{F1AA8B4F-F6C0-440C-8404-C4E151FFC422}"/>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5">
              <a:extLst>
                <a:ext uri="{FF2B5EF4-FFF2-40B4-BE49-F238E27FC236}">
                  <a16:creationId xmlns:a16="http://schemas.microsoft.com/office/drawing/2014/main" xmlns="" id="{B7125E28-3A03-48AB-B669-5A45B780DA09}"/>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8">
              <a:extLst>
                <a:ext uri="{FF2B5EF4-FFF2-40B4-BE49-F238E27FC236}">
                  <a16:creationId xmlns:a16="http://schemas.microsoft.com/office/drawing/2014/main" xmlns="" id="{1A3E7CB4-3981-4480-9237-99C0C5988C6B}"/>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9">
              <a:extLst>
                <a:ext uri="{FF2B5EF4-FFF2-40B4-BE49-F238E27FC236}">
                  <a16:creationId xmlns:a16="http://schemas.microsoft.com/office/drawing/2014/main" xmlns="" id="{E62C92E3-A523-4D2C-A019-6D03F903B6BB}"/>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80">
              <a:extLst>
                <a:ext uri="{FF2B5EF4-FFF2-40B4-BE49-F238E27FC236}">
                  <a16:creationId xmlns:a16="http://schemas.microsoft.com/office/drawing/2014/main" xmlns="" id="{032D310C-E207-4135-ADD4-AF998E37935B}"/>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1">
              <a:extLst>
                <a:ext uri="{FF2B5EF4-FFF2-40B4-BE49-F238E27FC236}">
                  <a16:creationId xmlns:a16="http://schemas.microsoft.com/office/drawing/2014/main" xmlns="" id="{5579F719-BED4-4738-ABCA-48A4311880F7}"/>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Rectangle 182">
              <a:extLst>
                <a:ext uri="{FF2B5EF4-FFF2-40B4-BE49-F238E27FC236}">
                  <a16:creationId xmlns:a16="http://schemas.microsoft.com/office/drawing/2014/main" xmlns="" id="{86EA70A5-FAAF-41F2-A551-65F490A76416}"/>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 name="Freeform 183">
              <a:extLst>
                <a:ext uri="{FF2B5EF4-FFF2-40B4-BE49-F238E27FC236}">
                  <a16:creationId xmlns:a16="http://schemas.microsoft.com/office/drawing/2014/main" xmlns="" id="{1AD9D5C3-FC81-4BEA-8F62-36932FCF3E54}"/>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 name="Freeform 186">
              <a:extLst>
                <a:ext uri="{FF2B5EF4-FFF2-40B4-BE49-F238E27FC236}">
                  <a16:creationId xmlns:a16="http://schemas.microsoft.com/office/drawing/2014/main" xmlns="" id="{36294BE5-D9C4-4EAB-BE9B-E8FF7D3BFA52}"/>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7">
              <a:extLst>
                <a:ext uri="{FF2B5EF4-FFF2-40B4-BE49-F238E27FC236}">
                  <a16:creationId xmlns:a16="http://schemas.microsoft.com/office/drawing/2014/main" xmlns="" id="{CA21D5A8-FBA6-418E-8DC7-8B926B9B0B04}"/>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209">
              <a:extLst>
                <a:ext uri="{FF2B5EF4-FFF2-40B4-BE49-F238E27FC236}">
                  <a16:creationId xmlns:a16="http://schemas.microsoft.com/office/drawing/2014/main" xmlns="" id="{BE8E7A51-1B94-46EA-ACEA-4B178E9EE24B}"/>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6" name="Freeform 168">
            <a:extLst>
              <a:ext uri="{FF2B5EF4-FFF2-40B4-BE49-F238E27FC236}">
                <a16:creationId xmlns:a16="http://schemas.microsoft.com/office/drawing/2014/main" xmlns="" id="{8BD3E2AD-B03D-4FDE-83C2-16AA9BF21B5D}"/>
              </a:ext>
            </a:extLst>
          </p:cNvPr>
          <p:cNvSpPr>
            <a:spLocks noChangeArrowheads="1"/>
          </p:cNvSpPr>
          <p:nvPr/>
        </p:nvSpPr>
        <p:spPr bwMode="auto">
          <a:xfrm>
            <a:off x="7970838" y="2276475"/>
            <a:ext cx="1036637" cy="1220788"/>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9">
            <a:extLst>
              <a:ext uri="{FF2B5EF4-FFF2-40B4-BE49-F238E27FC236}">
                <a16:creationId xmlns:a16="http://schemas.microsoft.com/office/drawing/2014/main" xmlns="" id="{67ED112B-E648-428C-8FF4-12B3CC9B554D}"/>
              </a:ext>
            </a:extLst>
          </p:cNvPr>
          <p:cNvSpPr>
            <a:spLocks noEditPoints="1" noChangeArrowheads="1"/>
          </p:cNvSpPr>
          <p:nvPr/>
        </p:nvSpPr>
        <p:spPr bwMode="auto">
          <a:xfrm>
            <a:off x="7970838" y="2276475"/>
            <a:ext cx="1036637" cy="1220788"/>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70">
            <a:extLst>
              <a:ext uri="{FF2B5EF4-FFF2-40B4-BE49-F238E27FC236}">
                <a16:creationId xmlns:a16="http://schemas.microsoft.com/office/drawing/2014/main" xmlns="" id="{FEA53336-BAF1-480B-A7FB-594F99D60E7B}"/>
              </a:ext>
            </a:extLst>
          </p:cNvPr>
          <p:cNvSpPr>
            <a:spLocks noChangeArrowheads="1"/>
          </p:cNvSpPr>
          <p:nvPr/>
        </p:nvSpPr>
        <p:spPr bwMode="auto">
          <a:xfrm>
            <a:off x="7958138" y="2300288"/>
            <a:ext cx="989012"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1">
            <a:extLst>
              <a:ext uri="{FF2B5EF4-FFF2-40B4-BE49-F238E27FC236}">
                <a16:creationId xmlns:a16="http://schemas.microsoft.com/office/drawing/2014/main" xmlns="" id="{3ECB9440-F5F1-4174-ACC8-4212F5F4FF0F}"/>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5">
            <a:extLst>
              <a:ext uri="{FF2B5EF4-FFF2-40B4-BE49-F238E27FC236}">
                <a16:creationId xmlns:a16="http://schemas.microsoft.com/office/drawing/2014/main" xmlns="" id="{F133A2C5-3374-497A-8DAE-8E9B4405E46E}"/>
              </a:ext>
            </a:extLst>
          </p:cNvPr>
          <p:cNvSpPr>
            <a:spLocks noChangeArrowheads="1"/>
          </p:cNvSpPr>
          <p:nvPr/>
        </p:nvSpPr>
        <p:spPr bwMode="auto">
          <a:xfrm>
            <a:off x="7945438" y="2319338"/>
            <a:ext cx="976312"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8">
            <a:extLst>
              <a:ext uri="{FF2B5EF4-FFF2-40B4-BE49-F238E27FC236}">
                <a16:creationId xmlns:a16="http://schemas.microsoft.com/office/drawing/2014/main" xmlns="" id="{5CB13AD1-93F1-48BF-8F17-5EB3AE38FE78}"/>
              </a:ext>
            </a:extLst>
          </p:cNvPr>
          <p:cNvSpPr>
            <a:spLocks noChangeArrowheads="1"/>
          </p:cNvSpPr>
          <p:nvPr/>
        </p:nvSpPr>
        <p:spPr bwMode="auto">
          <a:xfrm>
            <a:off x="7970838" y="2309813"/>
            <a:ext cx="3175"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9">
            <a:extLst>
              <a:ext uri="{FF2B5EF4-FFF2-40B4-BE49-F238E27FC236}">
                <a16:creationId xmlns:a16="http://schemas.microsoft.com/office/drawing/2014/main" xmlns="" id="{B542772D-790A-4084-8152-4D470C6CF24F}"/>
              </a:ext>
            </a:extLst>
          </p:cNvPr>
          <p:cNvSpPr>
            <a:spLocks noChangeArrowheads="1"/>
          </p:cNvSpPr>
          <p:nvPr/>
        </p:nvSpPr>
        <p:spPr bwMode="auto">
          <a:xfrm>
            <a:off x="7970838" y="2305050"/>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80">
            <a:extLst>
              <a:ext uri="{FF2B5EF4-FFF2-40B4-BE49-F238E27FC236}">
                <a16:creationId xmlns:a16="http://schemas.microsoft.com/office/drawing/2014/main" xmlns="" id="{07638C50-1674-4D53-9F8A-2068BD384951}"/>
              </a:ext>
            </a:extLst>
          </p:cNvPr>
          <p:cNvSpPr>
            <a:spLocks noChangeArrowheads="1"/>
          </p:cNvSpPr>
          <p:nvPr/>
        </p:nvSpPr>
        <p:spPr bwMode="auto">
          <a:xfrm>
            <a:off x="7970838" y="2300288"/>
            <a:ext cx="995362"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1">
            <a:extLst>
              <a:ext uri="{FF2B5EF4-FFF2-40B4-BE49-F238E27FC236}">
                <a16:creationId xmlns:a16="http://schemas.microsoft.com/office/drawing/2014/main" xmlns="" id="{AD7E9935-1058-4CBB-9CC0-9FC49B000E01}"/>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Rectangle 182">
            <a:extLst>
              <a:ext uri="{FF2B5EF4-FFF2-40B4-BE49-F238E27FC236}">
                <a16:creationId xmlns:a16="http://schemas.microsoft.com/office/drawing/2014/main" xmlns="" id="{35CF0C0D-BD1C-4F0C-8A49-508DC077AE63}"/>
              </a:ext>
            </a:extLst>
          </p:cNvPr>
          <p:cNvSpPr>
            <a:spLocks noChangeArrowheads="1"/>
          </p:cNvSpPr>
          <p:nvPr/>
        </p:nvSpPr>
        <p:spPr bwMode="auto">
          <a:xfrm>
            <a:off x="7970838" y="2314575"/>
            <a:ext cx="1587"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6" name="Freeform 183">
            <a:extLst>
              <a:ext uri="{FF2B5EF4-FFF2-40B4-BE49-F238E27FC236}">
                <a16:creationId xmlns:a16="http://schemas.microsoft.com/office/drawing/2014/main" xmlns="" id="{5092FAE1-A83A-48AD-B078-4A5847376C6E}"/>
              </a:ext>
            </a:extLst>
          </p:cNvPr>
          <p:cNvSpPr>
            <a:spLocks noChangeArrowheads="1"/>
          </p:cNvSpPr>
          <p:nvPr/>
        </p:nvSpPr>
        <p:spPr bwMode="auto">
          <a:xfrm>
            <a:off x="7970838" y="23145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7" name="Freeform 186">
            <a:extLst>
              <a:ext uri="{FF2B5EF4-FFF2-40B4-BE49-F238E27FC236}">
                <a16:creationId xmlns:a16="http://schemas.microsoft.com/office/drawing/2014/main" xmlns="" id="{2FE2FBF3-8C57-434A-8D44-A919843F2EA7}"/>
              </a:ext>
            </a:extLst>
          </p:cNvPr>
          <p:cNvSpPr>
            <a:spLocks noChangeArrowheads="1"/>
          </p:cNvSpPr>
          <p:nvPr/>
        </p:nvSpPr>
        <p:spPr bwMode="auto">
          <a:xfrm>
            <a:off x="7978775" y="2305050"/>
            <a:ext cx="984250" cy="11890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7">
            <a:extLst>
              <a:ext uri="{FF2B5EF4-FFF2-40B4-BE49-F238E27FC236}">
                <a16:creationId xmlns:a16="http://schemas.microsoft.com/office/drawing/2014/main" xmlns="" id="{2C6B7A3C-415D-4C97-BC34-CF95A4F8A1B8}"/>
              </a:ext>
            </a:extLst>
          </p:cNvPr>
          <p:cNvSpPr>
            <a:spLocks noEditPoints="1" noChangeArrowheads="1"/>
          </p:cNvSpPr>
          <p:nvPr/>
        </p:nvSpPr>
        <p:spPr bwMode="auto">
          <a:xfrm>
            <a:off x="7978775" y="2309813"/>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209">
            <a:extLst>
              <a:ext uri="{FF2B5EF4-FFF2-40B4-BE49-F238E27FC236}">
                <a16:creationId xmlns:a16="http://schemas.microsoft.com/office/drawing/2014/main" xmlns="" id="{D44F4783-C5E3-43E6-8287-BBFE6E41C05A}"/>
              </a:ext>
            </a:extLst>
          </p:cNvPr>
          <p:cNvSpPr>
            <a:spLocks noEditPoints="1" noChangeArrowheads="1"/>
          </p:cNvSpPr>
          <p:nvPr/>
        </p:nvSpPr>
        <p:spPr bwMode="auto">
          <a:xfrm>
            <a:off x="8691563" y="2322513"/>
            <a:ext cx="15875" cy="26987"/>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increasing-stocks-graphic_38888">
            <a:extLst>
              <a:ext uri="{FF2B5EF4-FFF2-40B4-BE49-F238E27FC236}">
                <a16:creationId xmlns:a16="http://schemas.microsoft.com/office/drawing/2014/main" xmlns="" id="{D8C230C7-6C52-4527-98C1-B1C8AA3BB90A}"/>
              </a:ext>
            </a:extLst>
          </p:cNvPr>
          <p:cNvSpPr>
            <a:spLocks noChangeAspect="1" noChangeArrowheads="1"/>
          </p:cNvSpPr>
          <p:nvPr userDrawn="1"/>
        </p:nvSpPr>
        <p:spPr bwMode="auto">
          <a:xfrm>
            <a:off x="9758363" y="3179763"/>
            <a:ext cx="315912" cy="31115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a16="http://schemas.microsoft.com/office/drawing/2014/main" xmlns="" id="{F4725360-A1ED-44FC-8D4E-5B008C3C555A}"/>
              </a:ext>
            </a:extLst>
          </p:cNvPr>
          <p:cNvSpPr>
            <a:spLocks noChangeArrowheads="1"/>
          </p:cNvSpPr>
          <p:nvPr userDrawn="1"/>
        </p:nvSpPr>
        <p:spPr bwMode="auto">
          <a:xfrm>
            <a:off x="8369300" y="3846513"/>
            <a:ext cx="544513" cy="377825"/>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a16="http://schemas.microsoft.com/office/drawing/2014/main" xmlns="" id="{1353EC8B-61D1-4F8C-BEDB-A596757A5A88}"/>
              </a:ext>
            </a:extLst>
          </p:cNvPr>
          <p:cNvSpPr/>
          <p:nvPr userDrawn="1"/>
        </p:nvSpPr>
        <p:spPr bwMode="auto">
          <a:xfrm>
            <a:off x="8234363" y="2692400"/>
            <a:ext cx="347662" cy="4016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20" name="标题 1"/>
          <p:cNvSpPr>
            <a:spLocks noGrp="1"/>
          </p:cNvSpPr>
          <p:nvPr userDrawn="1">
            <p:ph type="title" hasCustomPrompt="1"/>
          </p:nvPr>
        </p:nvSpPr>
        <p:spPr>
          <a:xfrm>
            <a:off x="1344680" y="1738313"/>
            <a:ext cx="5419185" cy="1988965"/>
          </a:xfrm>
        </p:spPr>
        <p:txBody>
          <a:bodyPr>
            <a:noAutofit/>
          </a:bodyPr>
          <a:lstStyle>
            <a:lvl1pPr algn="l">
              <a:defRPr sz="11500" b="1">
                <a:solidFill>
                  <a:schemeClr val="bg1"/>
                </a:solidFill>
                <a:latin typeface="+mn-lt"/>
                <a:cs typeface="Ebrima" panose="02000000000000000000" pitchFamily="2" charset="0"/>
              </a:defRPr>
            </a:lvl1pPr>
          </a:lstStyle>
          <a:p>
            <a:r>
              <a:rPr lang="en-US" altLang="zh-CN" noProof="1"/>
              <a:t>/</a:t>
            </a:r>
            <a:endParaRPr lang="zh-CN" altLang="en-US" noProof="1"/>
          </a:p>
        </p:txBody>
      </p:sp>
      <p:sp>
        <p:nvSpPr>
          <p:cNvPr id="21" name="文本占位符 2"/>
          <p:cNvSpPr>
            <a:spLocks noGrp="1"/>
          </p:cNvSpPr>
          <p:nvPr userDrawn="1">
            <p:ph type="body" idx="1" hasCustomPrompt="1"/>
          </p:nvPr>
        </p:nvSpPr>
        <p:spPr>
          <a:xfrm>
            <a:off x="1345796" y="3727279"/>
            <a:ext cx="5419185" cy="535160"/>
          </a:xfrm>
        </p:spPr>
        <p:txBody>
          <a:bodyPr anchor="ctr" anchorCtr="0">
            <a:normAutofit/>
          </a:bodyPr>
          <a:lstStyle>
            <a:lvl1pPr marL="0" indent="0" algn="l">
              <a:lnSpc>
                <a:spcPct val="100000"/>
              </a:lnSpc>
              <a:buNone/>
              <a:defRPr sz="2800">
                <a:solidFill>
                  <a:schemeClr val="bg1"/>
                </a:solidFill>
                <a:latin typeface="Arial" panose="020B0604020202020204" pitchFamily="34" charset="0"/>
                <a:ea typeface="微软雅黑" panose="020B0503020204020204" pitchFamily="34" charset="-122"/>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1"/>
              <a:t>Edit Master text </a:t>
            </a:r>
          </a:p>
        </p:txBody>
      </p:sp>
    </p:spTree>
    <p:extLst>
      <p:ext uri="{BB962C8B-B14F-4D97-AF65-F5344CB8AC3E}">
        <p14:creationId xmlns:p14="http://schemas.microsoft.com/office/powerpoint/2010/main" val="148751716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cxnSp>
        <p:nvCxnSpPr>
          <p:cNvPr id="4" name="直接连接符 6">
            <a:extLst>
              <a:ext uri="{FF2B5EF4-FFF2-40B4-BE49-F238E27FC236}">
                <a16:creationId xmlns:a16="http://schemas.microsoft.com/office/drawing/2014/main" xmlns="" id="{C25790C4-96E7-47B2-98D9-A90442BA1067}"/>
              </a:ext>
            </a:extLst>
          </p:cNvPr>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标题 5"/>
          <p:cNvSpPr>
            <a:spLocks noGrp="1"/>
          </p:cNvSpPr>
          <p:nvPr>
            <p:ph type="title"/>
          </p:nvPr>
        </p:nvSpPr>
        <p:spPr>
          <a:xfrm>
            <a:off x="669925" y="0"/>
            <a:ext cx="10850563" cy="925506"/>
          </a:xfrm>
        </p:spPr>
        <p:txBody>
          <a:bodyPr/>
          <a:lstStyle>
            <a:lvl1pPr>
              <a:defRPr/>
            </a:lvl1pPr>
          </a:lstStyle>
          <a:p>
            <a:r>
              <a:rPr lang="zh-CN" altLang="en-US" noProof="1" smtClean="0"/>
              <a:t>单击此处编辑母版标题样式</a:t>
            </a:r>
            <a:endParaRPr lang="zh-CN" altLang="en-US" noProof="1"/>
          </a:p>
        </p:txBody>
      </p:sp>
      <p:sp>
        <p:nvSpPr>
          <p:cNvPr id="8" name="内容占位符 7"/>
          <p:cNvSpPr>
            <a:spLocks noGrp="1"/>
          </p:cNvSpPr>
          <p:nvPr>
            <p:ph sz="quarter" idx="13"/>
          </p:nvPr>
        </p:nvSpPr>
        <p:spPr>
          <a:xfrm>
            <a:off x="669925" y="1130299"/>
            <a:ext cx="10850563" cy="5006975"/>
          </a:xfrm>
        </p:spPr>
        <p:txBody>
          <a:bodyPr/>
          <a:lstStyle>
            <a:lvl1pPr>
              <a:lnSpc>
                <a:spcPct val="125000"/>
              </a:lnSpc>
              <a:defRPr/>
            </a:lvl1pPr>
            <a:lvl2pPr>
              <a:lnSpc>
                <a:spcPct val="125000"/>
              </a:lnSpc>
              <a:defRPr/>
            </a:lvl2pPr>
            <a:lvl3pPr>
              <a:lnSpc>
                <a:spcPct val="125000"/>
              </a:lnSpc>
              <a:defRPr/>
            </a:lvl3pPr>
            <a:lvl4pPr>
              <a:lnSpc>
                <a:spcPct val="125000"/>
              </a:lnSpc>
              <a:defRPr/>
            </a:lvl4pPr>
            <a:lvl5pPr>
              <a:lnSpc>
                <a:spcPct val="125000"/>
              </a:lnSpc>
              <a:defRPr/>
            </a:lvl5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pic>
        <p:nvPicPr>
          <p:cNvPr id="10" name="图片 9">
            <a:extLst>
              <a:ext uri="{FF2B5EF4-FFF2-40B4-BE49-F238E27FC236}">
                <a16:creationId xmlns:a16="http://schemas.microsoft.com/office/drawing/2014/main" xmlns="" id="{B8B0DF5E-9061-4720-BB71-23728B49664F}"/>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12" name="文本框 11">
            <a:extLst>
              <a:ext uri="{FF2B5EF4-FFF2-40B4-BE49-F238E27FC236}">
                <a16:creationId xmlns:a16="http://schemas.microsoft.com/office/drawing/2014/main" xmlns="" id="{4327E7CB-9CE1-4AAA-9E8A-00EA35CC9C0E}"/>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85167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noProof="1" smtClean="0"/>
              <a:t>单击此处编辑母版标题样式</a:t>
            </a:r>
            <a:endParaRPr lang="en-US" noProof="1"/>
          </a:p>
        </p:txBody>
      </p:sp>
      <p:pic>
        <p:nvPicPr>
          <p:cNvPr id="6" name="图片 5">
            <a:extLst>
              <a:ext uri="{FF2B5EF4-FFF2-40B4-BE49-F238E27FC236}">
                <a16:creationId xmlns:a16="http://schemas.microsoft.com/office/drawing/2014/main" xmlns="" id="{4527C82D-DABD-4BD3-B32A-CD466225A13C}"/>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7" name="文本框 6">
            <a:extLst>
              <a:ext uri="{FF2B5EF4-FFF2-40B4-BE49-F238E27FC236}">
                <a16:creationId xmlns:a16="http://schemas.microsoft.com/office/drawing/2014/main" xmlns="" id="{746CFBB3-E2A4-40C3-AD1B-E27C29BCDC02}"/>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9805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8215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xmlns="" id="{28FE39CA-7A54-4DA1-8DEC-2036FEF5582D}"/>
              </a:ext>
            </a:extLst>
          </p:cNvPr>
          <p:cNvGrpSpPr>
            <a:grpSpLocks/>
          </p:cNvGrpSpPr>
          <p:nvPr userDrawn="1"/>
        </p:nvGrpSpPr>
        <p:grpSpPr bwMode="auto">
          <a:xfrm>
            <a:off x="714375" y="1387475"/>
            <a:ext cx="2623140" cy="4247516"/>
            <a:chOff x="757282" y="1700808"/>
            <a:chExt cx="2623129" cy="4248096"/>
          </a:xfrm>
        </p:grpSpPr>
        <p:grpSp>
          <p:nvGrpSpPr>
            <p:cNvPr id="3" name="2b751056-6b97-492c-b763-340acee7e99d"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a:extLst>
                <a:ext uri="{FF2B5EF4-FFF2-40B4-BE49-F238E27FC236}">
                  <a16:creationId xmlns:a16="http://schemas.microsoft.com/office/drawing/2014/main" xmlns="" id="{689D706B-B801-4A7E-97C0-CED7C9C74897}"/>
                </a:ext>
              </a:extLst>
            </p:cNvPr>
            <p:cNvGrpSpPr>
              <a:grpSpLocks noChangeAspect="1"/>
            </p:cNvGrpSpPr>
            <p:nvPr/>
          </p:nvGrpSpPr>
          <p:grpSpPr bwMode="auto">
            <a:xfrm>
              <a:off x="757282" y="1700808"/>
              <a:ext cx="2623129" cy="4248096"/>
              <a:chOff x="1175743" y="1700808"/>
              <a:chExt cx="2521145" cy="4248096"/>
            </a:xfrm>
          </p:grpSpPr>
          <p:cxnSp>
            <p:nvCxnSpPr>
              <p:cNvPr id="6" name="直接连接符 5">
                <a:extLst>
                  <a:ext uri="{FF2B5EF4-FFF2-40B4-BE49-F238E27FC236}">
                    <a16:creationId xmlns:a16="http://schemas.microsoft.com/office/drawing/2014/main" xmlns="" id="{14B68020-A78B-4674-A4EC-9191CDE850BD}"/>
                  </a:ext>
                </a:extLst>
              </p:cNvPr>
              <p:cNvCxnSpPr>
                <a:cxnSpLocks noChangeShapeType="1"/>
              </p:cNvCxnSpPr>
              <p:nvPr/>
            </p:nvCxnSpPr>
            <p:spPr bwMode="auto">
              <a:xfrm>
                <a:off x="3696888" y="1780800"/>
                <a:ext cx="0" cy="4168104"/>
              </a:xfrm>
              <a:prstGeom prst="line">
                <a:avLst/>
              </a:prstGeom>
              <a:noFill/>
              <a:ln w="3175">
                <a:solidFill>
                  <a:srgbClr val="BFBFBF"/>
                </a:solidFill>
                <a:round/>
                <a:headEnd/>
                <a:tailEnd/>
              </a:ln>
              <a:extLst>
                <a:ext uri="{909E8E84-426E-40DD-AFC4-6F175D3DCCD1}">
                  <a14:hiddenFill xmlns:a14="http://schemas.microsoft.com/office/drawing/2010/main">
                    <a:noFill/>
                  </a14:hiddenFill>
                </a:ext>
              </a:extLst>
            </p:spPr>
          </p:cxnSp>
          <p:sp>
            <p:nvSpPr>
              <p:cNvPr id="7" name="išľïḋé">
                <a:extLst>
                  <a:ext uri="{FF2B5EF4-FFF2-40B4-BE49-F238E27FC236}">
                    <a16:creationId xmlns:a16="http://schemas.microsoft.com/office/drawing/2014/main" xmlns="" id="{94D24CD7-7253-45D8-843B-80B2009F33E3}"/>
                  </a:ext>
                </a:extLst>
              </p:cNvPr>
              <p:cNvSpPr txBox="1">
                <a:spLocks noChangeArrowheads="1"/>
              </p:cNvSpPr>
              <p:nvPr/>
            </p:nvSpPr>
            <p:spPr bwMode="auto">
              <a:xfrm>
                <a:off x="1175743" y="1700808"/>
                <a:ext cx="2521108" cy="5232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tr-TR" altLang="zh-CN" sz="2800" b="1" dirty="0">
                    <a:solidFill>
                      <a:schemeClr val="accent1"/>
                    </a:solidFill>
                    <a:sym typeface="Arial" panose="020B0604020202020204" pitchFamily="34" charset="0"/>
                  </a:rPr>
                  <a:t>C</a:t>
                </a:r>
                <a:r>
                  <a:rPr lang="tr-TR" altLang="zh-CN" sz="100" b="1" dirty="0">
                    <a:solidFill>
                      <a:schemeClr val="accent1"/>
                    </a:solidFill>
                    <a:sym typeface="Arial" panose="020B0604020202020204" pitchFamily="34" charset="0"/>
                  </a:rPr>
                  <a:t> </a:t>
                </a:r>
                <a:r>
                  <a:rPr lang="tr-TR" altLang="zh-CN" sz="2800" b="1" dirty="0">
                    <a:solidFill>
                      <a:schemeClr val="accent1"/>
                    </a:solidFill>
                    <a:sym typeface="Arial" panose="020B0604020202020204" pitchFamily="34" charset="0"/>
                  </a:rPr>
                  <a:t>ONTENTS</a:t>
                </a:r>
              </a:p>
            </p:txBody>
          </p:sp>
        </p:grpSp>
        <p:sp>
          <p:nvSpPr>
            <p:cNvPr id="4" name="poetry_91022">
              <a:extLst>
                <a:ext uri="{FF2B5EF4-FFF2-40B4-BE49-F238E27FC236}">
                  <a16:creationId xmlns:a16="http://schemas.microsoft.com/office/drawing/2014/main" xmlns="" id="{0D6BB768-9400-4234-B0A6-052E35682435}"/>
                </a:ext>
              </a:extLst>
            </p:cNvPr>
            <p:cNvSpPr>
              <a:spLocks noChangeAspect="1" noChangeArrowheads="1"/>
            </p:cNvSpPr>
            <p:nvPr/>
          </p:nvSpPr>
          <p:spPr bwMode="auto">
            <a:xfrm>
              <a:off x="2379533" y="5008561"/>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dirty="0"/>
            </a:p>
          </p:txBody>
        </p:sp>
      </p:grpSp>
      <p:sp>
        <p:nvSpPr>
          <p:cNvPr id="11" name="内容占位符 10">
            <a:extLst>
              <a:ext uri="{FF2B5EF4-FFF2-40B4-BE49-F238E27FC236}">
                <a16:creationId xmlns:a16="http://schemas.microsoft.com/office/drawing/2014/main" xmlns="" id="{5EFB80EA-1C0D-45B6-A698-96B981D217CF}"/>
              </a:ext>
            </a:extLst>
          </p:cNvPr>
          <p:cNvSpPr>
            <a:spLocks noGrp="1"/>
          </p:cNvSpPr>
          <p:nvPr>
            <p:ph sz="quarter" idx="11"/>
          </p:nvPr>
        </p:nvSpPr>
        <p:spPr>
          <a:xfrm>
            <a:off x="3706832" y="1472484"/>
            <a:ext cx="6816725" cy="4167188"/>
          </a:xfrm>
        </p:spPr>
        <p:txBody>
          <a:bodyPr/>
          <a:lstStyle>
            <a:lvl1pPr marL="342900" indent="-342900">
              <a:lnSpc>
                <a:spcPct val="125000"/>
              </a:lnSpc>
              <a:defRPr kumimoji="0" lang="zh-CN" altLang="en-US" sz="1600" b="1" i="0" u="none" strike="noStrike" kern="1200" cap="none" spc="0" normalizeH="0" baseline="0" dirty="0" smtClean="0">
                <a:ln>
                  <a:noFill/>
                </a:ln>
                <a:solidFill>
                  <a:srgbClr val="000000"/>
                </a:solidFill>
                <a:effectLst/>
                <a:uLnTx/>
                <a:uFillTx/>
                <a:latin typeface="Arial" panose="020B0604020202020204" pitchFamily="34" charset="0"/>
                <a:ea typeface="微软雅黑" panose="020B0503020204020204" pitchFamily="34" charset="-122"/>
                <a:cs typeface="+mn-cs"/>
              </a:defRPr>
            </a:lvl1pPr>
            <a:lvl2pPr marL="800100" indent="-342900">
              <a:lnSpc>
                <a:spcPct val="125000"/>
              </a:lnSpc>
              <a:defRPr kumimoji="0" lang="zh-CN" altLang="en-US" sz="1400" b="0" i="0" u="none" strike="noStrike" kern="1200" cap="none" spc="0" normalizeH="0" baseline="0" dirty="0" smtClean="0">
                <a:ln>
                  <a:noFill/>
                </a:ln>
                <a:solidFill>
                  <a:srgbClr val="4D4D4D"/>
                </a:solidFill>
                <a:effectLst/>
                <a:uLnTx/>
                <a:uFillTx/>
                <a:latin typeface="Arial" panose="020B0604020202020204" pitchFamily="34" charset="0"/>
                <a:ea typeface="微软雅黑" panose="020B0503020204020204" pitchFamily="34" charset="-122"/>
                <a:cs typeface="+mn-cs"/>
              </a:defRPr>
            </a:lvl2pPr>
          </a:lstStyle>
          <a:p>
            <a:pPr marL="0" marR="0" lvl="0"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单击此处编辑母版文本样式</a:t>
            </a:r>
          </a:p>
          <a:p>
            <a:pPr marL="0" marR="0" lvl="1"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第二级</a:t>
            </a:r>
          </a:p>
        </p:txBody>
      </p:sp>
    </p:spTree>
    <p:extLst>
      <p:ext uri="{BB962C8B-B14F-4D97-AF65-F5344CB8AC3E}">
        <p14:creationId xmlns:p14="http://schemas.microsoft.com/office/powerpoint/2010/main" val="1220240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xmlns="" id="{D1501A3B-3447-4F2B-ADAE-503830AA78F6}"/>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Freeform 100">
            <a:extLst>
              <a:ext uri="{FF2B5EF4-FFF2-40B4-BE49-F238E27FC236}">
                <a16:creationId xmlns:a16="http://schemas.microsoft.com/office/drawing/2014/main" xmlns="" id="{9E9B1B0A-F147-48AA-A5DE-03B8826F8FCB}"/>
              </a:ext>
            </a:extLst>
          </p:cNvPr>
          <p:cNvSpPr>
            <a:spLocks noChangeArrowheads="1"/>
          </p:cNvSpPr>
          <p:nvPr/>
        </p:nvSpPr>
        <p:spPr bwMode="auto">
          <a:xfrm>
            <a:off x="1698625" y="1476375"/>
            <a:ext cx="1931988" cy="1465263"/>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1">
            <a:extLst>
              <a:ext uri="{FF2B5EF4-FFF2-40B4-BE49-F238E27FC236}">
                <a16:creationId xmlns:a16="http://schemas.microsoft.com/office/drawing/2014/main" xmlns="" id="{B754F84E-8490-4166-BFA5-A5D0332C0803}"/>
              </a:ext>
            </a:extLst>
          </p:cNvPr>
          <p:cNvSpPr>
            <a:spLocks noChangeArrowheads="1"/>
          </p:cNvSpPr>
          <p:nvPr/>
        </p:nvSpPr>
        <p:spPr bwMode="auto">
          <a:xfrm>
            <a:off x="2973388" y="1347788"/>
            <a:ext cx="774700" cy="1593850"/>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2">
            <a:extLst>
              <a:ext uri="{FF2B5EF4-FFF2-40B4-BE49-F238E27FC236}">
                <a16:creationId xmlns:a16="http://schemas.microsoft.com/office/drawing/2014/main" xmlns="" id="{A5859E9E-C291-4776-AD2A-547BB52A52F4}"/>
              </a:ext>
            </a:extLst>
          </p:cNvPr>
          <p:cNvSpPr>
            <a:spLocks noChangeArrowheads="1"/>
          </p:cNvSpPr>
          <p:nvPr/>
        </p:nvSpPr>
        <p:spPr bwMode="auto">
          <a:xfrm>
            <a:off x="2862263" y="1208088"/>
            <a:ext cx="1009650" cy="1733550"/>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3">
            <a:extLst>
              <a:ext uri="{FF2B5EF4-FFF2-40B4-BE49-F238E27FC236}">
                <a16:creationId xmlns:a16="http://schemas.microsoft.com/office/drawing/2014/main" xmlns="" id="{84012C9C-CCEF-4B10-BD34-2BA7046AE088}"/>
              </a:ext>
            </a:extLst>
          </p:cNvPr>
          <p:cNvSpPr>
            <a:spLocks noEditPoints="1" noChangeArrowheads="1"/>
          </p:cNvSpPr>
          <p:nvPr/>
        </p:nvSpPr>
        <p:spPr bwMode="auto">
          <a:xfrm>
            <a:off x="1636713" y="1446213"/>
            <a:ext cx="74612"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4">
            <a:extLst>
              <a:ext uri="{FF2B5EF4-FFF2-40B4-BE49-F238E27FC236}">
                <a16:creationId xmlns:a16="http://schemas.microsoft.com/office/drawing/2014/main" xmlns="" id="{6C2C5392-8085-47E5-ADA2-0121AB423799}"/>
              </a:ext>
            </a:extLst>
          </p:cNvPr>
          <p:cNvSpPr>
            <a:spLocks noEditPoints="1" noChangeArrowheads="1"/>
          </p:cNvSpPr>
          <p:nvPr/>
        </p:nvSpPr>
        <p:spPr bwMode="auto">
          <a:xfrm>
            <a:off x="2911475" y="1319213"/>
            <a:ext cx="74613"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5">
            <a:extLst>
              <a:ext uri="{FF2B5EF4-FFF2-40B4-BE49-F238E27FC236}">
                <a16:creationId xmlns:a16="http://schemas.microsoft.com/office/drawing/2014/main" xmlns="" id="{DEBD5C80-6B4B-4324-B775-6F17D2D0DE04}"/>
              </a:ext>
            </a:extLst>
          </p:cNvPr>
          <p:cNvSpPr>
            <a:spLocks noEditPoints="1" noChangeArrowheads="1"/>
          </p:cNvSpPr>
          <p:nvPr/>
        </p:nvSpPr>
        <p:spPr bwMode="auto">
          <a:xfrm>
            <a:off x="2800350" y="1177925"/>
            <a:ext cx="74613"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6">
            <a:extLst>
              <a:ext uri="{FF2B5EF4-FFF2-40B4-BE49-F238E27FC236}">
                <a16:creationId xmlns:a16="http://schemas.microsoft.com/office/drawing/2014/main" xmlns="" id="{56C9CF85-CF6D-46EB-B1B9-359294F7F292}"/>
              </a:ext>
            </a:extLst>
          </p:cNvPr>
          <p:cNvSpPr>
            <a:spLocks noChangeArrowheads="1"/>
          </p:cNvSpPr>
          <p:nvPr/>
        </p:nvSpPr>
        <p:spPr bwMode="auto">
          <a:xfrm>
            <a:off x="2505075" y="1100138"/>
            <a:ext cx="1487488" cy="184150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7">
            <a:extLst>
              <a:ext uri="{FF2B5EF4-FFF2-40B4-BE49-F238E27FC236}">
                <a16:creationId xmlns:a16="http://schemas.microsoft.com/office/drawing/2014/main" xmlns="" id="{D84B2DD6-3814-4F72-AA23-465C261DC725}"/>
              </a:ext>
            </a:extLst>
          </p:cNvPr>
          <p:cNvSpPr>
            <a:spLocks noEditPoints="1" noChangeArrowheads="1"/>
          </p:cNvSpPr>
          <p:nvPr/>
        </p:nvSpPr>
        <p:spPr bwMode="auto">
          <a:xfrm>
            <a:off x="244316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8">
            <a:extLst>
              <a:ext uri="{FF2B5EF4-FFF2-40B4-BE49-F238E27FC236}">
                <a16:creationId xmlns:a16="http://schemas.microsoft.com/office/drawing/2014/main" xmlns="" id="{169DB64A-D1FB-4A03-A513-76F01D5894F2}"/>
              </a:ext>
            </a:extLst>
          </p:cNvPr>
          <p:cNvSpPr>
            <a:spLocks noChangeArrowheads="1"/>
          </p:cNvSpPr>
          <p:nvPr/>
        </p:nvSpPr>
        <p:spPr bwMode="auto">
          <a:xfrm>
            <a:off x="4103688" y="1100138"/>
            <a:ext cx="1052512" cy="184150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9">
            <a:extLst>
              <a:ext uri="{FF2B5EF4-FFF2-40B4-BE49-F238E27FC236}">
                <a16:creationId xmlns:a16="http://schemas.microsoft.com/office/drawing/2014/main" xmlns="" id="{C761D5EA-1D1C-4992-9AF7-333C4BADAD3C}"/>
              </a:ext>
            </a:extLst>
          </p:cNvPr>
          <p:cNvSpPr>
            <a:spLocks noEditPoints="1" noChangeArrowheads="1"/>
          </p:cNvSpPr>
          <p:nvPr/>
        </p:nvSpPr>
        <p:spPr bwMode="auto">
          <a:xfrm>
            <a:off x="5140325" y="1069975"/>
            <a:ext cx="73025"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0">
            <a:extLst>
              <a:ext uri="{FF2B5EF4-FFF2-40B4-BE49-F238E27FC236}">
                <a16:creationId xmlns:a16="http://schemas.microsoft.com/office/drawing/2014/main" xmlns="" id="{F6CFCDF6-27D8-4082-9743-1DDF02047326}"/>
              </a:ext>
            </a:extLst>
          </p:cNvPr>
          <p:cNvSpPr>
            <a:spLocks noEditPoints="1" noChangeArrowheads="1"/>
          </p:cNvSpPr>
          <p:nvPr/>
        </p:nvSpPr>
        <p:spPr bwMode="auto">
          <a:xfrm>
            <a:off x="5284788"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1">
            <a:extLst>
              <a:ext uri="{FF2B5EF4-FFF2-40B4-BE49-F238E27FC236}">
                <a16:creationId xmlns:a16="http://schemas.microsoft.com/office/drawing/2014/main" xmlns="" id="{5AF066AD-2A75-4CE0-9985-9E485D212BEB}"/>
              </a:ext>
            </a:extLst>
          </p:cNvPr>
          <p:cNvSpPr>
            <a:spLocks noEditPoints="1" noChangeArrowheads="1"/>
          </p:cNvSpPr>
          <p:nvPr/>
        </p:nvSpPr>
        <p:spPr bwMode="auto">
          <a:xfrm>
            <a:off x="543401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2">
            <a:extLst>
              <a:ext uri="{FF2B5EF4-FFF2-40B4-BE49-F238E27FC236}">
                <a16:creationId xmlns:a16="http://schemas.microsoft.com/office/drawing/2014/main" xmlns="" id="{430A2212-C0FC-49AD-8682-A12C1F9D0EEC}"/>
              </a:ext>
            </a:extLst>
          </p:cNvPr>
          <p:cNvSpPr>
            <a:spLocks noEditPoints="1" noChangeArrowheads="1"/>
          </p:cNvSpPr>
          <p:nvPr/>
        </p:nvSpPr>
        <p:spPr bwMode="auto">
          <a:xfrm>
            <a:off x="5578475"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3">
            <a:extLst>
              <a:ext uri="{FF2B5EF4-FFF2-40B4-BE49-F238E27FC236}">
                <a16:creationId xmlns:a16="http://schemas.microsoft.com/office/drawing/2014/main" xmlns="" id="{D046BB3D-BC01-42D9-BA04-8CCE94C1856A}"/>
              </a:ext>
            </a:extLst>
          </p:cNvPr>
          <p:cNvSpPr>
            <a:spLocks noEditPoints="1" noChangeArrowheads="1"/>
          </p:cNvSpPr>
          <p:nvPr/>
        </p:nvSpPr>
        <p:spPr bwMode="auto">
          <a:xfrm>
            <a:off x="5727700"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4">
            <a:extLst>
              <a:ext uri="{FF2B5EF4-FFF2-40B4-BE49-F238E27FC236}">
                <a16:creationId xmlns:a16="http://schemas.microsoft.com/office/drawing/2014/main" xmlns="" id="{1A57CF94-A167-4B8C-9CAB-F801ED5A5EA5}"/>
              </a:ext>
            </a:extLst>
          </p:cNvPr>
          <p:cNvSpPr>
            <a:spLocks noEditPoints="1" noChangeArrowheads="1"/>
          </p:cNvSpPr>
          <p:nvPr/>
        </p:nvSpPr>
        <p:spPr bwMode="auto">
          <a:xfrm>
            <a:off x="5872163" y="1069975"/>
            <a:ext cx="74612"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7">
            <a:extLst>
              <a:ext uri="{FF2B5EF4-FFF2-40B4-BE49-F238E27FC236}">
                <a16:creationId xmlns:a16="http://schemas.microsoft.com/office/drawing/2014/main" xmlns="" id="{0AC5C741-51D7-459F-9144-1E944F3744F6}"/>
              </a:ext>
            </a:extLst>
          </p:cNvPr>
          <p:cNvSpPr>
            <a:spLocks noEditPoints="1" noChangeArrowheads="1"/>
          </p:cNvSpPr>
          <p:nvPr/>
        </p:nvSpPr>
        <p:spPr bwMode="auto">
          <a:xfrm>
            <a:off x="547688" y="2646363"/>
            <a:ext cx="5056187" cy="2938462"/>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8">
            <a:extLst>
              <a:ext uri="{FF2B5EF4-FFF2-40B4-BE49-F238E27FC236}">
                <a16:creationId xmlns:a16="http://schemas.microsoft.com/office/drawing/2014/main" xmlns="" id="{86C4773B-B1B7-4080-BA05-440FB6AAC6CC}"/>
              </a:ext>
            </a:extLst>
          </p:cNvPr>
          <p:cNvSpPr>
            <a:spLocks noChangeArrowheads="1"/>
          </p:cNvSpPr>
          <p:nvPr/>
        </p:nvSpPr>
        <p:spPr bwMode="auto">
          <a:xfrm>
            <a:off x="442913" y="2295525"/>
            <a:ext cx="5260975" cy="2982913"/>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9">
            <a:extLst>
              <a:ext uri="{FF2B5EF4-FFF2-40B4-BE49-F238E27FC236}">
                <a16:creationId xmlns:a16="http://schemas.microsoft.com/office/drawing/2014/main" xmlns="" id="{AC4D9720-5100-411A-901D-B888CE00D965}"/>
              </a:ext>
            </a:extLst>
          </p:cNvPr>
          <p:cNvSpPr>
            <a:spLocks noChangeArrowheads="1"/>
          </p:cNvSpPr>
          <p:nvPr/>
        </p:nvSpPr>
        <p:spPr bwMode="auto">
          <a:xfrm>
            <a:off x="442913" y="3168650"/>
            <a:ext cx="5260975" cy="2097088"/>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0">
            <a:extLst>
              <a:ext uri="{FF2B5EF4-FFF2-40B4-BE49-F238E27FC236}">
                <a16:creationId xmlns:a16="http://schemas.microsoft.com/office/drawing/2014/main" xmlns="" id="{C18E6281-1439-4738-A204-527A0E2495D8}"/>
              </a:ext>
            </a:extLst>
          </p:cNvPr>
          <p:cNvSpPr>
            <a:spLocks noChangeArrowheads="1"/>
          </p:cNvSpPr>
          <p:nvPr/>
        </p:nvSpPr>
        <p:spPr bwMode="auto">
          <a:xfrm>
            <a:off x="442913" y="3214688"/>
            <a:ext cx="5260975" cy="2017712"/>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1">
            <a:extLst>
              <a:ext uri="{FF2B5EF4-FFF2-40B4-BE49-F238E27FC236}">
                <a16:creationId xmlns:a16="http://schemas.microsoft.com/office/drawing/2014/main" xmlns="" id="{A80684C8-BD2D-4F8B-AE79-EF0E6623ACA8}"/>
              </a:ext>
            </a:extLst>
          </p:cNvPr>
          <p:cNvSpPr>
            <a:spLocks noChangeArrowheads="1"/>
          </p:cNvSpPr>
          <p:nvPr/>
        </p:nvSpPr>
        <p:spPr bwMode="auto">
          <a:xfrm>
            <a:off x="427038" y="2097088"/>
            <a:ext cx="5295900" cy="3057525"/>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2">
            <a:extLst>
              <a:ext uri="{FF2B5EF4-FFF2-40B4-BE49-F238E27FC236}">
                <a16:creationId xmlns:a16="http://schemas.microsoft.com/office/drawing/2014/main" xmlns="" id="{FC982295-AF39-446F-8B26-A196A5A1048C}"/>
              </a:ext>
            </a:extLst>
          </p:cNvPr>
          <p:cNvSpPr>
            <a:spLocks noChangeArrowheads="1"/>
          </p:cNvSpPr>
          <p:nvPr/>
        </p:nvSpPr>
        <p:spPr bwMode="auto">
          <a:xfrm>
            <a:off x="1722438" y="4905375"/>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3">
            <a:extLst>
              <a:ext uri="{FF2B5EF4-FFF2-40B4-BE49-F238E27FC236}">
                <a16:creationId xmlns:a16="http://schemas.microsoft.com/office/drawing/2014/main" xmlns="" id="{3DE41D60-69F3-4AD8-A3C4-DB5F6C6B8BB7}"/>
              </a:ext>
            </a:extLst>
          </p:cNvPr>
          <p:cNvSpPr>
            <a:spLocks noChangeArrowheads="1"/>
          </p:cNvSpPr>
          <p:nvPr/>
        </p:nvSpPr>
        <p:spPr bwMode="auto">
          <a:xfrm>
            <a:off x="1798638" y="4948238"/>
            <a:ext cx="34925"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4">
            <a:extLst>
              <a:ext uri="{FF2B5EF4-FFF2-40B4-BE49-F238E27FC236}">
                <a16:creationId xmlns:a16="http://schemas.microsoft.com/office/drawing/2014/main" xmlns="" id="{671B2D73-DE1F-4F18-A735-6ED7EF0D803B}"/>
              </a:ext>
            </a:extLst>
          </p:cNvPr>
          <p:cNvSpPr>
            <a:spLocks noChangeArrowheads="1"/>
          </p:cNvSpPr>
          <p:nvPr/>
        </p:nvSpPr>
        <p:spPr bwMode="auto">
          <a:xfrm>
            <a:off x="1871663" y="499268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5">
            <a:extLst>
              <a:ext uri="{FF2B5EF4-FFF2-40B4-BE49-F238E27FC236}">
                <a16:creationId xmlns:a16="http://schemas.microsoft.com/office/drawing/2014/main" xmlns="" id="{5FE95CCB-A33F-4C44-B0FE-66461995981F}"/>
              </a:ext>
            </a:extLst>
          </p:cNvPr>
          <p:cNvSpPr>
            <a:spLocks noChangeArrowheads="1"/>
          </p:cNvSpPr>
          <p:nvPr/>
        </p:nvSpPr>
        <p:spPr bwMode="auto">
          <a:xfrm>
            <a:off x="696913" y="4314825"/>
            <a:ext cx="39687" cy="52388"/>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6">
            <a:extLst>
              <a:ext uri="{FF2B5EF4-FFF2-40B4-BE49-F238E27FC236}">
                <a16:creationId xmlns:a16="http://schemas.microsoft.com/office/drawing/2014/main" xmlns="" id="{BF592E61-56AC-4BBC-9A71-C2A7F75729FD}"/>
              </a:ext>
            </a:extLst>
          </p:cNvPr>
          <p:cNvSpPr>
            <a:spLocks noChangeArrowheads="1"/>
          </p:cNvSpPr>
          <p:nvPr/>
        </p:nvSpPr>
        <p:spPr bwMode="auto">
          <a:xfrm>
            <a:off x="769938" y="4356100"/>
            <a:ext cx="42862"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7">
            <a:extLst>
              <a:ext uri="{FF2B5EF4-FFF2-40B4-BE49-F238E27FC236}">
                <a16:creationId xmlns:a16="http://schemas.microsoft.com/office/drawing/2014/main" xmlns="" id="{1DD08F44-ADCA-4FAA-BCDB-D45DFC4327AD}"/>
              </a:ext>
            </a:extLst>
          </p:cNvPr>
          <p:cNvSpPr>
            <a:spLocks noChangeArrowheads="1"/>
          </p:cNvSpPr>
          <p:nvPr/>
        </p:nvSpPr>
        <p:spPr bwMode="auto">
          <a:xfrm>
            <a:off x="846138" y="4402138"/>
            <a:ext cx="39687"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8">
            <a:extLst>
              <a:ext uri="{FF2B5EF4-FFF2-40B4-BE49-F238E27FC236}">
                <a16:creationId xmlns:a16="http://schemas.microsoft.com/office/drawing/2014/main" xmlns="" id="{1F8B2D33-8F37-4844-96B6-DCD16473B33C}"/>
              </a:ext>
            </a:extLst>
          </p:cNvPr>
          <p:cNvSpPr>
            <a:spLocks noEditPoints="1" noChangeArrowheads="1"/>
          </p:cNvSpPr>
          <p:nvPr/>
        </p:nvSpPr>
        <p:spPr bwMode="auto">
          <a:xfrm>
            <a:off x="3043238" y="2084388"/>
            <a:ext cx="833437" cy="43815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9">
            <a:extLst>
              <a:ext uri="{FF2B5EF4-FFF2-40B4-BE49-F238E27FC236}">
                <a16:creationId xmlns:a16="http://schemas.microsoft.com/office/drawing/2014/main" xmlns="" id="{E472FF78-17E6-4FCD-9B8C-E836EAED9F4B}"/>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0">
            <a:extLst>
              <a:ext uri="{FF2B5EF4-FFF2-40B4-BE49-F238E27FC236}">
                <a16:creationId xmlns:a16="http://schemas.microsoft.com/office/drawing/2014/main" xmlns="" id="{9FCFE153-0A16-4933-B53D-FE9BF4F63B47}"/>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1">
            <a:extLst>
              <a:ext uri="{FF2B5EF4-FFF2-40B4-BE49-F238E27FC236}">
                <a16:creationId xmlns:a16="http://schemas.microsoft.com/office/drawing/2014/main" xmlns="" id="{5B4D1BD2-208D-43AE-BA49-8B14AECE7687}"/>
              </a:ext>
            </a:extLst>
          </p:cNvPr>
          <p:cNvSpPr>
            <a:spLocks noChangeArrowheads="1"/>
          </p:cNvSpPr>
          <p:nvPr/>
        </p:nvSpPr>
        <p:spPr bwMode="auto">
          <a:xfrm>
            <a:off x="3730625" y="2108200"/>
            <a:ext cx="17463" cy="25400"/>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2">
            <a:extLst>
              <a:ext uri="{FF2B5EF4-FFF2-40B4-BE49-F238E27FC236}">
                <a16:creationId xmlns:a16="http://schemas.microsoft.com/office/drawing/2014/main" xmlns="" id="{2CB22EA3-BADB-4384-BFA3-C06DF35E56EC}"/>
              </a:ext>
            </a:extLst>
          </p:cNvPr>
          <p:cNvSpPr>
            <a:spLocks noChangeArrowheads="1"/>
          </p:cNvSpPr>
          <p:nvPr/>
        </p:nvSpPr>
        <p:spPr bwMode="auto">
          <a:xfrm>
            <a:off x="3856038" y="2084388"/>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3">
            <a:extLst>
              <a:ext uri="{FF2B5EF4-FFF2-40B4-BE49-F238E27FC236}">
                <a16:creationId xmlns:a16="http://schemas.microsoft.com/office/drawing/2014/main" xmlns="" id="{43AE9CDA-2392-437A-AB8F-27E81AB57E3A}"/>
              </a:ext>
            </a:extLst>
          </p:cNvPr>
          <p:cNvSpPr>
            <a:spLocks noChangeArrowheads="1"/>
          </p:cNvSpPr>
          <p:nvPr/>
        </p:nvSpPr>
        <p:spPr bwMode="auto">
          <a:xfrm>
            <a:off x="439738" y="2882900"/>
            <a:ext cx="1970087" cy="11874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4">
            <a:extLst>
              <a:ext uri="{FF2B5EF4-FFF2-40B4-BE49-F238E27FC236}">
                <a16:creationId xmlns:a16="http://schemas.microsoft.com/office/drawing/2014/main" xmlns="" id="{ACE168ED-DDF0-450D-ABFA-09DDD993483A}"/>
              </a:ext>
            </a:extLst>
          </p:cNvPr>
          <p:cNvSpPr>
            <a:spLocks noChangeArrowheads="1"/>
          </p:cNvSpPr>
          <p:nvPr/>
        </p:nvSpPr>
        <p:spPr bwMode="auto">
          <a:xfrm>
            <a:off x="447675" y="4029075"/>
            <a:ext cx="1854200" cy="1087438"/>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2" name="组合 41">
            <a:extLst>
              <a:ext uri="{FF2B5EF4-FFF2-40B4-BE49-F238E27FC236}">
                <a16:creationId xmlns:a16="http://schemas.microsoft.com/office/drawing/2014/main" xmlns="" id="{FC671DB3-08A4-49B5-B985-6EFAFAFCBA2D}"/>
              </a:ext>
            </a:extLst>
          </p:cNvPr>
          <p:cNvGrpSpPr>
            <a:grpSpLocks/>
          </p:cNvGrpSpPr>
          <p:nvPr/>
        </p:nvGrpSpPr>
        <p:grpSpPr bwMode="auto">
          <a:xfrm>
            <a:off x="388938" y="2109788"/>
            <a:ext cx="5316537" cy="3054350"/>
            <a:chOff x="7564437" y="4244495"/>
            <a:chExt cx="4236358" cy="2433801"/>
          </a:xfrm>
        </p:grpSpPr>
        <p:sp>
          <p:nvSpPr>
            <p:cNvPr id="43" name="Freeform 238">
              <a:extLst>
                <a:ext uri="{FF2B5EF4-FFF2-40B4-BE49-F238E27FC236}">
                  <a16:creationId xmlns:a16="http://schemas.microsoft.com/office/drawing/2014/main" xmlns="" id="{DC4B81A3-97E6-4707-A466-F92F06ECEC5B}"/>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a16="http://schemas.microsoft.com/office/drawing/2014/main" xmlns="" id="{A050C75A-8D86-4374-AC65-4FF5830730AE}"/>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99E7C69A-9566-4E8E-B735-842F824F59F8}"/>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a16="http://schemas.microsoft.com/office/drawing/2014/main" xmlns="" id="{E67EB1E3-0B58-4ADF-B968-E2ECABB43FA3}"/>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7" name="Freeform 135">
            <a:extLst>
              <a:ext uri="{FF2B5EF4-FFF2-40B4-BE49-F238E27FC236}">
                <a16:creationId xmlns:a16="http://schemas.microsoft.com/office/drawing/2014/main" xmlns="" id="{9AA94A5D-629E-483B-B93F-E0C4A658EF00}"/>
              </a:ext>
            </a:extLst>
          </p:cNvPr>
          <p:cNvSpPr>
            <a:spLocks noEditPoints="1" noChangeArrowheads="1"/>
          </p:cNvSpPr>
          <p:nvPr/>
        </p:nvSpPr>
        <p:spPr bwMode="auto">
          <a:xfrm>
            <a:off x="2898775" y="3843338"/>
            <a:ext cx="1114425" cy="64928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7">
            <a:extLst>
              <a:ext uri="{FF2B5EF4-FFF2-40B4-BE49-F238E27FC236}">
                <a16:creationId xmlns:a16="http://schemas.microsoft.com/office/drawing/2014/main" xmlns="" id="{DAC70147-8692-4FF3-B7EB-2157CCD7A066}"/>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6">
            <a:extLst>
              <a:ext uri="{FF2B5EF4-FFF2-40B4-BE49-F238E27FC236}">
                <a16:creationId xmlns:a16="http://schemas.microsoft.com/office/drawing/2014/main" xmlns="" id="{385E68FE-5D09-432B-99FC-CC88F37D5BBA}"/>
              </a:ext>
            </a:extLst>
          </p:cNvPr>
          <p:cNvSpPr>
            <a:spLocks noEditPoints="1" noChangeArrowheads="1"/>
          </p:cNvSpPr>
          <p:nvPr/>
        </p:nvSpPr>
        <p:spPr bwMode="auto">
          <a:xfrm>
            <a:off x="3963988" y="3127375"/>
            <a:ext cx="1295400" cy="64452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8">
            <a:extLst>
              <a:ext uri="{FF2B5EF4-FFF2-40B4-BE49-F238E27FC236}">
                <a16:creationId xmlns:a16="http://schemas.microsoft.com/office/drawing/2014/main" xmlns="" id="{96058411-3529-4DC4-BB4A-0DF91714A5B0}"/>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9">
            <a:extLst>
              <a:ext uri="{FF2B5EF4-FFF2-40B4-BE49-F238E27FC236}">
                <a16:creationId xmlns:a16="http://schemas.microsoft.com/office/drawing/2014/main" xmlns="" id="{D1C2EABB-03C2-40C9-BA63-A0170D6132BC}"/>
              </a:ext>
            </a:extLst>
          </p:cNvPr>
          <p:cNvSpPr>
            <a:spLocks noEditPoints="1" noChangeArrowheads="1"/>
          </p:cNvSpPr>
          <p:nvPr/>
        </p:nvSpPr>
        <p:spPr bwMode="auto">
          <a:xfrm>
            <a:off x="2417763" y="2695575"/>
            <a:ext cx="1250950" cy="687388"/>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0">
            <a:extLst>
              <a:ext uri="{FF2B5EF4-FFF2-40B4-BE49-F238E27FC236}">
                <a16:creationId xmlns:a16="http://schemas.microsoft.com/office/drawing/2014/main" xmlns="" id="{8FE2AB22-B85D-41F0-810B-7B738A0CBDDF}"/>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1">
            <a:extLst>
              <a:ext uri="{FF2B5EF4-FFF2-40B4-BE49-F238E27FC236}">
                <a16:creationId xmlns:a16="http://schemas.microsoft.com/office/drawing/2014/main" xmlns="" id="{E76382D2-16F2-4D91-9ACF-85956555B37C}"/>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2">
            <a:extLst>
              <a:ext uri="{FF2B5EF4-FFF2-40B4-BE49-F238E27FC236}">
                <a16:creationId xmlns:a16="http://schemas.microsoft.com/office/drawing/2014/main" xmlns="" id="{CEAFC3E1-B3B7-42DC-95D4-56F40F86F6D4}"/>
              </a:ext>
            </a:extLst>
          </p:cNvPr>
          <p:cNvSpPr>
            <a:spLocks noChangeArrowheads="1"/>
          </p:cNvSpPr>
          <p:nvPr/>
        </p:nvSpPr>
        <p:spPr bwMode="auto">
          <a:xfrm>
            <a:off x="1295400" y="4489450"/>
            <a:ext cx="153988" cy="180975"/>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3">
            <a:extLst>
              <a:ext uri="{FF2B5EF4-FFF2-40B4-BE49-F238E27FC236}">
                <a16:creationId xmlns:a16="http://schemas.microsoft.com/office/drawing/2014/main" xmlns="" id="{1CA4E850-99C0-4684-AD7B-26F1AD43AD90}"/>
              </a:ext>
            </a:extLst>
          </p:cNvPr>
          <p:cNvSpPr>
            <a:spLocks noChangeArrowheads="1"/>
          </p:cNvSpPr>
          <p:nvPr/>
        </p:nvSpPr>
        <p:spPr bwMode="auto">
          <a:xfrm>
            <a:off x="1219200" y="4608513"/>
            <a:ext cx="173038" cy="144462"/>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4">
            <a:extLst>
              <a:ext uri="{FF2B5EF4-FFF2-40B4-BE49-F238E27FC236}">
                <a16:creationId xmlns:a16="http://schemas.microsoft.com/office/drawing/2014/main" xmlns="" id="{FDEF00B1-D549-4C91-ACC5-CBA5D12AFDA1}"/>
              </a:ext>
            </a:extLst>
          </p:cNvPr>
          <p:cNvSpPr>
            <a:spLocks noChangeArrowheads="1"/>
          </p:cNvSpPr>
          <p:nvPr/>
        </p:nvSpPr>
        <p:spPr bwMode="auto">
          <a:xfrm>
            <a:off x="1395413" y="4314825"/>
            <a:ext cx="1508125" cy="355600"/>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5">
            <a:extLst>
              <a:ext uri="{FF2B5EF4-FFF2-40B4-BE49-F238E27FC236}">
                <a16:creationId xmlns:a16="http://schemas.microsoft.com/office/drawing/2014/main" xmlns="" id="{9A4E88C2-79ED-46D3-8955-2EA725F4CCAE}"/>
              </a:ext>
            </a:extLst>
          </p:cNvPr>
          <p:cNvSpPr>
            <a:spLocks noChangeArrowheads="1"/>
          </p:cNvSpPr>
          <p:nvPr/>
        </p:nvSpPr>
        <p:spPr bwMode="auto">
          <a:xfrm>
            <a:off x="1735138" y="3184525"/>
            <a:ext cx="919162" cy="1143000"/>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6">
            <a:extLst>
              <a:ext uri="{FF2B5EF4-FFF2-40B4-BE49-F238E27FC236}">
                <a16:creationId xmlns:a16="http://schemas.microsoft.com/office/drawing/2014/main" xmlns="" id="{F8F1ABD8-8DCF-42BE-A3B4-6BA4C65C9F67}"/>
              </a:ext>
            </a:extLst>
          </p:cNvPr>
          <p:cNvSpPr>
            <a:spLocks noChangeArrowheads="1"/>
          </p:cNvSpPr>
          <p:nvPr/>
        </p:nvSpPr>
        <p:spPr bwMode="auto">
          <a:xfrm>
            <a:off x="2597150" y="3460750"/>
            <a:ext cx="1555750" cy="373063"/>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0">
            <a:extLst>
              <a:ext uri="{FF2B5EF4-FFF2-40B4-BE49-F238E27FC236}">
                <a16:creationId xmlns:a16="http://schemas.microsoft.com/office/drawing/2014/main" xmlns="" id="{9B5C9F7F-2072-4A7C-B981-C041743A5DE0}"/>
              </a:ext>
            </a:extLst>
          </p:cNvPr>
          <p:cNvSpPr>
            <a:spLocks noEditPoints="1" noChangeArrowheads="1"/>
          </p:cNvSpPr>
          <p:nvPr/>
        </p:nvSpPr>
        <p:spPr bwMode="auto">
          <a:xfrm>
            <a:off x="3668713" y="25304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1">
            <a:extLst>
              <a:ext uri="{FF2B5EF4-FFF2-40B4-BE49-F238E27FC236}">
                <a16:creationId xmlns:a16="http://schemas.microsoft.com/office/drawing/2014/main" xmlns="" id="{E4D34405-0D6B-4B93-B1B5-D7E87BB9AB5F}"/>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2">
            <a:extLst>
              <a:ext uri="{FF2B5EF4-FFF2-40B4-BE49-F238E27FC236}">
                <a16:creationId xmlns:a16="http://schemas.microsoft.com/office/drawing/2014/main" xmlns="" id="{A22F668A-2AFA-4338-8247-881F24AC27FC}"/>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3">
            <a:extLst>
              <a:ext uri="{FF2B5EF4-FFF2-40B4-BE49-F238E27FC236}">
                <a16:creationId xmlns:a16="http://schemas.microsoft.com/office/drawing/2014/main" xmlns="" id="{467314C6-A86B-4F19-84CC-68BF3427848B}"/>
              </a:ext>
            </a:extLst>
          </p:cNvPr>
          <p:cNvSpPr>
            <a:spLocks noEditPoints="1" noChangeArrowheads="1"/>
          </p:cNvSpPr>
          <p:nvPr/>
        </p:nvSpPr>
        <p:spPr bwMode="auto">
          <a:xfrm>
            <a:off x="4206875" y="3544888"/>
            <a:ext cx="441325"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7">
            <a:extLst>
              <a:ext uri="{FF2B5EF4-FFF2-40B4-BE49-F238E27FC236}">
                <a16:creationId xmlns:a16="http://schemas.microsoft.com/office/drawing/2014/main" xmlns="" id="{1BF83113-19A6-46C9-9655-8F0017C40001}"/>
              </a:ext>
            </a:extLst>
          </p:cNvPr>
          <p:cNvSpPr>
            <a:spLocks noChangeArrowheads="1"/>
          </p:cNvSpPr>
          <p:nvPr/>
        </p:nvSpPr>
        <p:spPr bwMode="auto">
          <a:xfrm>
            <a:off x="3660775" y="2535238"/>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8">
            <a:extLst>
              <a:ext uri="{FF2B5EF4-FFF2-40B4-BE49-F238E27FC236}">
                <a16:creationId xmlns:a16="http://schemas.microsoft.com/office/drawing/2014/main" xmlns="" id="{D7C864B2-C3FD-471D-BB1D-6D5B010E7570}"/>
              </a:ext>
            </a:extLst>
          </p:cNvPr>
          <p:cNvSpPr>
            <a:spLocks noChangeArrowheads="1"/>
          </p:cNvSpPr>
          <p:nvPr/>
        </p:nvSpPr>
        <p:spPr bwMode="auto">
          <a:xfrm>
            <a:off x="3660775" y="2527300"/>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9">
            <a:extLst>
              <a:ext uri="{FF2B5EF4-FFF2-40B4-BE49-F238E27FC236}">
                <a16:creationId xmlns:a16="http://schemas.microsoft.com/office/drawing/2014/main" xmlns="" id="{98EC6CF7-E47F-4A0B-9369-2FB873D42C34}"/>
              </a:ext>
            </a:extLst>
          </p:cNvPr>
          <p:cNvSpPr>
            <a:spLocks noChangeArrowheads="1"/>
          </p:cNvSpPr>
          <p:nvPr/>
        </p:nvSpPr>
        <p:spPr bwMode="auto">
          <a:xfrm>
            <a:off x="3660775" y="2522538"/>
            <a:ext cx="1003300" cy="1192212"/>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0">
            <a:extLst>
              <a:ext uri="{FF2B5EF4-FFF2-40B4-BE49-F238E27FC236}">
                <a16:creationId xmlns:a16="http://schemas.microsoft.com/office/drawing/2014/main" xmlns="" id="{258615DC-1A0C-44BB-8ABD-36D8B7BCC5E2}"/>
              </a:ext>
            </a:extLst>
          </p:cNvPr>
          <p:cNvSpPr>
            <a:spLocks noEditPoints="1" noChangeArrowheads="1"/>
          </p:cNvSpPr>
          <p:nvPr/>
        </p:nvSpPr>
        <p:spPr bwMode="auto">
          <a:xfrm>
            <a:off x="3660775" y="2530475"/>
            <a:ext cx="7938" cy="4763"/>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4">
            <a:extLst>
              <a:ext uri="{FF2B5EF4-FFF2-40B4-BE49-F238E27FC236}">
                <a16:creationId xmlns:a16="http://schemas.microsoft.com/office/drawing/2014/main" xmlns="" id="{48873869-26AB-4A9F-A481-7C7111A2C7DB}"/>
              </a:ext>
            </a:extLst>
          </p:cNvPr>
          <p:cNvSpPr>
            <a:spLocks noEditPoints="1" noChangeArrowheads="1"/>
          </p:cNvSpPr>
          <p:nvPr/>
        </p:nvSpPr>
        <p:spPr bwMode="auto">
          <a:xfrm>
            <a:off x="3668713" y="2530475"/>
            <a:ext cx="979487"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2">
            <a:extLst>
              <a:ext uri="{FF2B5EF4-FFF2-40B4-BE49-F238E27FC236}">
                <a16:creationId xmlns:a16="http://schemas.microsoft.com/office/drawing/2014/main" xmlns="" id="{EC497003-DBD3-4806-BCA0-5CA18EFAEFF8}"/>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3">
            <a:extLst>
              <a:ext uri="{FF2B5EF4-FFF2-40B4-BE49-F238E27FC236}">
                <a16:creationId xmlns:a16="http://schemas.microsoft.com/office/drawing/2014/main" xmlns="" id="{B747C441-5A21-40AF-A711-EC145603DDCB}"/>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4">
            <a:extLst>
              <a:ext uri="{FF2B5EF4-FFF2-40B4-BE49-F238E27FC236}">
                <a16:creationId xmlns:a16="http://schemas.microsoft.com/office/drawing/2014/main" xmlns="" id="{4F3B3C19-8717-4B84-BAF1-F7E1213C12B1}"/>
              </a:ext>
            </a:extLst>
          </p:cNvPr>
          <p:cNvSpPr>
            <a:spLocks noEditPoints="1" noChangeArrowheads="1"/>
          </p:cNvSpPr>
          <p:nvPr/>
        </p:nvSpPr>
        <p:spPr bwMode="auto">
          <a:xfrm>
            <a:off x="2962275" y="4264025"/>
            <a:ext cx="438150" cy="15716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5">
            <a:extLst>
              <a:ext uri="{FF2B5EF4-FFF2-40B4-BE49-F238E27FC236}">
                <a16:creationId xmlns:a16="http://schemas.microsoft.com/office/drawing/2014/main" xmlns="" id="{45FD2AC0-4EE3-4E63-801A-6940FF69DE0C}"/>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6">
            <a:extLst>
              <a:ext uri="{FF2B5EF4-FFF2-40B4-BE49-F238E27FC236}">
                <a16:creationId xmlns:a16="http://schemas.microsoft.com/office/drawing/2014/main" xmlns="" id="{34844A0F-31A9-498B-AB22-9A3B9F429DAA}"/>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7">
            <a:extLst>
              <a:ext uri="{FF2B5EF4-FFF2-40B4-BE49-F238E27FC236}">
                <a16:creationId xmlns:a16="http://schemas.microsoft.com/office/drawing/2014/main" xmlns="" id="{0C9FE571-6504-4D50-95FA-C26A1E0FD13D}"/>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8">
            <a:extLst>
              <a:ext uri="{FF2B5EF4-FFF2-40B4-BE49-F238E27FC236}">
                <a16:creationId xmlns:a16="http://schemas.microsoft.com/office/drawing/2014/main" xmlns="" id="{235EC29E-561F-4502-A6EC-0476AB951EA5}"/>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8">
            <a:extLst>
              <a:ext uri="{FF2B5EF4-FFF2-40B4-BE49-F238E27FC236}">
                <a16:creationId xmlns:a16="http://schemas.microsoft.com/office/drawing/2014/main" xmlns="" id="{AE44EABA-F0D6-48DC-9067-7D8D8D01BBBD}"/>
              </a:ext>
            </a:extLst>
          </p:cNvPr>
          <p:cNvSpPr>
            <a:spLocks noChangeArrowheads="1"/>
          </p:cNvSpPr>
          <p:nvPr/>
        </p:nvSpPr>
        <p:spPr bwMode="auto">
          <a:xfrm>
            <a:off x="2414588" y="3217863"/>
            <a:ext cx="1047750" cy="12334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9">
            <a:extLst>
              <a:ext uri="{FF2B5EF4-FFF2-40B4-BE49-F238E27FC236}">
                <a16:creationId xmlns:a16="http://schemas.microsoft.com/office/drawing/2014/main" xmlns="" id="{FA0F6601-90E8-4201-8DC9-55A6E6826EAD}"/>
              </a:ext>
            </a:extLst>
          </p:cNvPr>
          <p:cNvSpPr>
            <a:spLocks noEditPoints="1" noChangeArrowheads="1"/>
          </p:cNvSpPr>
          <p:nvPr/>
        </p:nvSpPr>
        <p:spPr bwMode="auto">
          <a:xfrm>
            <a:off x="2414588" y="3217863"/>
            <a:ext cx="1047750" cy="12334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0">
            <a:extLst>
              <a:ext uri="{FF2B5EF4-FFF2-40B4-BE49-F238E27FC236}">
                <a16:creationId xmlns:a16="http://schemas.microsoft.com/office/drawing/2014/main" xmlns="" id="{685DC869-5BF0-4A5C-92C1-825CFA31CF73}"/>
              </a:ext>
            </a:extLst>
          </p:cNvPr>
          <p:cNvSpPr>
            <a:spLocks noChangeArrowheads="1"/>
          </p:cNvSpPr>
          <p:nvPr/>
        </p:nvSpPr>
        <p:spPr bwMode="auto">
          <a:xfrm>
            <a:off x="2401888" y="3241675"/>
            <a:ext cx="998537" cy="12223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1">
            <a:extLst>
              <a:ext uri="{FF2B5EF4-FFF2-40B4-BE49-F238E27FC236}">
                <a16:creationId xmlns:a16="http://schemas.microsoft.com/office/drawing/2014/main" xmlns="" id="{E4392ACA-855B-4EE2-9DE7-50DE9DA824D3}"/>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5">
            <a:extLst>
              <a:ext uri="{FF2B5EF4-FFF2-40B4-BE49-F238E27FC236}">
                <a16:creationId xmlns:a16="http://schemas.microsoft.com/office/drawing/2014/main" xmlns="" id="{2CC41932-B45C-4518-B132-5AB45491DA36}"/>
              </a:ext>
            </a:extLst>
          </p:cNvPr>
          <p:cNvSpPr>
            <a:spLocks noChangeArrowheads="1"/>
          </p:cNvSpPr>
          <p:nvPr/>
        </p:nvSpPr>
        <p:spPr bwMode="auto">
          <a:xfrm>
            <a:off x="2389188" y="3262313"/>
            <a:ext cx="985837" cy="1195387"/>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8">
            <a:extLst>
              <a:ext uri="{FF2B5EF4-FFF2-40B4-BE49-F238E27FC236}">
                <a16:creationId xmlns:a16="http://schemas.microsoft.com/office/drawing/2014/main" xmlns="" id="{4CB39093-5ACA-46CC-8444-43366D098E07}"/>
              </a:ext>
            </a:extLst>
          </p:cNvPr>
          <p:cNvSpPr>
            <a:spLocks noChangeArrowheads="1"/>
          </p:cNvSpPr>
          <p:nvPr/>
        </p:nvSpPr>
        <p:spPr bwMode="auto">
          <a:xfrm>
            <a:off x="2414588" y="3252788"/>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9">
            <a:extLst>
              <a:ext uri="{FF2B5EF4-FFF2-40B4-BE49-F238E27FC236}">
                <a16:creationId xmlns:a16="http://schemas.microsoft.com/office/drawing/2014/main" xmlns="" id="{F9D766FB-DE9B-4F4A-98DF-AB1A6C892658}"/>
              </a:ext>
            </a:extLst>
          </p:cNvPr>
          <p:cNvSpPr>
            <a:spLocks noChangeArrowheads="1"/>
          </p:cNvSpPr>
          <p:nvPr/>
        </p:nvSpPr>
        <p:spPr bwMode="auto">
          <a:xfrm>
            <a:off x="2414588" y="3246438"/>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0">
            <a:extLst>
              <a:ext uri="{FF2B5EF4-FFF2-40B4-BE49-F238E27FC236}">
                <a16:creationId xmlns:a16="http://schemas.microsoft.com/office/drawing/2014/main" xmlns="" id="{7D1C4006-8482-4DB8-88E9-3934F97DA4D3}"/>
              </a:ext>
            </a:extLst>
          </p:cNvPr>
          <p:cNvSpPr>
            <a:spLocks noChangeArrowheads="1"/>
          </p:cNvSpPr>
          <p:nvPr/>
        </p:nvSpPr>
        <p:spPr bwMode="auto">
          <a:xfrm>
            <a:off x="2414588" y="3241675"/>
            <a:ext cx="1004887" cy="11938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1">
            <a:extLst>
              <a:ext uri="{FF2B5EF4-FFF2-40B4-BE49-F238E27FC236}">
                <a16:creationId xmlns:a16="http://schemas.microsoft.com/office/drawing/2014/main" xmlns="" id="{4D0D5918-119E-4D26-BD83-B2C7ABD74FBD}"/>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Rectangle 182">
            <a:extLst>
              <a:ext uri="{FF2B5EF4-FFF2-40B4-BE49-F238E27FC236}">
                <a16:creationId xmlns:a16="http://schemas.microsoft.com/office/drawing/2014/main" xmlns="" id="{AE613C82-F884-4DC9-9277-4B21560BCF3E}"/>
              </a:ext>
            </a:extLst>
          </p:cNvPr>
          <p:cNvSpPr>
            <a:spLocks noChangeArrowheads="1"/>
          </p:cNvSpPr>
          <p:nvPr/>
        </p:nvSpPr>
        <p:spPr bwMode="auto">
          <a:xfrm>
            <a:off x="2414588" y="3255963"/>
            <a:ext cx="1587"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5" name="Freeform 183">
            <a:extLst>
              <a:ext uri="{FF2B5EF4-FFF2-40B4-BE49-F238E27FC236}">
                <a16:creationId xmlns:a16="http://schemas.microsoft.com/office/drawing/2014/main" xmlns="" id="{D8756AA1-23A1-4CA0-B349-3C9C35AB2FAA}"/>
              </a:ext>
            </a:extLst>
          </p:cNvPr>
          <p:cNvSpPr>
            <a:spLocks noChangeArrowheads="1"/>
          </p:cNvSpPr>
          <p:nvPr/>
        </p:nvSpPr>
        <p:spPr bwMode="auto">
          <a:xfrm>
            <a:off x="2414588" y="3255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6">
            <a:extLst>
              <a:ext uri="{FF2B5EF4-FFF2-40B4-BE49-F238E27FC236}">
                <a16:creationId xmlns:a16="http://schemas.microsoft.com/office/drawing/2014/main" xmlns="" id="{BE9BDD4E-EDB3-44C0-93CF-B76D90F851C8}"/>
              </a:ext>
            </a:extLst>
          </p:cNvPr>
          <p:cNvSpPr>
            <a:spLocks noChangeArrowheads="1"/>
          </p:cNvSpPr>
          <p:nvPr/>
        </p:nvSpPr>
        <p:spPr bwMode="auto">
          <a:xfrm>
            <a:off x="2422525" y="3246438"/>
            <a:ext cx="993775" cy="12017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7">
            <a:extLst>
              <a:ext uri="{FF2B5EF4-FFF2-40B4-BE49-F238E27FC236}">
                <a16:creationId xmlns:a16="http://schemas.microsoft.com/office/drawing/2014/main" xmlns="" id="{A5B9303C-609D-4806-A6F2-A51E180B570F}"/>
              </a:ext>
            </a:extLst>
          </p:cNvPr>
          <p:cNvSpPr>
            <a:spLocks noEditPoints="1" noChangeArrowheads="1"/>
          </p:cNvSpPr>
          <p:nvPr/>
        </p:nvSpPr>
        <p:spPr bwMode="auto">
          <a:xfrm>
            <a:off x="2422525" y="3252788"/>
            <a:ext cx="977900" cy="11953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09">
            <a:extLst>
              <a:ext uri="{FF2B5EF4-FFF2-40B4-BE49-F238E27FC236}">
                <a16:creationId xmlns:a16="http://schemas.microsoft.com/office/drawing/2014/main" xmlns="" id="{74F8F791-0B62-4827-B2F1-D0504FE0E10E}"/>
              </a:ext>
            </a:extLst>
          </p:cNvPr>
          <p:cNvSpPr>
            <a:spLocks noEditPoints="1" noChangeArrowheads="1"/>
          </p:cNvSpPr>
          <p:nvPr/>
        </p:nvSpPr>
        <p:spPr bwMode="auto">
          <a:xfrm>
            <a:off x="3143250" y="3263900"/>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7">
            <a:extLst>
              <a:ext uri="{FF2B5EF4-FFF2-40B4-BE49-F238E27FC236}">
                <a16:creationId xmlns:a16="http://schemas.microsoft.com/office/drawing/2014/main" xmlns="" id="{11EC5DF8-5E89-496F-8081-5FB743F474F8}"/>
              </a:ext>
            </a:extLst>
          </p:cNvPr>
          <p:cNvSpPr>
            <a:spLocks noChangeArrowheads="1"/>
          </p:cNvSpPr>
          <p:nvPr/>
        </p:nvSpPr>
        <p:spPr bwMode="auto">
          <a:xfrm>
            <a:off x="2443163" y="2514600"/>
            <a:ext cx="123825" cy="180975"/>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8">
            <a:extLst>
              <a:ext uri="{FF2B5EF4-FFF2-40B4-BE49-F238E27FC236}">
                <a16:creationId xmlns:a16="http://schemas.microsoft.com/office/drawing/2014/main" xmlns="" id="{6E73F24A-6E9E-4B84-9E02-F5629523D8F4}"/>
              </a:ext>
            </a:extLst>
          </p:cNvPr>
          <p:cNvSpPr>
            <a:spLocks noChangeArrowheads="1"/>
          </p:cNvSpPr>
          <p:nvPr/>
        </p:nvSpPr>
        <p:spPr bwMode="auto">
          <a:xfrm>
            <a:off x="2597150" y="2600325"/>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9">
            <a:extLst>
              <a:ext uri="{FF2B5EF4-FFF2-40B4-BE49-F238E27FC236}">
                <a16:creationId xmlns:a16="http://schemas.microsoft.com/office/drawing/2014/main" xmlns="" id="{BFACD187-1051-4D82-8320-1DAAC7A8FD01}"/>
              </a:ext>
            </a:extLst>
          </p:cNvPr>
          <p:cNvSpPr>
            <a:spLocks noChangeArrowheads="1"/>
          </p:cNvSpPr>
          <p:nvPr/>
        </p:nvSpPr>
        <p:spPr bwMode="auto">
          <a:xfrm>
            <a:off x="2746375" y="2687638"/>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2" name="组合 87">
            <a:extLst>
              <a:ext uri="{FF2B5EF4-FFF2-40B4-BE49-F238E27FC236}">
                <a16:creationId xmlns:a16="http://schemas.microsoft.com/office/drawing/2014/main" xmlns="" id="{9BF249A1-4B86-4E76-BEEA-C488BE876470}"/>
              </a:ext>
            </a:extLst>
          </p:cNvPr>
          <p:cNvGrpSpPr>
            <a:grpSpLocks/>
          </p:cNvGrpSpPr>
          <p:nvPr/>
        </p:nvGrpSpPr>
        <p:grpSpPr bwMode="auto">
          <a:xfrm>
            <a:off x="3649663" y="2506663"/>
            <a:ext cx="1073150" cy="1244600"/>
            <a:chOff x="5332731" y="3343275"/>
            <a:chExt cx="855345" cy="992188"/>
          </a:xfrm>
        </p:grpSpPr>
        <p:sp>
          <p:nvSpPr>
            <p:cNvPr id="93" name="Freeform 168">
              <a:extLst>
                <a:ext uri="{FF2B5EF4-FFF2-40B4-BE49-F238E27FC236}">
                  <a16:creationId xmlns:a16="http://schemas.microsoft.com/office/drawing/2014/main" xmlns="" id="{CE1CA0CA-5096-44EA-8D87-2E4D1DA89D8A}"/>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a16="http://schemas.microsoft.com/office/drawing/2014/main" xmlns="" id="{73FF06F4-C87D-42E3-B462-6C99F9C19E98}"/>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a16="http://schemas.microsoft.com/office/drawing/2014/main" xmlns="" id="{C763CF50-EE1F-446E-A897-0607512BE836}"/>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a16="http://schemas.microsoft.com/office/drawing/2014/main" xmlns="" id="{9E220766-4E47-4AB6-B40C-DF1BA1E36585}"/>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a16="http://schemas.microsoft.com/office/drawing/2014/main" xmlns="" id="{CBAE04A0-1673-4DA8-ADD1-7F75FC0B97DD}"/>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a16="http://schemas.microsoft.com/office/drawing/2014/main" xmlns="" id="{BFAA404D-07BC-435C-92F1-7EAC66343258}"/>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a16="http://schemas.microsoft.com/office/drawing/2014/main" xmlns="" id="{D490FBBA-3B99-4D1F-8880-ED9BBB009A35}"/>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a16="http://schemas.microsoft.com/office/drawing/2014/main" xmlns="" id="{05706127-DCED-4513-840A-3BD3AB114F46}"/>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a16="http://schemas.microsoft.com/office/drawing/2014/main" xmlns="" id="{2EC828FC-01D2-484F-9636-FEE3D4CC282C}"/>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a16="http://schemas.microsoft.com/office/drawing/2014/main" xmlns="" id="{66AE8E7E-FFF4-4CCB-8979-7822DC9ACC1D}"/>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a16="http://schemas.microsoft.com/office/drawing/2014/main" xmlns="" id="{8676D9B5-53AC-4347-9C36-47D1E2013766}"/>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a16="http://schemas.microsoft.com/office/drawing/2014/main" xmlns="" id="{BB5420F2-868C-45B1-BAC0-89DC0CF6F05F}"/>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a16="http://schemas.microsoft.com/office/drawing/2014/main" xmlns="" id="{212E335B-E0EE-4EA2-8379-C441DD026D17}"/>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a16="http://schemas.microsoft.com/office/drawing/2014/main" xmlns="" id="{E245FF98-59F8-42A9-8B51-D1B16ADCEA8A}"/>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7" name="Freeform 168">
            <a:extLst>
              <a:ext uri="{FF2B5EF4-FFF2-40B4-BE49-F238E27FC236}">
                <a16:creationId xmlns:a16="http://schemas.microsoft.com/office/drawing/2014/main" xmlns="" id="{C0745924-2690-4861-BFA6-57FA63001986}"/>
              </a:ext>
            </a:extLst>
          </p:cNvPr>
          <p:cNvSpPr>
            <a:spLocks noChangeArrowheads="1"/>
          </p:cNvSpPr>
          <p:nvPr/>
        </p:nvSpPr>
        <p:spPr bwMode="auto">
          <a:xfrm>
            <a:off x="2181225" y="2065338"/>
            <a:ext cx="1047750" cy="123190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a16="http://schemas.microsoft.com/office/drawing/2014/main" xmlns="" id="{3BA63241-B4F6-41AD-8097-BA7F17D98089}"/>
              </a:ext>
            </a:extLst>
          </p:cNvPr>
          <p:cNvSpPr>
            <a:spLocks noEditPoints="1" noChangeArrowheads="1"/>
          </p:cNvSpPr>
          <p:nvPr/>
        </p:nvSpPr>
        <p:spPr bwMode="auto">
          <a:xfrm>
            <a:off x="2181225" y="2065338"/>
            <a:ext cx="1047750" cy="123190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a16="http://schemas.microsoft.com/office/drawing/2014/main" xmlns="" id="{EE9F85AD-BD72-44CB-8220-D182FCEE2724}"/>
              </a:ext>
            </a:extLst>
          </p:cNvPr>
          <p:cNvSpPr>
            <a:spLocks noChangeArrowheads="1"/>
          </p:cNvSpPr>
          <p:nvPr/>
        </p:nvSpPr>
        <p:spPr bwMode="auto">
          <a:xfrm>
            <a:off x="2168525" y="2089150"/>
            <a:ext cx="998538" cy="12207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a16="http://schemas.microsoft.com/office/drawing/2014/main" xmlns="" id="{F9ED6832-E143-46A5-BEDE-DB6969F31A0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a16="http://schemas.microsoft.com/office/drawing/2014/main" xmlns="" id="{2A5206FA-8AC0-4D97-B849-CB9E5D956C21}"/>
              </a:ext>
            </a:extLst>
          </p:cNvPr>
          <p:cNvSpPr>
            <a:spLocks noChangeArrowheads="1"/>
          </p:cNvSpPr>
          <p:nvPr/>
        </p:nvSpPr>
        <p:spPr bwMode="auto">
          <a:xfrm>
            <a:off x="2155825" y="2108200"/>
            <a:ext cx="985838" cy="1195388"/>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a16="http://schemas.microsoft.com/office/drawing/2014/main" xmlns="" id="{0B844651-D0F8-4D4A-8564-83B4253D7942}"/>
              </a:ext>
            </a:extLst>
          </p:cNvPr>
          <p:cNvSpPr>
            <a:spLocks noChangeArrowheads="1"/>
          </p:cNvSpPr>
          <p:nvPr/>
        </p:nvSpPr>
        <p:spPr bwMode="auto">
          <a:xfrm>
            <a:off x="2181225" y="2098675"/>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a16="http://schemas.microsoft.com/office/drawing/2014/main" xmlns="" id="{2FB07380-BAF5-4752-BF7D-B046D6DD3036}"/>
              </a:ext>
            </a:extLst>
          </p:cNvPr>
          <p:cNvSpPr>
            <a:spLocks noChangeArrowheads="1"/>
          </p:cNvSpPr>
          <p:nvPr/>
        </p:nvSpPr>
        <p:spPr bwMode="auto">
          <a:xfrm>
            <a:off x="2181225" y="2092325"/>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a16="http://schemas.microsoft.com/office/drawing/2014/main" xmlns="" id="{5054D291-0697-4316-8BCA-AF35364DF7E0}"/>
              </a:ext>
            </a:extLst>
          </p:cNvPr>
          <p:cNvSpPr>
            <a:spLocks noChangeArrowheads="1"/>
          </p:cNvSpPr>
          <p:nvPr/>
        </p:nvSpPr>
        <p:spPr bwMode="auto">
          <a:xfrm>
            <a:off x="2181225" y="2089150"/>
            <a:ext cx="1004888" cy="11922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a16="http://schemas.microsoft.com/office/drawing/2014/main" xmlns="" id="{34CE39BF-0A01-457A-B10F-2271DE79115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a16="http://schemas.microsoft.com/office/drawing/2014/main" xmlns="" id="{5AB752B0-98E4-4536-A922-C0F815996C09}"/>
              </a:ext>
            </a:extLst>
          </p:cNvPr>
          <p:cNvSpPr>
            <a:spLocks noChangeArrowheads="1"/>
          </p:cNvSpPr>
          <p:nvPr/>
        </p:nvSpPr>
        <p:spPr bwMode="auto">
          <a:xfrm>
            <a:off x="2181225" y="2101850"/>
            <a:ext cx="1588"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a16="http://schemas.microsoft.com/office/drawing/2014/main" xmlns="" id="{1FB66A94-FBB2-4076-9F76-9E9EAAC5E2E5}"/>
              </a:ext>
            </a:extLst>
          </p:cNvPr>
          <p:cNvSpPr>
            <a:spLocks noChangeArrowheads="1"/>
          </p:cNvSpPr>
          <p:nvPr/>
        </p:nvSpPr>
        <p:spPr bwMode="auto">
          <a:xfrm>
            <a:off x="2181225" y="2101850"/>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a16="http://schemas.microsoft.com/office/drawing/2014/main" xmlns="" id="{59541746-04EE-4389-A2E2-39D3E067B698}"/>
              </a:ext>
            </a:extLst>
          </p:cNvPr>
          <p:cNvSpPr>
            <a:spLocks noChangeArrowheads="1"/>
          </p:cNvSpPr>
          <p:nvPr/>
        </p:nvSpPr>
        <p:spPr bwMode="auto">
          <a:xfrm>
            <a:off x="2189163" y="2092325"/>
            <a:ext cx="993775" cy="12017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a16="http://schemas.microsoft.com/office/drawing/2014/main" xmlns="" id="{895B4344-C9C8-4955-9C22-E848BB0EBB99}"/>
              </a:ext>
            </a:extLst>
          </p:cNvPr>
          <p:cNvSpPr>
            <a:spLocks noEditPoints="1" noChangeArrowheads="1"/>
          </p:cNvSpPr>
          <p:nvPr/>
        </p:nvSpPr>
        <p:spPr bwMode="auto">
          <a:xfrm>
            <a:off x="2189163" y="2098675"/>
            <a:ext cx="977900"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a16="http://schemas.microsoft.com/office/drawing/2014/main" xmlns="" id="{2691B07F-7AEB-44A0-B4AE-1AF0FF1D0D83}"/>
              </a:ext>
            </a:extLst>
          </p:cNvPr>
          <p:cNvSpPr>
            <a:spLocks noEditPoints="1" noChangeArrowheads="1"/>
          </p:cNvSpPr>
          <p:nvPr/>
        </p:nvSpPr>
        <p:spPr bwMode="auto">
          <a:xfrm>
            <a:off x="2909888" y="2109788"/>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a16="http://schemas.microsoft.com/office/drawing/2014/main" xmlns="" id="{FB2E26C0-A535-4D34-870F-2DC9AB8C3E63}"/>
              </a:ext>
            </a:extLst>
          </p:cNvPr>
          <p:cNvSpPr>
            <a:spLocks noChangeArrowheads="1"/>
          </p:cNvSpPr>
          <p:nvPr userDrawn="1"/>
        </p:nvSpPr>
        <p:spPr bwMode="auto">
          <a:xfrm>
            <a:off x="2617788" y="3695700"/>
            <a:ext cx="568325" cy="387350"/>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a16="http://schemas.microsoft.com/office/drawing/2014/main" xmlns="" id="{BF2DDFB1-6C1B-4514-9752-CFBF77FA25B1}"/>
              </a:ext>
            </a:extLst>
          </p:cNvPr>
          <p:cNvSpPr/>
          <p:nvPr userDrawn="1"/>
        </p:nvSpPr>
        <p:spPr bwMode="auto">
          <a:xfrm>
            <a:off x="2508250" y="2522538"/>
            <a:ext cx="341313" cy="444500"/>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3" name="increasing-stocks-graphic_38888">
            <a:extLst>
              <a:ext uri="{FF2B5EF4-FFF2-40B4-BE49-F238E27FC236}">
                <a16:creationId xmlns:a16="http://schemas.microsoft.com/office/drawing/2014/main" xmlns="" id="{7B945D96-5651-4B79-8CB4-95DD4AD24423}"/>
              </a:ext>
            </a:extLst>
          </p:cNvPr>
          <p:cNvSpPr>
            <a:spLocks noChangeAspect="1" noChangeArrowheads="1"/>
          </p:cNvSpPr>
          <p:nvPr userDrawn="1"/>
        </p:nvSpPr>
        <p:spPr bwMode="auto">
          <a:xfrm>
            <a:off x="3951288" y="2970213"/>
            <a:ext cx="347662" cy="34290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4" name="组合 123">
            <a:extLst>
              <a:ext uri="{FF2B5EF4-FFF2-40B4-BE49-F238E27FC236}">
                <a16:creationId xmlns:a16="http://schemas.microsoft.com/office/drawing/2014/main" xmlns="" id="{408B5205-2A4B-456E-8135-3354FC249D20}"/>
              </a:ext>
            </a:extLst>
          </p:cNvPr>
          <p:cNvGrpSpPr/>
          <p:nvPr/>
        </p:nvGrpSpPr>
        <p:grpSpPr>
          <a:xfrm>
            <a:off x="937172" y="1836665"/>
            <a:ext cx="10459150" cy="3921025"/>
            <a:chOff x="1728788" y="7356475"/>
            <a:chExt cx="10683874" cy="4005263"/>
          </a:xfrm>
          <a:solidFill>
            <a:schemeClr val="bg1">
              <a:alpha val="20000"/>
            </a:schemeClr>
          </a:solidFill>
        </p:grpSpPr>
        <p:sp>
          <p:nvSpPr>
            <p:cNvPr id="125" name="Freeform 192">
              <a:extLst>
                <a:ext uri="{FF2B5EF4-FFF2-40B4-BE49-F238E27FC236}">
                  <a16:creationId xmlns:a16="http://schemas.microsoft.com/office/drawing/2014/main" xmlns="" id="{58A50D4B-E781-4B8E-B0B8-717CFC9A36B8}"/>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6" name="Freeform 193">
              <a:extLst>
                <a:ext uri="{FF2B5EF4-FFF2-40B4-BE49-F238E27FC236}">
                  <a16:creationId xmlns:a16="http://schemas.microsoft.com/office/drawing/2014/main" xmlns="" id="{42C3B884-6BFA-42E8-B0D5-E83D66B476DD}"/>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7" name="Freeform 194">
              <a:extLst>
                <a:ext uri="{FF2B5EF4-FFF2-40B4-BE49-F238E27FC236}">
                  <a16:creationId xmlns:a16="http://schemas.microsoft.com/office/drawing/2014/main" xmlns="" id="{AC649642-D428-4D63-A6C3-FCE5F6FC2ECD}"/>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8" name="Freeform 195">
              <a:extLst>
                <a:ext uri="{FF2B5EF4-FFF2-40B4-BE49-F238E27FC236}">
                  <a16:creationId xmlns:a16="http://schemas.microsoft.com/office/drawing/2014/main" xmlns="" id="{B582B9E6-10D1-4810-BDCB-33CEB9AE5C13}"/>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9" name="Freeform 196">
              <a:extLst>
                <a:ext uri="{FF2B5EF4-FFF2-40B4-BE49-F238E27FC236}">
                  <a16:creationId xmlns:a16="http://schemas.microsoft.com/office/drawing/2014/main" xmlns="" id="{2D64AF32-6592-48F7-8F90-F628B250CB1A}"/>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30" name="Freeform 197">
              <a:extLst>
                <a:ext uri="{FF2B5EF4-FFF2-40B4-BE49-F238E27FC236}">
                  <a16:creationId xmlns:a16="http://schemas.microsoft.com/office/drawing/2014/main" xmlns="" id="{C7B7BC44-F60B-4CFC-A762-DC1B77B90055}"/>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1" name="Freeform 198">
              <a:extLst>
                <a:ext uri="{FF2B5EF4-FFF2-40B4-BE49-F238E27FC236}">
                  <a16:creationId xmlns:a16="http://schemas.microsoft.com/office/drawing/2014/main" xmlns="" id="{D1A0F323-7BE9-4760-A08B-DC0C71F82299}"/>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2" name="Freeform 199">
              <a:extLst>
                <a:ext uri="{FF2B5EF4-FFF2-40B4-BE49-F238E27FC236}">
                  <a16:creationId xmlns:a16="http://schemas.microsoft.com/office/drawing/2014/main" xmlns="" id="{573B7176-9E7C-4448-8B97-7BC840646C44}"/>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3" name="Freeform 200">
              <a:extLst>
                <a:ext uri="{FF2B5EF4-FFF2-40B4-BE49-F238E27FC236}">
                  <a16:creationId xmlns:a16="http://schemas.microsoft.com/office/drawing/2014/main" xmlns="" id="{25B855A5-D691-4AB7-80BC-8C8ABA078521}"/>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4" name="Freeform 201">
              <a:extLst>
                <a:ext uri="{FF2B5EF4-FFF2-40B4-BE49-F238E27FC236}">
                  <a16:creationId xmlns:a16="http://schemas.microsoft.com/office/drawing/2014/main" xmlns="" id="{0E66EEBF-B104-499C-99BF-2232A7CFAA86}"/>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5" name="Freeform 202">
              <a:extLst>
                <a:ext uri="{FF2B5EF4-FFF2-40B4-BE49-F238E27FC236}">
                  <a16:creationId xmlns:a16="http://schemas.microsoft.com/office/drawing/2014/main" xmlns="" id="{C46644B0-DEA0-494B-80FF-FF2998E8968E}"/>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6" name="Freeform 203">
              <a:extLst>
                <a:ext uri="{FF2B5EF4-FFF2-40B4-BE49-F238E27FC236}">
                  <a16:creationId xmlns:a16="http://schemas.microsoft.com/office/drawing/2014/main" xmlns="" id="{84843ED1-8455-4781-88CA-CEDE3EA329A2}"/>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7" name="Freeform 204">
              <a:extLst>
                <a:ext uri="{FF2B5EF4-FFF2-40B4-BE49-F238E27FC236}">
                  <a16:creationId xmlns:a16="http://schemas.microsoft.com/office/drawing/2014/main" xmlns="" id="{2794E835-85EE-4FB3-B9C5-7B829D44182B}"/>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8" name="Freeform 205">
              <a:extLst>
                <a:ext uri="{FF2B5EF4-FFF2-40B4-BE49-F238E27FC236}">
                  <a16:creationId xmlns:a16="http://schemas.microsoft.com/office/drawing/2014/main" xmlns="" id="{A6A96DDD-881F-4933-8141-B1079D43E40D}"/>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9" name="Freeform 206">
              <a:extLst>
                <a:ext uri="{FF2B5EF4-FFF2-40B4-BE49-F238E27FC236}">
                  <a16:creationId xmlns:a16="http://schemas.microsoft.com/office/drawing/2014/main" xmlns="" id="{91CCE4F0-4E3B-4FC0-9A28-7D5532D360C7}"/>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40" name="Freeform 207">
              <a:extLst>
                <a:ext uri="{FF2B5EF4-FFF2-40B4-BE49-F238E27FC236}">
                  <a16:creationId xmlns:a16="http://schemas.microsoft.com/office/drawing/2014/main" xmlns="" id="{7AD7E107-798E-44E5-9A60-81D6063E552F}"/>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1" name="Freeform 208">
              <a:extLst>
                <a:ext uri="{FF2B5EF4-FFF2-40B4-BE49-F238E27FC236}">
                  <a16:creationId xmlns:a16="http://schemas.microsoft.com/office/drawing/2014/main" xmlns="" id="{B6F24CC8-64D4-45EC-A81B-8E268510B2AE}"/>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2" name="Freeform 209">
              <a:extLst>
                <a:ext uri="{FF2B5EF4-FFF2-40B4-BE49-F238E27FC236}">
                  <a16:creationId xmlns:a16="http://schemas.microsoft.com/office/drawing/2014/main" xmlns="" id="{570606B0-14CE-456E-916D-7B0EF100926A}"/>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3" name="Freeform 210">
              <a:extLst>
                <a:ext uri="{FF2B5EF4-FFF2-40B4-BE49-F238E27FC236}">
                  <a16:creationId xmlns:a16="http://schemas.microsoft.com/office/drawing/2014/main" xmlns="" id="{21926438-26C9-485F-8528-D4EBD2FCD3BD}"/>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1">
              <a:extLst>
                <a:ext uri="{FF2B5EF4-FFF2-40B4-BE49-F238E27FC236}">
                  <a16:creationId xmlns:a16="http://schemas.microsoft.com/office/drawing/2014/main" xmlns="" id="{D6F8F4F0-E282-4028-BD0A-14FE37212B21}"/>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5" name="Freeform 212">
              <a:extLst>
                <a:ext uri="{FF2B5EF4-FFF2-40B4-BE49-F238E27FC236}">
                  <a16:creationId xmlns:a16="http://schemas.microsoft.com/office/drawing/2014/main" xmlns="" id="{49F2D76C-E743-4E53-BCD9-3B76409A0C70}"/>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6" name="Freeform 213">
              <a:extLst>
                <a:ext uri="{FF2B5EF4-FFF2-40B4-BE49-F238E27FC236}">
                  <a16:creationId xmlns:a16="http://schemas.microsoft.com/office/drawing/2014/main" xmlns="" id="{3EC33C70-C173-4119-886B-05C6A3FEE621}"/>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7" name="Freeform 214">
              <a:extLst>
                <a:ext uri="{FF2B5EF4-FFF2-40B4-BE49-F238E27FC236}">
                  <a16:creationId xmlns:a16="http://schemas.microsoft.com/office/drawing/2014/main" xmlns="" id="{5B0986E0-9102-4FE8-8A78-F43B1948E199}"/>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8" name="Freeform 215">
              <a:extLst>
                <a:ext uri="{FF2B5EF4-FFF2-40B4-BE49-F238E27FC236}">
                  <a16:creationId xmlns:a16="http://schemas.microsoft.com/office/drawing/2014/main" xmlns="" id="{4C2CE224-C3E4-435C-9E5F-DFAD396A9B39}"/>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9" name="Freeform 216">
              <a:extLst>
                <a:ext uri="{FF2B5EF4-FFF2-40B4-BE49-F238E27FC236}">
                  <a16:creationId xmlns:a16="http://schemas.microsoft.com/office/drawing/2014/main" xmlns="" id="{3EE7E84E-9FDD-4C43-AEB8-3A0270CCBEF0}"/>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50" name="Freeform 217">
              <a:extLst>
                <a:ext uri="{FF2B5EF4-FFF2-40B4-BE49-F238E27FC236}">
                  <a16:creationId xmlns:a16="http://schemas.microsoft.com/office/drawing/2014/main" xmlns="" id="{9076291C-4C90-4904-AF06-A94D0A908F24}"/>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1" name="Freeform 218">
              <a:extLst>
                <a:ext uri="{FF2B5EF4-FFF2-40B4-BE49-F238E27FC236}">
                  <a16:creationId xmlns:a16="http://schemas.microsoft.com/office/drawing/2014/main" xmlns="" id="{77350675-95D4-42C4-937D-B9404ED3D214}"/>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2" name="Freeform 219">
              <a:extLst>
                <a:ext uri="{FF2B5EF4-FFF2-40B4-BE49-F238E27FC236}">
                  <a16:creationId xmlns:a16="http://schemas.microsoft.com/office/drawing/2014/main" xmlns="" id="{F4C520F9-6C53-4FC2-AE08-184ABD428A0A}"/>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3" name="Freeform 220">
              <a:extLst>
                <a:ext uri="{FF2B5EF4-FFF2-40B4-BE49-F238E27FC236}">
                  <a16:creationId xmlns:a16="http://schemas.microsoft.com/office/drawing/2014/main" xmlns="" id="{51775C85-78BA-4BC7-9DA7-E65A8D3570D1}"/>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4" name="Freeform 221">
              <a:extLst>
                <a:ext uri="{FF2B5EF4-FFF2-40B4-BE49-F238E27FC236}">
                  <a16:creationId xmlns:a16="http://schemas.microsoft.com/office/drawing/2014/main" xmlns="" id="{066B28FA-F507-4F6A-866B-CBEEE43D6578}"/>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5" name="Freeform 222">
              <a:extLst>
                <a:ext uri="{FF2B5EF4-FFF2-40B4-BE49-F238E27FC236}">
                  <a16:creationId xmlns:a16="http://schemas.microsoft.com/office/drawing/2014/main" xmlns="" id="{9BA823AC-0A54-4561-9AF2-6668DED5210E}"/>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6" name="Freeform 223">
              <a:extLst>
                <a:ext uri="{FF2B5EF4-FFF2-40B4-BE49-F238E27FC236}">
                  <a16:creationId xmlns:a16="http://schemas.microsoft.com/office/drawing/2014/main" xmlns="" id="{CD76A1BD-849B-40B9-8635-849C526453AC}"/>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7" name="Freeform 224">
              <a:extLst>
                <a:ext uri="{FF2B5EF4-FFF2-40B4-BE49-F238E27FC236}">
                  <a16:creationId xmlns:a16="http://schemas.microsoft.com/office/drawing/2014/main" xmlns="" id="{2A0EB56E-B765-4A6E-9CB1-93948BBDAD6D}"/>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8" name="Freeform 225">
              <a:extLst>
                <a:ext uri="{FF2B5EF4-FFF2-40B4-BE49-F238E27FC236}">
                  <a16:creationId xmlns:a16="http://schemas.microsoft.com/office/drawing/2014/main" xmlns="" id="{8C224592-BDF6-4F7C-8D70-391E726A53BB}"/>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9" name="Freeform 226">
              <a:extLst>
                <a:ext uri="{FF2B5EF4-FFF2-40B4-BE49-F238E27FC236}">
                  <a16:creationId xmlns:a16="http://schemas.microsoft.com/office/drawing/2014/main" xmlns="" id="{643D17BB-AB5D-40B5-B26F-B16C717896EA}"/>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60" name="Freeform 227">
              <a:extLst>
                <a:ext uri="{FF2B5EF4-FFF2-40B4-BE49-F238E27FC236}">
                  <a16:creationId xmlns:a16="http://schemas.microsoft.com/office/drawing/2014/main" xmlns="" id="{B15EAFBD-9DE6-430C-9E4C-0D0EC0E1350A}"/>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1" name="Freeform 228">
              <a:extLst>
                <a:ext uri="{FF2B5EF4-FFF2-40B4-BE49-F238E27FC236}">
                  <a16:creationId xmlns:a16="http://schemas.microsoft.com/office/drawing/2014/main" xmlns="" id="{1EE8533E-7B34-4C1A-9D4C-F3F650020B8E}"/>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2" name="Freeform 229">
              <a:extLst>
                <a:ext uri="{FF2B5EF4-FFF2-40B4-BE49-F238E27FC236}">
                  <a16:creationId xmlns:a16="http://schemas.microsoft.com/office/drawing/2014/main" xmlns="" id="{AA8EB42A-15EF-4218-9E89-09E076600191}"/>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3" name="Freeform 230">
              <a:extLst>
                <a:ext uri="{FF2B5EF4-FFF2-40B4-BE49-F238E27FC236}">
                  <a16:creationId xmlns:a16="http://schemas.microsoft.com/office/drawing/2014/main" xmlns="" id="{F00CE7C7-86EA-4002-BE71-087D77E8B173}"/>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4" name="Freeform 231">
              <a:extLst>
                <a:ext uri="{FF2B5EF4-FFF2-40B4-BE49-F238E27FC236}">
                  <a16:creationId xmlns:a16="http://schemas.microsoft.com/office/drawing/2014/main" xmlns="" id="{E3C7619A-36B1-4B70-8DF7-CCC35E451F7E}"/>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13" name="标题 1"/>
          <p:cNvSpPr>
            <a:spLocks noGrp="1"/>
          </p:cNvSpPr>
          <p:nvPr userDrawn="1">
            <p:ph type="ctrTitle" hasCustomPrompt="1"/>
          </p:nvPr>
        </p:nvSpPr>
        <p:spPr>
          <a:xfrm>
            <a:off x="6283316" y="2193080"/>
            <a:ext cx="4950229" cy="1621509"/>
          </a:xfrm>
        </p:spPr>
        <p:txBody>
          <a:bodyPr>
            <a:noAutofit/>
          </a:bodyPr>
          <a:lstStyle>
            <a:lvl1pPr marL="0" indent="0" algn="l">
              <a:buFont typeface="Arial" panose="020B0604020202020204" pitchFamily="34" charset="0"/>
              <a:buNone/>
              <a:defRPr sz="8800">
                <a:solidFill>
                  <a:schemeClr val="bg1"/>
                </a:solidFill>
              </a:defRPr>
            </a:lvl1pPr>
          </a:lstStyle>
          <a:p>
            <a:r>
              <a:rPr lang="en-US" altLang="zh-CN" noProof="1"/>
              <a:t>Thanks</a:t>
            </a:r>
            <a:endParaRPr lang="zh-CN" altLang="en-US" noProof="1"/>
          </a:p>
        </p:txBody>
      </p:sp>
      <p:sp>
        <p:nvSpPr>
          <p:cNvPr id="15" name="文本占位符 62"/>
          <p:cNvSpPr>
            <a:spLocks noGrp="1"/>
          </p:cNvSpPr>
          <p:nvPr userDrawn="1">
            <p:ph type="body" sz="quarter" idx="18" hasCustomPrompt="1"/>
          </p:nvPr>
        </p:nvSpPr>
        <p:spPr>
          <a:xfrm>
            <a:off x="6283316" y="4499316"/>
            <a:ext cx="4950229" cy="310871"/>
          </a:xfrm>
        </p:spPr>
        <p:txBody>
          <a:bodyPr rtlCol="0">
            <a:normAutofit/>
          </a:bodyPr>
          <a:lstStyle>
            <a:lvl1pPr marL="0" indent="0" algn="l">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lvl="0"/>
            <a:r>
              <a:rPr lang="en-US" altLang="zh-CN" noProof="1"/>
              <a:t>Data</a:t>
            </a:r>
          </a:p>
        </p:txBody>
      </p:sp>
      <p:sp>
        <p:nvSpPr>
          <p:cNvPr id="6" name="文本占位符 13"/>
          <p:cNvSpPr>
            <a:spLocks noGrp="1"/>
          </p:cNvSpPr>
          <p:nvPr userDrawn="1">
            <p:ph type="body" sz="quarter" idx="10" hasCustomPrompt="1"/>
          </p:nvPr>
        </p:nvSpPr>
        <p:spPr>
          <a:xfrm>
            <a:off x="6283318" y="4203045"/>
            <a:ext cx="4950229"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Tree>
    <p:extLst>
      <p:ext uri="{BB962C8B-B14F-4D97-AF65-F5344CB8AC3E}">
        <p14:creationId xmlns:p14="http://schemas.microsoft.com/office/powerpoint/2010/main" val="108328761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xmlns="" id="{6113CD24-F3A3-42C2-A4C2-4BE6EE2CFDEB}"/>
              </a:ext>
            </a:extLst>
          </p:cNvPr>
          <p:cNvSpPr>
            <a:spLocks noGrp="1" noChangeArrowheads="1"/>
          </p:cNvSpPr>
          <p:nvPr>
            <p:ph type="title" idx="4294967295"/>
          </p:nvPr>
        </p:nvSpPr>
        <p:spPr bwMode="auto">
          <a:xfrm>
            <a:off x="669925" y="0"/>
            <a:ext cx="10850563"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xmlns="" id="{2020242A-7B51-4433-88E0-4DA53E65485A}"/>
              </a:ext>
            </a:extLst>
          </p:cNvPr>
          <p:cNvSpPr>
            <a:spLocks noGrp="1" noChangeArrowheads="1"/>
          </p:cNvSpPr>
          <p:nvPr>
            <p:ph type="body" idx="4294967295"/>
          </p:nvPr>
        </p:nvSpPr>
        <p:spPr bwMode="auto">
          <a:xfrm>
            <a:off x="669925" y="1123950"/>
            <a:ext cx="10850563"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cxnSp>
        <p:nvCxnSpPr>
          <p:cNvPr id="7" name="直接连接符 6">
            <a:extLst>
              <a:ext uri="{FF2B5EF4-FFF2-40B4-BE49-F238E27FC236}">
                <a16:creationId xmlns:a16="http://schemas.microsoft.com/office/drawing/2014/main" xmlns="" id="{9227C1A2-BF7A-415F-B2D5-10EAE8FD94C6}"/>
              </a:ext>
            </a:extLst>
          </p:cNvPr>
          <p:cNvCxnSpPr>
            <a:cxnSpLocks/>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a16="http://schemas.microsoft.com/office/drawing/2014/main" xmlns="" id="{FAC81E72-FAA7-4B1C-89A3-27C0490C863A}"/>
              </a:ext>
            </a:extLst>
          </p:cNvPr>
          <p:cNvPicPr>
            <a:picLocks noChangeAspect="1"/>
          </p:cNvPicPr>
          <p:nvPr userDrawn="1"/>
        </p:nvPicPr>
        <p:blipFill>
          <a:blip r:embed="rId9"/>
          <a:stretch>
            <a:fillRect/>
          </a:stretch>
        </p:blipFill>
        <p:spPr>
          <a:xfrm>
            <a:off x="669925" y="6240463"/>
            <a:ext cx="4170693" cy="206375"/>
          </a:xfrm>
          <a:prstGeom prst="rect">
            <a:avLst/>
          </a:prstGeom>
        </p:spPr>
      </p:pic>
      <p:sp>
        <p:nvSpPr>
          <p:cNvPr id="12" name="文本框 11">
            <a:extLst>
              <a:ext uri="{FF2B5EF4-FFF2-40B4-BE49-F238E27FC236}">
                <a16:creationId xmlns:a16="http://schemas.microsoft.com/office/drawing/2014/main" xmlns="" id="{82F02BE1-6CD5-45BD-B93A-34CD7D9B7B0D}"/>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3" r:id="rId6"/>
    <p:sldLayoutId id="2147483681" r:id="rId7"/>
  </p:sldLayoutIdLst>
  <p:hf sldNum="0" hdr="0" ftr="0" dt="0"/>
  <p:txStyles>
    <p:titleStyle>
      <a:lvl1pPr algn="l" rtl="0" eaLnBrk="1" fontAlgn="base" hangingPunct="1">
        <a:lnSpc>
          <a:spcPct val="90000"/>
        </a:lnSpc>
        <a:spcBef>
          <a:spcPct val="0"/>
        </a:spcBef>
        <a:spcAft>
          <a:spcPct val="0"/>
        </a:spcAft>
        <a:defRPr sz="2800" b="1" kern="1200">
          <a:solidFill>
            <a:schemeClr val="tx1"/>
          </a:solidFill>
          <a:latin typeface="+mj-lt"/>
          <a:ea typeface="+mj-ea"/>
          <a:cs typeface="+mj-cs"/>
        </a:defRPr>
      </a:lvl1pPr>
      <a:lvl2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2pPr>
      <a:lvl3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3pPr>
      <a:lvl4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4pPr>
      <a:lvl5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5pPr>
      <a:lvl6pPr marL="4572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6pPr>
      <a:lvl7pPr marL="9144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7pPr>
      <a:lvl8pPr marL="13716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8pPr>
      <a:lvl9pPr marL="18288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14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A4A3A4"/>
          </p15:clr>
        </p15:guide>
        <p15:guide id="2" pos="7256" userDrawn="1">
          <p15:clr>
            <a:srgbClr val="A4A3A4"/>
          </p15:clr>
        </p15:guide>
        <p15:guide id="3" orient="horz" pos="648" userDrawn="1">
          <p15:clr>
            <a:srgbClr val="A4A3A4"/>
          </p15:clr>
        </p15:guide>
        <p15:guide id="4" orient="horz" pos="712" userDrawn="1">
          <p15:clr>
            <a:srgbClr val="A4A3A4"/>
          </p15:clr>
        </p15:guide>
        <p15:guide id="5" orient="horz" pos="3928" userDrawn="1">
          <p15:clr>
            <a:srgbClr val="A4A3A4"/>
          </p15:clr>
        </p15:guide>
        <p15:guide id="6" orient="horz" pos="3864"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8.jpg"/></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hyperlink" Target="https://t.rock-chips.com/" TargetMode="External"/><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a16="http://schemas.microsoft.com/office/drawing/2014/main" xmlns="" id="{5C674A10-3091-4452-A509-500FDC13F4FE}"/>
              </a:ext>
            </a:extLst>
          </p:cNvPr>
          <p:cNvSpPr>
            <a:spLocks noGrp="1"/>
          </p:cNvSpPr>
          <p:nvPr>
            <p:ph type="subTitle" idx="1"/>
          </p:nvPr>
        </p:nvSpPr>
        <p:spPr/>
        <p:txBody>
          <a:bodyPr/>
          <a:lstStyle/>
          <a:p>
            <a:r>
              <a:rPr lang="zh-CN" altLang="en-US" smtClean="0"/>
              <a:t>课件：嵌入式</a:t>
            </a:r>
            <a:r>
              <a:rPr lang="zh-CN" altLang="en-US" dirty="0" smtClean="0"/>
              <a:t>开发板与边缘计算</a:t>
            </a:r>
            <a:endParaRPr lang="zh-CN" altLang="en-US" dirty="0"/>
          </a:p>
        </p:txBody>
      </p:sp>
      <p:sp>
        <p:nvSpPr>
          <p:cNvPr id="3" name="标题 2">
            <a:extLst>
              <a:ext uri="{FF2B5EF4-FFF2-40B4-BE49-F238E27FC236}">
                <a16:creationId xmlns:a16="http://schemas.microsoft.com/office/drawing/2014/main" xmlns="" id="{37B72B94-1F12-468F-939B-26F0B436DFF1}"/>
              </a:ext>
            </a:extLst>
          </p:cNvPr>
          <p:cNvSpPr>
            <a:spLocks noGrp="1"/>
          </p:cNvSpPr>
          <p:nvPr>
            <p:ph type="ctrTitle"/>
          </p:nvPr>
        </p:nvSpPr>
        <p:spPr>
          <a:xfrm>
            <a:off x="948718" y="1785931"/>
            <a:ext cx="5846365" cy="1198382"/>
          </a:xfrm>
        </p:spPr>
        <p:txBody>
          <a:bodyPr/>
          <a:lstStyle/>
          <a:p>
            <a:r>
              <a:rPr lang="zh-CN" altLang="en-US" dirty="0" smtClean="0"/>
              <a:t>嵌入式设备实现目标检测</a:t>
            </a:r>
            <a:endParaRPr lang="zh-CN" altLang="en-US" dirty="0"/>
          </a:p>
        </p:txBody>
      </p:sp>
      <p:sp>
        <p:nvSpPr>
          <p:cNvPr id="4" name="文本占位符 3">
            <a:extLst>
              <a:ext uri="{FF2B5EF4-FFF2-40B4-BE49-F238E27FC236}">
                <a16:creationId xmlns:a16="http://schemas.microsoft.com/office/drawing/2014/main" xmlns="" id="{D30CE500-237B-4E6E-B7FE-6735EA2F0F52}"/>
              </a:ext>
            </a:extLst>
          </p:cNvPr>
          <p:cNvSpPr>
            <a:spLocks noGrp="1"/>
          </p:cNvSpPr>
          <p:nvPr>
            <p:ph type="body" sz="quarter" idx="10"/>
          </p:nvPr>
        </p:nvSpPr>
        <p:spPr/>
        <p:txBody>
          <a:bodyPr/>
          <a:lstStyle/>
          <a:p>
            <a:r>
              <a:rPr lang="zh-CN" altLang="en-US" dirty="0"/>
              <a:t>杭州钛比科技有限公司</a:t>
            </a:r>
          </a:p>
        </p:txBody>
      </p:sp>
      <p:sp>
        <p:nvSpPr>
          <p:cNvPr id="5" name="文本占位符 4">
            <a:extLst>
              <a:ext uri="{FF2B5EF4-FFF2-40B4-BE49-F238E27FC236}">
                <a16:creationId xmlns:a16="http://schemas.microsoft.com/office/drawing/2014/main" xmlns="" id="{CB507061-DD1C-4DEB-9AE0-8D195E8974B7}"/>
              </a:ext>
            </a:extLst>
          </p:cNvPr>
          <p:cNvSpPr>
            <a:spLocks noGrp="1"/>
          </p:cNvSpPr>
          <p:nvPr>
            <p:ph type="body" sz="quarter" idx="11"/>
          </p:nvPr>
        </p:nvSpPr>
        <p:spPr/>
        <p:txBody>
          <a:bodyPr/>
          <a:lstStyle/>
          <a:p>
            <a:r>
              <a:rPr lang="en-US" altLang="zh-CN" dirty="0"/>
              <a:t>www.terabits.cn</a:t>
            </a:r>
            <a:endParaRPr lang="zh-CN" altLang="en-US" dirty="0"/>
          </a:p>
        </p:txBody>
      </p:sp>
    </p:spTree>
    <p:extLst>
      <p:ext uri="{BB962C8B-B14F-4D97-AF65-F5344CB8AC3E}">
        <p14:creationId xmlns:p14="http://schemas.microsoft.com/office/powerpoint/2010/main" val="1287360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课程目标</a:t>
            </a:r>
            <a:endParaRPr lang="zh-CN" altLang="en-US" dirty="0"/>
          </a:p>
        </p:txBody>
      </p:sp>
      <p:sp>
        <p:nvSpPr>
          <p:cNvPr id="3" name="内容占位符 2"/>
          <p:cNvSpPr>
            <a:spLocks noGrp="1"/>
          </p:cNvSpPr>
          <p:nvPr>
            <p:ph sz="quarter" idx="13"/>
          </p:nvPr>
        </p:nvSpPr>
        <p:spPr/>
        <p:txBody>
          <a:bodyPr/>
          <a:lstStyle/>
          <a:p>
            <a:pPr marL="0" indent="0" defTabSz="2400300">
              <a:lnSpc>
                <a:spcPct val="150000"/>
              </a:lnSpc>
              <a:spcBef>
                <a:spcPts val="600"/>
              </a:spcBef>
              <a:spcAft>
                <a:spcPts val="600"/>
              </a:spcAft>
              <a:buNone/>
            </a:pPr>
            <a:r>
              <a:rPr kumimoji="1" lang="zh-CN" altLang="en-US" b="1" dirty="0">
                <a:latin typeface="微软雅黑" panose="020B0503020204020204" pitchFamily="34" charset="-122"/>
                <a:ea typeface="微软雅黑" panose="020B0503020204020204" pitchFamily="34" charset="-122"/>
              </a:rPr>
              <a:t>学习完本课程后，你将能够</a:t>
            </a:r>
            <a:r>
              <a:rPr kumimoji="1" lang="zh-CN" altLang="en-US" b="1" dirty="0" smtClean="0">
                <a:latin typeface="微软雅黑" panose="020B0503020204020204" pitchFamily="34" charset="-122"/>
                <a:ea typeface="微软雅黑" panose="020B0503020204020204" pitchFamily="34" charset="-122"/>
              </a:rPr>
              <a:t>：</a:t>
            </a: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了解几种常见的嵌入式开发板</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了解边缘计算的概念与应用场景</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endParaRPr kumimoji="1" lang="en-US" altLang="zh-CN"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46861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xmlns="" id="{3D28A7FA-9777-482F-9F1D-686C9423C48A}"/>
              </a:ext>
            </a:extLst>
          </p:cNvPr>
          <p:cNvSpPr>
            <a:spLocks noGrp="1"/>
          </p:cNvSpPr>
          <p:nvPr>
            <p:ph sz="quarter" idx="11"/>
          </p:nvPr>
        </p:nvSpPr>
        <p:spPr/>
        <p:txBody>
          <a:bodyPr/>
          <a:lstStyle/>
          <a:p>
            <a:pPr>
              <a:lnSpc>
                <a:spcPct val="125000"/>
              </a:lnSpc>
              <a:buFont typeface="+mj-lt"/>
              <a:buAutoNum type="arabicPeriod"/>
            </a:pPr>
            <a:r>
              <a:rPr lang="zh-CN" altLang="en-US" dirty="0" smtClean="0"/>
              <a:t>嵌入式开发板介绍</a:t>
            </a:r>
            <a:endParaRPr lang="en-US" altLang="zh-CN" dirty="0" smtClean="0"/>
          </a:p>
          <a:p>
            <a:pPr>
              <a:lnSpc>
                <a:spcPct val="125000"/>
              </a:lnSpc>
              <a:buFont typeface="+mj-lt"/>
              <a:buAutoNum type="arabicPeriod"/>
            </a:pPr>
            <a:r>
              <a:rPr lang="zh-CN" altLang="en-US" dirty="0"/>
              <a:t>树莓</a:t>
            </a:r>
            <a:r>
              <a:rPr lang="zh-CN" altLang="en-US" dirty="0" smtClean="0"/>
              <a:t>派系列</a:t>
            </a:r>
            <a:endParaRPr lang="en-US" altLang="zh-CN" dirty="0" smtClean="0"/>
          </a:p>
          <a:p>
            <a:pPr>
              <a:lnSpc>
                <a:spcPct val="125000"/>
              </a:lnSpc>
              <a:buFont typeface="+mj-lt"/>
              <a:buAutoNum type="arabicPeriod"/>
            </a:pPr>
            <a:r>
              <a:rPr lang="en-US" altLang="zh-CN" dirty="0" err="1" smtClean="0"/>
              <a:t>Jetson</a:t>
            </a:r>
            <a:r>
              <a:rPr lang="zh-CN" altLang="en-US" dirty="0" smtClean="0"/>
              <a:t>系列</a:t>
            </a:r>
            <a:endParaRPr lang="en-US" altLang="zh-CN" dirty="0" smtClean="0"/>
          </a:p>
          <a:p>
            <a:pPr>
              <a:lnSpc>
                <a:spcPct val="125000"/>
              </a:lnSpc>
              <a:buFont typeface="+mj-lt"/>
              <a:buAutoNum type="arabicPeriod"/>
            </a:pPr>
            <a:r>
              <a:rPr lang="en-US" altLang="zh-CN" dirty="0" smtClean="0"/>
              <a:t>RK3399Pro</a:t>
            </a:r>
          </a:p>
          <a:p>
            <a:pPr>
              <a:lnSpc>
                <a:spcPct val="125000"/>
              </a:lnSpc>
              <a:buFont typeface="+mj-lt"/>
              <a:buAutoNum type="arabicPeriod"/>
            </a:pPr>
            <a:r>
              <a:rPr lang="zh-CN" altLang="en-US" dirty="0"/>
              <a:t>边缘计算</a:t>
            </a:r>
          </a:p>
        </p:txBody>
      </p:sp>
    </p:spTree>
    <p:extLst>
      <p:ext uri="{BB962C8B-B14F-4D97-AF65-F5344CB8AC3E}">
        <p14:creationId xmlns:p14="http://schemas.microsoft.com/office/powerpoint/2010/main" val="2184989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/01</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嵌入式开发板介绍</a:t>
            </a:r>
            <a:endParaRPr lang="zh-CN" altLang="en-US" dirty="0"/>
          </a:p>
        </p:txBody>
      </p:sp>
    </p:spTree>
    <p:extLst>
      <p:ext uri="{BB962C8B-B14F-4D97-AF65-F5344CB8AC3E}">
        <p14:creationId xmlns:p14="http://schemas.microsoft.com/office/powerpoint/2010/main" val="1874987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嵌入式开发板</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r>
              <a:rPr lang="zh-CN" altLang="en-US" dirty="0"/>
              <a:t>嵌入式开发板（</a:t>
            </a:r>
            <a:r>
              <a:rPr lang="en-US" altLang="zh-CN" dirty="0"/>
              <a:t>Embedded development board</a:t>
            </a:r>
            <a:r>
              <a:rPr lang="zh-CN" altLang="en-US" dirty="0" smtClean="0"/>
              <a:t>）：</a:t>
            </a:r>
            <a:endParaRPr lang="en-US" altLang="zh-CN" dirty="0" smtClean="0"/>
          </a:p>
          <a:p>
            <a:pPr lvl="1"/>
            <a:r>
              <a:rPr lang="zh-CN" altLang="en-US" dirty="0" smtClean="0"/>
              <a:t>半导体行业分工合作的载体之一</a:t>
            </a:r>
            <a:endParaRPr lang="en-US" altLang="zh-CN" dirty="0" smtClean="0"/>
          </a:p>
          <a:p>
            <a:pPr lvl="1"/>
            <a:r>
              <a:rPr lang="zh-CN" altLang="en-US" dirty="0" smtClean="0"/>
              <a:t>提供基本的底层硬件、系统和驱动</a:t>
            </a:r>
            <a:endParaRPr lang="en-US" altLang="zh-CN" dirty="0" smtClean="0"/>
          </a:p>
          <a:p>
            <a:pPr lvl="1"/>
            <a:r>
              <a:rPr lang="zh-CN" altLang="en-US" dirty="0" smtClean="0"/>
              <a:t>高度集成，灵活性强</a:t>
            </a:r>
            <a:endParaRPr lang="en-US" altLang="zh-CN" dirty="0" smtClean="0"/>
          </a:p>
          <a:p>
            <a:pPr lvl="1"/>
            <a:r>
              <a:rPr lang="zh-CN" altLang="en-US" dirty="0" smtClean="0"/>
              <a:t>应用场景广泛</a:t>
            </a:r>
            <a:endParaRPr lang="en-US" altLang="zh-CN" dirty="0" smtClean="0"/>
          </a:p>
          <a:p>
            <a:pPr lvl="1"/>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4985" y="2328925"/>
            <a:ext cx="5075503" cy="3808349"/>
          </a:xfrm>
          <a:prstGeom prst="rect">
            <a:avLst/>
          </a:prstGeom>
        </p:spPr>
      </p:pic>
    </p:spTree>
    <p:extLst>
      <p:ext uri="{BB962C8B-B14F-4D97-AF65-F5344CB8AC3E}">
        <p14:creationId xmlns:p14="http://schemas.microsoft.com/office/powerpoint/2010/main" val="3928265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嵌入式开发板</a:t>
            </a:r>
            <a:endParaRPr lang="zh-CN" altLang="en-US" dirty="0"/>
          </a:p>
        </p:txBody>
      </p:sp>
      <p:sp>
        <p:nvSpPr>
          <p:cNvPr id="3" name="内容占位符 2"/>
          <p:cNvSpPr>
            <a:spLocks noGrp="1"/>
          </p:cNvSpPr>
          <p:nvPr>
            <p:ph sz="quarter" idx="13"/>
          </p:nvPr>
        </p:nvSpPr>
        <p:spPr/>
        <p:txBody>
          <a:bodyPr/>
          <a:lstStyle/>
          <a:p>
            <a:r>
              <a:rPr lang="zh-CN" altLang="en-US" dirty="0" smtClean="0"/>
              <a:t>硬件系统：</a:t>
            </a:r>
            <a:endParaRPr lang="en-US" altLang="zh-CN" dirty="0" smtClean="0"/>
          </a:p>
          <a:p>
            <a:pPr lvl="1"/>
            <a:r>
              <a:rPr lang="zh-CN" altLang="en-US" dirty="0"/>
              <a:t>嵌入式</a:t>
            </a:r>
            <a:r>
              <a:rPr lang="zh-CN" altLang="en-US" dirty="0" smtClean="0"/>
              <a:t>处理器</a:t>
            </a:r>
            <a:endParaRPr lang="en-US" altLang="zh-CN" dirty="0" smtClean="0"/>
          </a:p>
          <a:p>
            <a:pPr lvl="1"/>
            <a:r>
              <a:rPr lang="zh-CN" altLang="en-US" dirty="0" smtClean="0"/>
              <a:t>存储器</a:t>
            </a:r>
            <a:endParaRPr lang="en-US" altLang="zh-CN" dirty="0" smtClean="0"/>
          </a:p>
          <a:p>
            <a:pPr lvl="2"/>
            <a:r>
              <a:rPr lang="zh-CN" altLang="en-US" dirty="0" smtClean="0"/>
              <a:t>静态</a:t>
            </a:r>
            <a:r>
              <a:rPr lang="zh-CN" altLang="en-US" dirty="0"/>
              <a:t>易失型存储器（</a:t>
            </a:r>
            <a:r>
              <a:rPr lang="en-US" altLang="zh-CN" dirty="0"/>
              <a:t>RAM</a:t>
            </a:r>
            <a:r>
              <a:rPr lang="zh-CN" altLang="en-US" dirty="0"/>
              <a:t>、</a:t>
            </a:r>
            <a:r>
              <a:rPr lang="en-US" altLang="zh-CN" dirty="0"/>
              <a:t>SRAM</a:t>
            </a:r>
            <a:r>
              <a:rPr lang="zh-CN" altLang="en-US" dirty="0" smtClean="0"/>
              <a:t>）</a:t>
            </a:r>
            <a:endParaRPr lang="en-US" altLang="zh-CN" dirty="0" smtClean="0"/>
          </a:p>
          <a:p>
            <a:pPr lvl="2"/>
            <a:r>
              <a:rPr lang="zh-CN" altLang="en-US" dirty="0"/>
              <a:t>动态存储器（</a:t>
            </a:r>
            <a:r>
              <a:rPr lang="en-US" altLang="zh-CN" dirty="0"/>
              <a:t>DRAM</a:t>
            </a:r>
            <a:r>
              <a:rPr lang="zh-CN" altLang="en-US" dirty="0"/>
              <a:t>、</a:t>
            </a:r>
            <a:r>
              <a:rPr lang="en-US" altLang="zh-CN" dirty="0"/>
              <a:t>SDRAM</a:t>
            </a:r>
            <a:r>
              <a:rPr lang="zh-CN" altLang="en-US" dirty="0" smtClean="0"/>
              <a:t>）</a:t>
            </a:r>
            <a:endParaRPr lang="en-US" altLang="zh-CN" dirty="0" smtClean="0"/>
          </a:p>
          <a:p>
            <a:pPr lvl="2"/>
            <a:r>
              <a:rPr lang="zh-CN" altLang="en-US" dirty="0"/>
              <a:t>非易失型存储器（</a:t>
            </a:r>
            <a:r>
              <a:rPr lang="en-US" altLang="zh-CN" dirty="0"/>
              <a:t>ROM</a:t>
            </a:r>
            <a:r>
              <a:rPr lang="zh-CN" altLang="en-US" dirty="0"/>
              <a:t>、</a:t>
            </a:r>
            <a:r>
              <a:rPr lang="en-US" altLang="zh-CN" dirty="0"/>
              <a:t>EPROM</a:t>
            </a:r>
            <a:r>
              <a:rPr lang="zh-CN" altLang="en-US" dirty="0"/>
              <a:t>、</a:t>
            </a:r>
            <a:r>
              <a:rPr lang="en-US" altLang="zh-CN" dirty="0"/>
              <a:t>EEPROM</a:t>
            </a:r>
            <a:r>
              <a:rPr lang="zh-CN" altLang="en-US" dirty="0"/>
              <a:t>、</a:t>
            </a:r>
            <a:r>
              <a:rPr lang="en-US" altLang="zh-CN" dirty="0"/>
              <a:t>Flash</a:t>
            </a:r>
            <a:r>
              <a:rPr lang="zh-CN" altLang="en-US" dirty="0"/>
              <a:t>）</a:t>
            </a:r>
            <a:endParaRPr lang="en-US" altLang="zh-CN" dirty="0" smtClean="0"/>
          </a:p>
          <a:p>
            <a:pPr lvl="1"/>
            <a:r>
              <a:rPr lang="zh-CN" altLang="en-US" dirty="0"/>
              <a:t>嵌入式外围硬件</a:t>
            </a:r>
            <a:r>
              <a:rPr lang="zh-CN" altLang="en-US" dirty="0" smtClean="0"/>
              <a:t>设备</a:t>
            </a:r>
            <a:endParaRPr lang="en-US" altLang="zh-CN" dirty="0" smtClean="0"/>
          </a:p>
          <a:p>
            <a:pPr lvl="2"/>
            <a:r>
              <a:rPr lang="zh-CN" altLang="en-US" dirty="0"/>
              <a:t>串口、以太网接口、</a:t>
            </a:r>
            <a:r>
              <a:rPr lang="en-US" altLang="zh-CN" dirty="0"/>
              <a:t>USB</a:t>
            </a:r>
            <a:r>
              <a:rPr lang="zh-CN" altLang="en-US" dirty="0"/>
              <a:t>、音频接口、液晶显示屏、摄像头等</a:t>
            </a:r>
            <a:endParaRPr lang="en-US" altLang="zh-CN" dirty="0" smtClean="0"/>
          </a:p>
          <a:p>
            <a:r>
              <a:rPr lang="zh-CN" altLang="en-US" dirty="0" smtClean="0"/>
              <a:t>软件系统：</a:t>
            </a:r>
            <a:endParaRPr lang="en-US" altLang="zh-CN" dirty="0" smtClean="0"/>
          </a:p>
          <a:p>
            <a:pPr lvl="1"/>
            <a:r>
              <a:rPr lang="zh-CN" altLang="en-US" dirty="0"/>
              <a:t>底层</a:t>
            </a:r>
            <a:r>
              <a:rPr lang="zh-CN" altLang="en-US" dirty="0" smtClean="0"/>
              <a:t>驱动</a:t>
            </a:r>
            <a:endParaRPr lang="en-US" altLang="zh-CN" dirty="0" smtClean="0"/>
          </a:p>
          <a:p>
            <a:pPr lvl="1"/>
            <a:r>
              <a:rPr lang="zh-CN" altLang="en-US" dirty="0" smtClean="0"/>
              <a:t>操作系统（</a:t>
            </a:r>
            <a:r>
              <a:rPr lang="en-US" altLang="zh-CN" dirty="0" smtClean="0"/>
              <a:t>Operation System</a:t>
            </a:r>
            <a:r>
              <a:rPr lang="zh-CN" altLang="en-US" dirty="0" smtClean="0"/>
              <a:t>）</a:t>
            </a:r>
            <a:endParaRPr lang="en-US" altLang="zh-CN" dirty="0" smtClean="0"/>
          </a:p>
          <a:p>
            <a:pPr lvl="2"/>
            <a:r>
              <a:rPr lang="en-US" altLang="zh-CN" dirty="0" smtClean="0"/>
              <a:t>Linux</a:t>
            </a:r>
            <a:r>
              <a:rPr lang="zh-CN" altLang="en-US" dirty="0"/>
              <a:t>、 </a:t>
            </a:r>
            <a:r>
              <a:rPr lang="en-US" altLang="zh-CN" dirty="0" err="1"/>
              <a:t>uC</a:t>
            </a:r>
            <a:r>
              <a:rPr lang="en-US" altLang="zh-CN" dirty="0"/>
              <a:t>/OS-II</a:t>
            </a:r>
            <a:r>
              <a:rPr lang="zh-CN" altLang="en-US" dirty="0"/>
              <a:t>、</a:t>
            </a:r>
            <a:r>
              <a:rPr lang="en-US" altLang="zh-CN" dirty="0"/>
              <a:t>Windows CE</a:t>
            </a:r>
            <a:r>
              <a:rPr lang="zh-CN" altLang="en-US" dirty="0"/>
              <a:t>、</a:t>
            </a:r>
            <a:r>
              <a:rPr lang="en-US" altLang="zh-CN" dirty="0" err="1"/>
              <a:t>VxWorks</a:t>
            </a:r>
            <a:r>
              <a:rPr lang="zh-CN" altLang="en-US" dirty="0"/>
              <a:t>等</a:t>
            </a:r>
            <a:endParaRPr lang="en-US" altLang="zh-CN" dirty="0" smtClean="0"/>
          </a:p>
          <a:p>
            <a:pPr lvl="1"/>
            <a:r>
              <a:rPr lang="zh-CN" altLang="en-US" dirty="0" smtClean="0"/>
              <a:t>应用程序</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21715" y="1949932"/>
            <a:ext cx="4698773" cy="4187342"/>
          </a:xfrm>
          <a:prstGeom prst="rect">
            <a:avLst/>
          </a:prstGeom>
        </p:spPr>
      </p:pic>
    </p:spTree>
    <p:extLst>
      <p:ext uri="{BB962C8B-B14F-4D97-AF65-F5344CB8AC3E}">
        <p14:creationId xmlns:p14="http://schemas.microsoft.com/office/powerpoint/2010/main" val="12239032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嵌入式开发板</a:t>
            </a:r>
            <a:endParaRPr lang="zh-CN" altLang="en-US" dirty="0"/>
          </a:p>
        </p:txBody>
      </p:sp>
      <p:sp>
        <p:nvSpPr>
          <p:cNvPr id="3" name="内容占位符 2"/>
          <p:cNvSpPr>
            <a:spLocks noGrp="1"/>
          </p:cNvSpPr>
          <p:nvPr>
            <p:ph sz="quarter" idx="13"/>
          </p:nvPr>
        </p:nvSpPr>
        <p:spPr/>
        <p:txBody>
          <a:bodyPr/>
          <a:lstStyle/>
          <a:p>
            <a:r>
              <a:rPr lang="zh-CN" altLang="en-US" dirty="0" smtClean="0"/>
              <a:t>嵌入式处理器：</a:t>
            </a:r>
            <a:endParaRPr lang="en-US" altLang="zh-CN" dirty="0" smtClean="0"/>
          </a:p>
          <a:p>
            <a:pPr lvl="1"/>
            <a:r>
              <a:rPr lang="zh-CN" altLang="en-US" dirty="0"/>
              <a:t>嵌入式微</a:t>
            </a:r>
            <a:r>
              <a:rPr lang="zh-CN" altLang="en-US" dirty="0" smtClean="0"/>
              <a:t>控制器（</a:t>
            </a:r>
            <a:r>
              <a:rPr lang="en-US" altLang="zh-CN" dirty="0" smtClean="0"/>
              <a:t>MCU,</a:t>
            </a:r>
            <a:r>
              <a:rPr lang="zh-CN" altLang="en-US" dirty="0" smtClean="0"/>
              <a:t>单片机）</a:t>
            </a:r>
            <a:endParaRPr lang="en-US" altLang="zh-CN" dirty="0" smtClean="0"/>
          </a:p>
          <a:p>
            <a:pPr lvl="1"/>
            <a:r>
              <a:rPr lang="zh-CN" altLang="en-US" dirty="0"/>
              <a:t>嵌入式微处理器（</a:t>
            </a:r>
            <a:r>
              <a:rPr lang="en-US" altLang="zh-CN" dirty="0"/>
              <a:t>MPU</a:t>
            </a:r>
            <a:r>
              <a:rPr lang="zh-CN" altLang="en-US" dirty="0" smtClean="0"/>
              <a:t>）</a:t>
            </a:r>
            <a:endParaRPr lang="en-US" altLang="zh-CN" dirty="0" smtClean="0"/>
          </a:p>
          <a:p>
            <a:pPr lvl="2"/>
            <a:r>
              <a:rPr lang="zh-CN" altLang="en-US" dirty="0"/>
              <a:t>复杂指令集计算机</a:t>
            </a:r>
            <a:r>
              <a:rPr lang="en-US" altLang="zh-CN" dirty="0" smtClean="0"/>
              <a:t>CISC</a:t>
            </a:r>
          </a:p>
          <a:p>
            <a:pPr lvl="2"/>
            <a:r>
              <a:rPr lang="zh-CN" altLang="en-US" dirty="0"/>
              <a:t>精简指令集计算机</a:t>
            </a:r>
            <a:r>
              <a:rPr lang="en-US" altLang="zh-CN" dirty="0" smtClean="0"/>
              <a:t>RISC</a:t>
            </a:r>
          </a:p>
          <a:p>
            <a:pPr lvl="3"/>
            <a:r>
              <a:rPr lang="en-US" altLang="zh-CN" dirty="0"/>
              <a:t>Silicon Graphics</a:t>
            </a:r>
            <a:r>
              <a:rPr lang="zh-CN" altLang="en-US" dirty="0"/>
              <a:t>公司（硅谷图形公司）的</a:t>
            </a:r>
            <a:r>
              <a:rPr lang="en-US" altLang="zh-CN" dirty="0"/>
              <a:t>MIPS</a:t>
            </a:r>
            <a:r>
              <a:rPr lang="zh-CN" altLang="en-US" dirty="0"/>
              <a:t>技术</a:t>
            </a:r>
          </a:p>
          <a:p>
            <a:pPr lvl="3"/>
            <a:r>
              <a:rPr lang="en-US" altLang="zh-CN" dirty="0"/>
              <a:t>ARM</a:t>
            </a:r>
            <a:r>
              <a:rPr lang="zh-CN" altLang="en-US" dirty="0"/>
              <a:t>公司的</a:t>
            </a:r>
            <a:r>
              <a:rPr lang="en-US" altLang="zh-CN" dirty="0"/>
              <a:t>Advanced RISC Machines</a:t>
            </a:r>
            <a:r>
              <a:rPr lang="zh-CN" altLang="en-US" dirty="0"/>
              <a:t>技术</a:t>
            </a:r>
          </a:p>
          <a:p>
            <a:pPr lvl="1"/>
            <a:r>
              <a:rPr lang="zh-CN" altLang="en-US" dirty="0" smtClean="0"/>
              <a:t>嵌入式</a:t>
            </a:r>
            <a:r>
              <a:rPr lang="en-US" altLang="zh-CN" dirty="0" smtClean="0"/>
              <a:t>DSP</a:t>
            </a:r>
          </a:p>
          <a:p>
            <a:pPr lvl="1"/>
            <a:r>
              <a:rPr lang="zh-CN" altLang="en-US" dirty="0"/>
              <a:t>嵌入式片上系统（</a:t>
            </a:r>
            <a:r>
              <a:rPr lang="en-US" altLang="zh-CN" dirty="0" err="1"/>
              <a:t>SoC</a:t>
            </a:r>
            <a:r>
              <a:rPr lang="zh-CN" altLang="en-US" dirty="0"/>
              <a:t>）</a:t>
            </a: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6113" y="3308349"/>
            <a:ext cx="4524375" cy="2828925"/>
          </a:xfrm>
          <a:prstGeom prst="rect">
            <a:avLst/>
          </a:prstGeom>
        </p:spPr>
      </p:pic>
    </p:spTree>
    <p:extLst>
      <p:ext uri="{BB962C8B-B14F-4D97-AF65-F5344CB8AC3E}">
        <p14:creationId xmlns:p14="http://schemas.microsoft.com/office/powerpoint/2010/main" val="13107577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嵌入式开发板</a:t>
            </a:r>
            <a:endParaRPr lang="zh-CN" altLang="en-US" dirty="0"/>
          </a:p>
        </p:txBody>
      </p:sp>
      <p:sp>
        <p:nvSpPr>
          <p:cNvPr id="3" name="内容占位符 2"/>
          <p:cNvSpPr>
            <a:spLocks noGrp="1"/>
          </p:cNvSpPr>
          <p:nvPr>
            <p:ph sz="quarter" idx="13"/>
          </p:nvPr>
        </p:nvSpPr>
        <p:spPr/>
        <p:txBody>
          <a:bodyPr/>
          <a:lstStyle/>
          <a:p>
            <a:r>
              <a:rPr lang="zh-CN" altLang="en-US" dirty="0" smtClean="0"/>
              <a:t>应用场景：</a:t>
            </a:r>
            <a:endParaRPr lang="en-US" altLang="zh-CN" dirty="0" smtClean="0"/>
          </a:p>
          <a:p>
            <a:pPr lvl="1"/>
            <a:r>
              <a:rPr lang="zh-CN" altLang="en-US" dirty="0" smtClean="0"/>
              <a:t>工业应用</a:t>
            </a:r>
            <a:endParaRPr lang="en-US" altLang="zh-CN" dirty="0" smtClean="0"/>
          </a:p>
          <a:p>
            <a:pPr lvl="2"/>
            <a:r>
              <a:rPr lang="zh-CN" altLang="en-US" dirty="0"/>
              <a:t>机电</a:t>
            </a:r>
            <a:r>
              <a:rPr lang="zh-CN" altLang="en-US" dirty="0" smtClean="0"/>
              <a:t>控制</a:t>
            </a:r>
            <a:endParaRPr lang="en-US" altLang="zh-CN" dirty="0" smtClean="0"/>
          </a:p>
          <a:p>
            <a:pPr lvl="2"/>
            <a:r>
              <a:rPr lang="zh-CN" altLang="en-US" dirty="0" smtClean="0"/>
              <a:t>工业机器人</a:t>
            </a:r>
            <a:endParaRPr lang="en-US" altLang="zh-CN" dirty="0" smtClean="0"/>
          </a:p>
          <a:p>
            <a:pPr lvl="2"/>
            <a:r>
              <a:rPr lang="zh-CN" altLang="en-US" dirty="0" smtClean="0"/>
              <a:t>智能传感器</a:t>
            </a:r>
            <a:endParaRPr lang="en-US" altLang="zh-CN" dirty="0" smtClean="0"/>
          </a:p>
          <a:p>
            <a:pPr lvl="2"/>
            <a:r>
              <a:rPr lang="zh-CN" altLang="en-US" dirty="0"/>
              <a:t>物联网</a:t>
            </a:r>
            <a:endParaRPr lang="en-US" altLang="zh-CN" dirty="0" smtClean="0"/>
          </a:p>
          <a:p>
            <a:pPr lvl="1"/>
            <a:r>
              <a:rPr lang="zh-CN" altLang="en-US" dirty="0" smtClean="0"/>
              <a:t>日常生活</a:t>
            </a:r>
            <a:endParaRPr lang="en-US" altLang="zh-CN" dirty="0" smtClean="0"/>
          </a:p>
          <a:p>
            <a:pPr lvl="2"/>
            <a:r>
              <a:rPr lang="zh-CN" altLang="en-US" dirty="0" smtClean="0"/>
              <a:t>智能家居</a:t>
            </a:r>
            <a:endParaRPr lang="en-US" altLang="zh-CN" dirty="0" smtClean="0"/>
          </a:p>
          <a:p>
            <a:pPr lvl="2"/>
            <a:r>
              <a:rPr lang="zh-CN" altLang="en-US" dirty="0" smtClean="0"/>
              <a:t>智能公路</a:t>
            </a:r>
            <a:endParaRPr lang="en-US" altLang="zh-CN" dirty="0" smtClean="0"/>
          </a:p>
          <a:p>
            <a:pPr lvl="2"/>
            <a:r>
              <a:rPr lang="zh-CN" altLang="en-US" dirty="0" smtClean="0"/>
              <a:t>安防检查</a:t>
            </a:r>
            <a:endParaRPr lang="en-US" altLang="zh-CN" dirty="0" smtClean="0"/>
          </a:p>
          <a:p>
            <a:pPr lvl="2"/>
            <a:r>
              <a:rPr lang="zh-CN" altLang="en-US" dirty="0" smtClean="0"/>
              <a:t>医疗诊断</a:t>
            </a:r>
            <a:endParaRPr lang="en-US" altLang="zh-CN" dirty="0" smtClean="0"/>
          </a:p>
          <a:p>
            <a:pPr lvl="1"/>
            <a:endParaRPr lang="zh-CN" alt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34077" y="1130299"/>
            <a:ext cx="6686411" cy="5006975"/>
          </a:xfrm>
          <a:prstGeom prst="rect">
            <a:avLst/>
          </a:prstGeom>
        </p:spPr>
      </p:pic>
    </p:spTree>
    <p:extLst>
      <p:ext uri="{BB962C8B-B14F-4D97-AF65-F5344CB8AC3E}">
        <p14:creationId xmlns:p14="http://schemas.microsoft.com/office/powerpoint/2010/main" val="2241485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02</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a:t>树莓</a:t>
            </a:r>
            <a:r>
              <a:rPr lang="zh-CN" altLang="en-US" dirty="0" smtClean="0"/>
              <a:t>派系列</a:t>
            </a:r>
            <a:endParaRPr lang="zh-CN" altLang="en-US" dirty="0"/>
          </a:p>
        </p:txBody>
      </p:sp>
    </p:spTree>
    <p:extLst>
      <p:ext uri="{BB962C8B-B14F-4D97-AF65-F5344CB8AC3E}">
        <p14:creationId xmlns:p14="http://schemas.microsoft.com/office/powerpoint/2010/main" val="14767590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树莓派系列</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r>
              <a:rPr lang="zh-CN" altLang="en-US" dirty="0"/>
              <a:t>树莓</a:t>
            </a:r>
            <a:r>
              <a:rPr lang="zh-CN" altLang="en-US" dirty="0" smtClean="0"/>
              <a:t>派（</a:t>
            </a:r>
            <a:r>
              <a:rPr lang="en-US" altLang="zh-CN" dirty="0" smtClean="0"/>
              <a:t>Raspberry </a:t>
            </a:r>
            <a:r>
              <a:rPr lang="en-US" altLang="zh-CN" dirty="0"/>
              <a:t>Pi</a:t>
            </a:r>
            <a:r>
              <a:rPr lang="zh-CN" altLang="en-US" dirty="0" smtClean="0"/>
              <a:t>，</a:t>
            </a:r>
            <a:r>
              <a:rPr lang="en-US" altLang="zh-CN" dirty="0" err="1" smtClean="0"/>
              <a:t>RasPi</a:t>
            </a:r>
            <a:r>
              <a:rPr lang="en-US" altLang="zh-CN" dirty="0" smtClean="0"/>
              <a:t> </a:t>
            </a:r>
            <a:r>
              <a:rPr lang="en-US" altLang="zh-CN" dirty="0"/>
              <a:t>/ </a:t>
            </a:r>
            <a:r>
              <a:rPr lang="en-US" altLang="zh-CN" dirty="0" err="1" smtClean="0"/>
              <a:t>RPi</a:t>
            </a:r>
            <a:r>
              <a:rPr lang="zh-CN" altLang="en-US" dirty="0" smtClean="0"/>
              <a:t>）：</a:t>
            </a:r>
            <a:endParaRPr lang="en-US" altLang="zh-CN" dirty="0" smtClean="0"/>
          </a:p>
          <a:p>
            <a:pPr lvl="1"/>
            <a:r>
              <a:rPr lang="zh-CN" altLang="en-US" dirty="0" smtClean="0"/>
              <a:t>广泛应用于教育领域</a:t>
            </a:r>
            <a:endParaRPr lang="en-US" altLang="zh-CN" dirty="0" smtClean="0"/>
          </a:p>
          <a:p>
            <a:pPr lvl="1"/>
            <a:r>
              <a:rPr lang="zh-CN" altLang="en-US" dirty="0" smtClean="0"/>
              <a:t>基于</a:t>
            </a:r>
            <a:r>
              <a:rPr lang="en-US" altLang="zh-CN" dirty="0" smtClean="0"/>
              <a:t>ARM</a:t>
            </a:r>
            <a:r>
              <a:rPr lang="zh-CN" altLang="en-US" dirty="0" smtClean="0"/>
              <a:t>的微型电脑主板</a:t>
            </a:r>
            <a:endParaRPr lang="en-US" altLang="zh-CN" dirty="0" smtClean="0"/>
          </a:p>
          <a:p>
            <a:pPr lvl="1"/>
            <a:r>
              <a:rPr lang="zh-CN" altLang="en-US" dirty="0" smtClean="0"/>
              <a:t>以</a:t>
            </a:r>
            <a:r>
              <a:rPr lang="en-US" altLang="zh-CN" dirty="0" smtClean="0"/>
              <a:t>SD/</a:t>
            </a:r>
            <a:r>
              <a:rPr lang="en-US" altLang="zh-CN" dirty="0" err="1" smtClean="0"/>
              <a:t>MicroSD</a:t>
            </a:r>
            <a:r>
              <a:rPr lang="zh-CN" altLang="en-US" dirty="0" smtClean="0"/>
              <a:t>卡为内存硬盘</a:t>
            </a:r>
            <a:endParaRPr lang="en-US" altLang="zh-CN" dirty="0" smtClean="0"/>
          </a:p>
          <a:p>
            <a:pPr lvl="1"/>
            <a:r>
              <a:rPr lang="en-US" altLang="zh-CN" dirty="0" smtClean="0"/>
              <a:t>USB</a:t>
            </a:r>
            <a:r>
              <a:rPr lang="zh-CN" altLang="en-US" dirty="0" smtClean="0"/>
              <a:t>接口和以太网接口</a:t>
            </a:r>
            <a:endParaRPr lang="en-US" altLang="zh-CN" dirty="0" smtClean="0"/>
          </a:p>
          <a:p>
            <a:pPr lvl="1"/>
            <a:r>
              <a:rPr lang="zh-CN" altLang="en-US" dirty="0" smtClean="0"/>
              <a:t>电视输出接口和</a:t>
            </a:r>
            <a:r>
              <a:rPr lang="en-US" altLang="zh-CN" dirty="0" smtClean="0"/>
              <a:t>HDMI</a:t>
            </a:r>
            <a:r>
              <a:rPr lang="zh-CN" altLang="en-US" dirty="0"/>
              <a:t>高清</a:t>
            </a:r>
            <a:r>
              <a:rPr lang="zh-CN" altLang="en-US" dirty="0" smtClean="0"/>
              <a:t>视频输出接口</a:t>
            </a:r>
            <a:endParaRPr lang="en-US" altLang="zh-CN" dirty="0" smtClean="0"/>
          </a:p>
          <a:p>
            <a:pPr lvl="1"/>
            <a:r>
              <a:rPr lang="zh-CN" altLang="en-US" dirty="0"/>
              <a:t>体积</a:t>
            </a:r>
            <a:r>
              <a:rPr lang="zh-CN" altLang="en-US" dirty="0" smtClean="0"/>
              <a:t>小，功能强大</a:t>
            </a:r>
            <a:endParaRPr lang="en-US" altLang="zh-CN" dirty="0" smtClean="0"/>
          </a:p>
          <a:p>
            <a:pPr lvl="1"/>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33079" y="1233046"/>
            <a:ext cx="4163132" cy="4801479"/>
          </a:xfrm>
          <a:prstGeom prst="rect">
            <a:avLst/>
          </a:prstGeom>
        </p:spPr>
      </p:pic>
    </p:spTree>
    <p:extLst>
      <p:ext uri="{BB962C8B-B14F-4D97-AF65-F5344CB8AC3E}">
        <p14:creationId xmlns:p14="http://schemas.microsoft.com/office/powerpoint/2010/main" val="18702189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树莓派系列</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pPr>
              <a:lnSpc>
                <a:spcPct val="125000"/>
              </a:lnSpc>
            </a:pPr>
            <a:r>
              <a:rPr lang="zh-CN" altLang="en-US" dirty="0" smtClean="0"/>
              <a:t>树莓派</a:t>
            </a:r>
            <a:r>
              <a:rPr lang="en-US" altLang="zh-CN" dirty="0" smtClean="0"/>
              <a:t>A</a:t>
            </a:r>
            <a:r>
              <a:rPr lang="zh-CN" altLang="en-US" dirty="0" smtClean="0"/>
              <a:t>型：</a:t>
            </a:r>
            <a:endParaRPr lang="en-US" altLang="zh-CN" dirty="0" smtClean="0"/>
          </a:p>
          <a:p>
            <a:pPr lvl="1"/>
            <a:r>
              <a:rPr lang="en-US" altLang="zh-CN" dirty="0" smtClean="0"/>
              <a:t>1</a:t>
            </a:r>
            <a:r>
              <a:rPr lang="zh-CN" altLang="en-US" dirty="0" smtClean="0"/>
              <a:t>个</a:t>
            </a:r>
            <a:r>
              <a:rPr lang="en-US" altLang="zh-CN" dirty="0" smtClean="0"/>
              <a:t>USB</a:t>
            </a:r>
            <a:r>
              <a:rPr lang="zh-CN" altLang="en-US" dirty="0" smtClean="0"/>
              <a:t>接口，无以太网接口</a:t>
            </a:r>
            <a:endParaRPr lang="en-US" altLang="zh-CN" dirty="0" smtClean="0"/>
          </a:p>
          <a:p>
            <a:pPr lvl="1"/>
            <a:r>
              <a:rPr lang="zh-CN" altLang="en-US" dirty="0" smtClean="0"/>
              <a:t>功率</a:t>
            </a:r>
            <a:r>
              <a:rPr lang="en-US" altLang="zh-CN" dirty="0" smtClean="0"/>
              <a:t>2.5W</a:t>
            </a:r>
            <a:r>
              <a:rPr lang="zh-CN" altLang="en-US" dirty="0" smtClean="0"/>
              <a:t>，</a:t>
            </a:r>
            <a:r>
              <a:rPr lang="en-US" altLang="zh-CN" dirty="0" smtClean="0"/>
              <a:t>500mA</a:t>
            </a:r>
          </a:p>
          <a:p>
            <a:pPr lvl="1"/>
            <a:r>
              <a:rPr lang="en-US" altLang="zh-CN" dirty="0" smtClean="0"/>
              <a:t>256MB RAM</a:t>
            </a:r>
            <a:r>
              <a:rPr lang="zh-CN" altLang="en-US" dirty="0" smtClean="0"/>
              <a:t>（内置内存）</a:t>
            </a:r>
            <a:endParaRPr lang="en-US" altLang="zh-CN" dirty="0" smtClean="0"/>
          </a:p>
          <a:p>
            <a:r>
              <a:rPr lang="zh-CN" altLang="en-US" dirty="0" smtClean="0"/>
              <a:t>在</a:t>
            </a:r>
            <a:r>
              <a:rPr lang="en-US" altLang="zh-CN" dirty="0" smtClean="0"/>
              <a:t>A</a:t>
            </a:r>
            <a:r>
              <a:rPr lang="zh-CN" altLang="en-US" dirty="0" smtClean="0"/>
              <a:t>型的基础上推出</a:t>
            </a:r>
            <a:r>
              <a:rPr lang="en-US" altLang="zh-CN" dirty="0" smtClean="0"/>
              <a:t>A+</a:t>
            </a:r>
            <a:r>
              <a:rPr lang="zh-CN" altLang="en-US" dirty="0" smtClean="0"/>
              <a:t>型号，更小的设计</a:t>
            </a:r>
            <a:endParaRPr lang="en-US" altLang="zh-CN" dirty="0" smtClean="0"/>
          </a:p>
          <a:p>
            <a:endParaRPr lang="en-US" altLang="zh-CN" dirty="0"/>
          </a:p>
          <a:p>
            <a:r>
              <a:rPr lang="zh-CN" altLang="en-US" dirty="0" smtClean="0"/>
              <a:t>树莓派</a:t>
            </a:r>
            <a:r>
              <a:rPr lang="en-US" altLang="zh-CN" dirty="0" smtClean="0"/>
              <a:t>B</a:t>
            </a:r>
            <a:r>
              <a:rPr lang="zh-CN" altLang="en-US" dirty="0" smtClean="0"/>
              <a:t>型：</a:t>
            </a:r>
            <a:endParaRPr lang="en-US" altLang="zh-CN" dirty="0" smtClean="0"/>
          </a:p>
          <a:p>
            <a:pPr lvl="1"/>
            <a:r>
              <a:rPr lang="en-US" altLang="zh-CN" dirty="0" smtClean="0"/>
              <a:t>2</a:t>
            </a:r>
            <a:r>
              <a:rPr lang="zh-CN" altLang="en-US" dirty="0" smtClean="0"/>
              <a:t>个</a:t>
            </a:r>
            <a:r>
              <a:rPr lang="en-US" altLang="zh-CN" dirty="0" smtClean="0"/>
              <a:t>USB</a:t>
            </a:r>
            <a:r>
              <a:rPr lang="zh-CN" altLang="en-US" dirty="0" smtClean="0"/>
              <a:t>接口，一个</a:t>
            </a:r>
            <a:r>
              <a:rPr lang="en-US" altLang="zh-CN" dirty="0" smtClean="0"/>
              <a:t>100M</a:t>
            </a:r>
            <a:r>
              <a:rPr lang="zh-CN" altLang="en-US" dirty="0" smtClean="0"/>
              <a:t>以太网接口</a:t>
            </a:r>
            <a:endParaRPr lang="en-US" altLang="zh-CN" dirty="0" smtClean="0"/>
          </a:p>
          <a:p>
            <a:pPr lvl="1"/>
            <a:r>
              <a:rPr lang="zh-CN" altLang="en-US" dirty="0" smtClean="0"/>
              <a:t>功率</a:t>
            </a:r>
            <a:r>
              <a:rPr lang="en-US" altLang="zh-CN" dirty="0" smtClean="0"/>
              <a:t>3.5W</a:t>
            </a:r>
            <a:r>
              <a:rPr lang="zh-CN" altLang="en-US" dirty="0" smtClean="0"/>
              <a:t>，</a:t>
            </a:r>
            <a:r>
              <a:rPr lang="en-US" altLang="zh-CN" dirty="0" smtClean="0"/>
              <a:t>700mA</a:t>
            </a:r>
          </a:p>
          <a:p>
            <a:pPr lvl="1"/>
            <a:r>
              <a:rPr lang="en-US" altLang="zh-CN" dirty="0" smtClean="0"/>
              <a:t>512MB RAM</a:t>
            </a:r>
          </a:p>
          <a:p>
            <a:r>
              <a:rPr lang="zh-CN" altLang="en-US" dirty="0" smtClean="0"/>
              <a:t>在</a:t>
            </a:r>
            <a:r>
              <a:rPr lang="en-US" altLang="zh-CN" dirty="0" smtClean="0"/>
              <a:t>B</a:t>
            </a:r>
            <a:r>
              <a:rPr lang="zh-CN" altLang="en-US" dirty="0" smtClean="0"/>
              <a:t>型的基础上推出</a:t>
            </a:r>
            <a:r>
              <a:rPr lang="en-US" altLang="zh-CN" dirty="0" smtClean="0"/>
              <a:t>B+</a:t>
            </a:r>
            <a:r>
              <a:rPr lang="zh-CN" altLang="en-US" dirty="0" smtClean="0"/>
              <a:t>型号，更多的引脚与接口</a:t>
            </a:r>
            <a:endParaRPr lang="zh-CN" altLang="en-US" dirty="0"/>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85939" y="1130299"/>
            <a:ext cx="2948957" cy="2948957"/>
          </a:xfrm>
          <a:prstGeom prst="rect">
            <a:avLst/>
          </a:prstGeom>
        </p:spPr>
      </p:pic>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49485" y="3720974"/>
            <a:ext cx="3621863" cy="2416300"/>
          </a:xfrm>
          <a:prstGeom prst="rect">
            <a:avLst/>
          </a:prstGeom>
        </p:spPr>
      </p:pic>
    </p:spTree>
    <p:extLst>
      <p:ext uri="{BB962C8B-B14F-4D97-AF65-F5344CB8AC3E}">
        <p14:creationId xmlns:p14="http://schemas.microsoft.com/office/powerpoint/2010/main" val="33155765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树莓派系列</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pPr>
              <a:lnSpc>
                <a:spcPct val="125000"/>
              </a:lnSpc>
            </a:pPr>
            <a:r>
              <a:rPr lang="zh-CN" altLang="en-US" dirty="0" smtClean="0"/>
              <a:t>树莓派主要型号：</a:t>
            </a:r>
            <a:endParaRPr lang="en-US" altLang="zh-CN" dirty="0" smtClean="0"/>
          </a:p>
          <a:p>
            <a:pPr lvl="1"/>
            <a:r>
              <a:rPr lang="en-US" altLang="zh-CN" dirty="0" err="1" smtClean="0"/>
              <a:t>RPi</a:t>
            </a:r>
            <a:r>
              <a:rPr lang="en-US" altLang="zh-CN" dirty="0" smtClean="0"/>
              <a:t> Model A+</a:t>
            </a:r>
          </a:p>
          <a:p>
            <a:pPr lvl="1"/>
            <a:r>
              <a:rPr lang="en-US" altLang="zh-CN" dirty="0" err="1" smtClean="0"/>
              <a:t>RPi</a:t>
            </a:r>
            <a:r>
              <a:rPr lang="en-US" altLang="zh-CN" dirty="0" smtClean="0"/>
              <a:t> Model B+</a:t>
            </a:r>
          </a:p>
          <a:p>
            <a:pPr lvl="1"/>
            <a:r>
              <a:rPr lang="en-US" altLang="zh-CN" dirty="0" err="1" smtClean="0"/>
              <a:t>RPi</a:t>
            </a:r>
            <a:r>
              <a:rPr lang="en-US" altLang="zh-CN" dirty="0" smtClean="0"/>
              <a:t> Zero</a:t>
            </a:r>
            <a:r>
              <a:rPr lang="zh-CN" altLang="en-US" dirty="0" smtClean="0"/>
              <a:t>版本</a:t>
            </a:r>
            <a:endParaRPr lang="en-US" altLang="zh-CN" dirty="0" smtClean="0"/>
          </a:p>
          <a:p>
            <a:pPr lvl="2"/>
            <a:r>
              <a:rPr lang="en-US" altLang="zh-CN" dirty="0" err="1"/>
              <a:t>RPi</a:t>
            </a:r>
            <a:r>
              <a:rPr lang="en-US" altLang="zh-CN" dirty="0"/>
              <a:t> </a:t>
            </a:r>
            <a:r>
              <a:rPr lang="en-US" altLang="zh-CN" dirty="0" smtClean="0"/>
              <a:t>Zero</a:t>
            </a:r>
          </a:p>
          <a:p>
            <a:pPr lvl="2"/>
            <a:r>
              <a:rPr lang="en-US" altLang="zh-CN" dirty="0" err="1"/>
              <a:t>RPi</a:t>
            </a:r>
            <a:r>
              <a:rPr lang="en-US" altLang="zh-CN" dirty="0"/>
              <a:t> </a:t>
            </a:r>
            <a:r>
              <a:rPr lang="en-US" altLang="zh-CN" dirty="0" smtClean="0"/>
              <a:t>Zero W</a:t>
            </a:r>
          </a:p>
          <a:p>
            <a:pPr lvl="1"/>
            <a:r>
              <a:rPr lang="en-US" altLang="zh-CN" dirty="0" err="1"/>
              <a:t>RPi</a:t>
            </a:r>
            <a:r>
              <a:rPr lang="en-US" altLang="zh-CN" dirty="0" smtClean="0"/>
              <a:t> </a:t>
            </a:r>
            <a:r>
              <a:rPr lang="zh-CN" altLang="en-US" dirty="0" smtClean="0"/>
              <a:t>第二代</a:t>
            </a:r>
            <a:endParaRPr lang="en-US" altLang="zh-CN" dirty="0" smtClean="0"/>
          </a:p>
          <a:p>
            <a:pPr lvl="2"/>
            <a:r>
              <a:rPr lang="en-US" altLang="zh-CN" dirty="0" err="1" smtClean="0"/>
              <a:t>RPi</a:t>
            </a:r>
            <a:r>
              <a:rPr lang="en-US" altLang="zh-CN" dirty="0" smtClean="0"/>
              <a:t> 2 Model B</a:t>
            </a:r>
          </a:p>
          <a:p>
            <a:pPr lvl="1"/>
            <a:r>
              <a:rPr lang="en-US" altLang="zh-CN" dirty="0" err="1" smtClean="0"/>
              <a:t>RPi</a:t>
            </a:r>
            <a:r>
              <a:rPr lang="en-US" altLang="zh-CN" dirty="0" smtClean="0"/>
              <a:t> </a:t>
            </a:r>
            <a:r>
              <a:rPr lang="zh-CN" altLang="en-US" dirty="0" smtClean="0"/>
              <a:t>第三代</a:t>
            </a:r>
            <a:endParaRPr lang="en-US" altLang="zh-CN" dirty="0" smtClean="0"/>
          </a:p>
          <a:p>
            <a:pPr lvl="2"/>
            <a:r>
              <a:rPr lang="en-US" altLang="zh-CN" dirty="0" err="1" smtClean="0"/>
              <a:t>RPi</a:t>
            </a:r>
            <a:r>
              <a:rPr lang="en-US" altLang="zh-CN" dirty="0" smtClean="0"/>
              <a:t> 3 </a:t>
            </a:r>
            <a:r>
              <a:rPr lang="en-US" altLang="zh-CN" dirty="0"/>
              <a:t>Model </a:t>
            </a:r>
            <a:r>
              <a:rPr lang="en-US" altLang="zh-CN" dirty="0" smtClean="0"/>
              <a:t>B</a:t>
            </a:r>
          </a:p>
          <a:p>
            <a:pPr lvl="2"/>
            <a:r>
              <a:rPr lang="en-US" altLang="zh-CN" dirty="0" err="1"/>
              <a:t>RPi</a:t>
            </a:r>
            <a:r>
              <a:rPr lang="en-US" altLang="zh-CN" dirty="0"/>
              <a:t> </a:t>
            </a:r>
            <a:r>
              <a:rPr lang="en-US" altLang="zh-CN" dirty="0" smtClean="0"/>
              <a:t>3 Model A+</a:t>
            </a:r>
          </a:p>
          <a:p>
            <a:pPr lvl="2"/>
            <a:r>
              <a:rPr lang="en-US" altLang="zh-CN" dirty="0" err="1"/>
              <a:t>RPi</a:t>
            </a:r>
            <a:r>
              <a:rPr lang="en-US" altLang="zh-CN" dirty="0"/>
              <a:t> </a:t>
            </a:r>
            <a:r>
              <a:rPr lang="en-US" altLang="zh-CN" dirty="0" smtClean="0"/>
              <a:t>3 Model B+</a:t>
            </a:r>
          </a:p>
          <a:p>
            <a:pPr lvl="1"/>
            <a:r>
              <a:rPr lang="en-US" altLang="zh-CN" dirty="0" err="1"/>
              <a:t>RPi</a:t>
            </a:r>
            <a:r>
              <a:rPr lang="en-US" altLang="zh-CN" dirty="0"/>
              <a:t> </a:t>
            </a:r>
            <a:r>
              <a:rPr lang="zh-CN" altLang="en-US" dirty="0" smtClean="0"/>
              <a:t>第四代</a:t>
            </a:r>
            <a:endParaRPr lang="en-US" altLang="zh-CN" dirty="0" smtClean="0"/>
          </a:p>
          <a:p>
            <a:pPr lvl="2"/>
            <a:r>
              <a:rPr lang="en-US" altLang="zh-CN" dirty="0" err="1"/>
              <a:t>RPi</a:t>
            </a:r>
            <a:r>
              <a:rPr lang="en-US" altLang="zh-CN" dirty="0"/>
              <a:t> </a:t>
            </a:r>
            <a:r>
              <a:rPr lang="en-US" altLang="zh-CN" dirty="0" smtClean="0"/>
              <a:t>4 Model B</a:t>
            </a: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8385" y="1130299"/>
            <a:ext cx="4524375" cy="5006975"/>
          </a:xfrm>
          <a:prstGeom prst="rect">
            <a:avLst/>
          </a:prstGeom>
        </p:spPr>
      </p:pic>
    </p:spTree>
    <p:extLst>
      <p:ext uri="{BB962C8B-B14F-4D97-AF65-F5344CB8AC3E}">
        <p14:creationId xmlns:p14="http://schemas.microsoft.com/office/powerpoint/2010/main" val="20409123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树莓派系列</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pPr>
              <a:lnSpc>
                <a:spcPct val="125000"/>
              </a:lnSpc>
            </a:pPr>
            <a:r>
              <a:rPr lang="zh-CN" altLang="en-US" dirty="0" smtClean="0"/>
              <a:t>树莓派</a:t>
            </a:r>
            <a:r>
              <a:rPr lang="en-US" altLang="zh-CN" dirty="0" smtClean="0"/>
              <a:t>3B+</a:t>
            </a:r>
            <a:r>
              <a:rPr lang="zh-CN" altLang="en-US" dirty="0" smtClean="0"/>
              <a:t>结构解析如图：</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95674" y="1571802"/>
            <a:ext cx="5824814" cy="4123968"/>
          </a:xfrm>
          <a:prstGeom prst="rect">
            <a:avLst/>
          </a:prstGeom>
        </p:spPr>
      </p:pic>
    </p:spTree>
    <p:extLst>
      <p:ext uri="{BB962C8B-B14F-4D97-AF65-F5344CB8AC3E}">
        <p14:creationId xmlns:p14="http://schemas.microsoft.com/office/powerpoint/2010/main" val="10493773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03</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en-US" altLang="zh-CN" dirty="0" err="1" smtClean="0"/>
              <a:t>Jetson</a:t>
            </a:r>
            <a:r>
              <a:rPr lang="zh-CN" altLang="en-US" dirty="0" smtClean="0"/>
              <a:t>系列</a:t>
            </a:r>
            <a:endParaRPr lang="zh-CN" altLang="en-US" dirty="0"/>
          </a:p>
        </p:txBody>
      </p:sp>
    </p:spTree>
    <p:extLst>
      <p:ext uri="{BB962C8B-B14F-4D97-AF65-F5344CB8AC3E}">
        <p14:creationId xmlns:p14="http://schemas.microsoft.com/office/powerpoint/2010/main" val="8961431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en-US" altLang="zh-CN" dirty="0" err="1"/>
              <a:t>Jetson</a:t>
            </a:r>
            <a:r>
              <a:rPr lang="zh-CN" altLang="en-US" dirty="0" smtClean="0"/>
              <a:t>系列</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pPr>
              <a:lnSpc>
                <a:spcPct val="125000"/>
              </a:lnSpc>
            </a:pPr>
            <a:r>
              <a:rPr lang="en-US" altLang="zh-CN" dirty="0" smtClean="0"/>
              <a:t>NVIDIA </a:t>
            </a:r>
            <a:r>
              <a:rPr lang="en-US" altLang="zh-CN" dirty="0" err="1" smtClean="0"/>
              <a:t>Jetson</a:t>
            </a:r>
            <a:r>
              <a:rPr lang="zh-CN" altLang="en-US" dirty="0" smtClean="0"/>
              <a:t>：</a:t>
            </a:r>
            <a:endParaRPr lang="en-US" altLang="zh-CN" dirty="0" smtClean="0"/>
          </a:p>
          <a:p>
            <a:pPr lvl="1"/>
            <a:r>
              <a:rPr lang="zh-CN" altLang="en-US" dirty="0" smtClean="0"/>
              <a:t>由</a:t>
            </a:r>
            <a:r>
              <a:rPr lang="en-US" altLang="zh-CN" dirty="0" smtClean="0"/>
              <a:t>NVIDIA</a:t>
            </a:r>
            <a:r>
              <a:rPr lang="zh-CN" altLang="en-US" dirty="0" smtClean="0"/>
              <a:t>设计的嵌入式系统（</a:t>
            </a:r>
            <a:r>
              <a:rPr lang="en-US" altLang="zh-CN" dirty="0" smtClean="0"/>
              <a:t>AI</a:t>
            </a:r>
            <a:r>
              <a:rPr lang="zh-CN" altLang="en-US" dirty="0" smtClean="0"/>
              <a:t>平台）</a:t>
            </a:r>
            <a:endParaRPr lang="en-US" altLang="zh-CN" dirty="0" smtClean="0"/>
          </a:p>
          <a:p>
            <a:pPr lvl="1"/>
            <a:r>
              <a:rPr lang="zh-CN" altLang="en-US" dirty="0" smtClean="0"/>
              <a:t>完备的模块化系统</a:t>
            </a:r>
            <a:endParaRPr lang="en-US" altLang="zh-CN" dirty="0" smtClean="0"/>
          </a:p>
          <a:p>
            <a:pPr lvl="1"/>
            <a:r>
              <a:rPr lang="zh-CN" altLang="en-US" dirty="0" smtClean="0"/>
              <a:t>具备可扩展性</a:t>
            </a:r>
            <a:endParaRPr lang="en-US" altLang="zh-CN" dirty="0" smtClean="0"/>
          </a:p>
          <a:p>
            <a:pPr lvl="1"/>
            <a:r>
              <a:rPr lang="zh-CN" altLang="en-US" dirty="0" smtClean="0"/>
              <a:t>应用场合广泛，适用于边缘计算</a:t>
            </a:r>
            <a:endParaRPr lang="zh-CN" altLang="en-US" dirty="0"/>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83786" y="1594493"/>
            <a:ext cx="5436702" cy="4078586"/>
          </a:xfrm>
          <a:prstGeom prst="rect">
            <a:avLst/>
          </a:prstGeom>
        </p:spPr>
      </p:pic>
    </p:spTree>
    <p:extLst>
      <p:ext uri="{BB962C8B-B14F-4D97-AF65-F5344CB8AC3E}">
        <p14:creationId xmlns:p14="http://schemas.microsoft.com/office/powerpoint/2010/main" val="42817517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en-US" altLang="zh-CN" dirty="0" err="1"/>
              <a:t>Jetson</a:t>
            </a:r>
            <a:r>
              <a:rPr lang="zh-CN" altLang="en-US" dirty="0" smtClean="0"/>
              <a:t>系列</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r>
              <a:rPr lang="en-US" altLang="zh-CN" dirty="0" err="1"/>
              <a:t>Jetson</a:t>
            </a:r>
            <a:r>
              <a:rPr lang="en-US" altLang="zh-CN" dirty="0"/>
              <a:t> </a:t>
            </a:r>
            <a:r>
              <a:rPr lang="en-US" altLang="zh-CN" dirty="0" smtClean="0"/>
              <a:t>Nano</a:t>
            </a:r>
            <a:r>
              <a:rPr lang="zh-CN" altLang="en-US" dirty="0" smtClean="0"/>
              <a:t>：</a:t>
            </a:r>
            <a:endParaRPr lang="en-US" altLang="zh-CN" dirty="0" smtClean="0"/>
          </a:p>
          <a:p>
            <a:pPr lvl="1"/>
            <a:r>
              <a:rPr lang="zh-CN" altLang="en-US" dirty="0" smtClean="0"/>
              <a:t>低成本</a:t>
            </a:r>
            <a:r>
              <a:rPr lang="zh-CN" altLang="en-US" dirty="0"/>
              <a:t>的 </a:t>
            </a:r>
            <a:r>
              <a:rPr lang="en-US" altLang="zh-CN" dirty="0"/>
              <a:t>AI </a:t>
            </a:r>
            <a:r>
              <a:rPr lang="zh-CN" altLang="en-US" dirty="0" smtClean="0"/>
              <a:t>计算机</a:t>
            </a:r>
            <a:endParaRPr lang="en-US" altLang="zh-CN" dirty="0" smtClean="0"/>
          </a:p>
          <a:p>
            <a:pPr lvl="1"/>
            <a:r>
              <a:rPr lang="zh-CN" altLang="en-US" dirty="0" smtClean="0"/>
              <a:t>可并行</a:t>
            </a:r>
            <a:r>
              <a:rPr lang="zh-CN" altLang="en-US" dirty="0"/>
              <a:t>运行多个神经网络</a:t>
            </a:r>
            <a:r>
              <a:rPr lang="zh-CN" altLang="en-US" dirty="0" smtClean="0"/>
              <a:t>，</a:t>
            </a:r>
            <a:endParaRPr lang="en-US" altLang="zh-CN" dirty="0" smtClean="0"/>
          </a:p>
          <a:p>
            <a:pPr lvl="1"/>
            <a:r>
              <a:rPr lang="zh-CN" altLang="en-US" dirty="0" smtClean="0"/>
              <a:t>同时</a:t>
            </a:r>
            <a:r>
              <a:rPr lang="zh-CN" altLang="en-US" dirty="0"/>
              <a:t>处理来自多个高清传感器的数据。</a:t>
            </a: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006" y="2616834"/>
            <a:ext cx="10058400" cy="3520440"/>
          </a:xfrm>
          <a:prstGeom prst="rect">
            <a:avLst/>
          </a:prstGeom>
        </p:spPr>
      </p:pic>
    </p:spTree>
    <p:extLst>
      <p:ext uri="{BB962C8B-B14F-4D97-AF65-F5344CB8AC3E}">
        <p14:creationId xmlns:p14="http://schemas.microsoft.com/office/powerpoint/2010/main" val="36645433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en-US" altLang="zh-CN" dirty="0" err="1"/>
              <a:t>Jetson</a:t>
            </a:r>
            <a:r>
              <a:rPr lang="zh-CN" altLang="en-US" dirty="0" smtClean="0"/>
              <a:t>系列</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r>
              <a:rPr lang="en-US" altLang="zh-CN" dirty="0" err="1"/>
              <a:t>Jetson</a:t>
            </a:r>
            <a:r>
              <a:rPr lang="en-US" altLang="zh-CN" dirty="0"/>
              <a:t> </a:t>
            </a:r>
            <a:r>
              <a:rPr lang="en-US" altLang="zh-CN" dirty="0" smtClean="0"/>
              <a:t>TX2</a:t>
            </a:r>
            <a:r>
              <a:rPr lang="zh-CN" altLang="en-US" dirty="0" smtClean="0"/>
              <a:t>：</a:t>
            </a:r>
            <a:endParaRPr lang="en-US" altLang="zh-CN" dirty="0" smtClean="0"/>
          </a:p>
          <a:p>
            <a:pPr lvl="1"/>
            <a:r>
              <a:rPr lang="zh-CN" altLang="en-US" dirty="0" smtClean="0"/>
              <a:t>适用于</a:t>
            </a:r>
            <a:r>
              <a:rPr lang="zh-CN" altLang="en-US" dirty="0"/>
              <a:t>边缘设备 </a:t>
            </a:r>
            <a:r>
              <a:rPr lang="en-US" altLang="zh-CN" dirty="0"/>
              <a:t>AI </a:t>
            </a:r>
            <a:r>
              <a:rPr lang="zh-CN" altLang="en-US" dirty="0" smtClean="0"/>
              <a:t>应用</a:t>
            </a:r>
            <a:endParaRPr lang="en-US" altLang="zh-CN" dirty="0" smtClean="0"/>
          </a:p>
          <a:p>
            <a:pPr lvl="1"/>
            <a:r>
              <a:rPr lang="zh-CN" altLang="en-US" dirty="0" smtClean="0"/>
              <a:t>有</a:t>
            </a:r>
            <a:r>
              <a:rPr lang="zh-CN" altLang="en-US" dirty="0"/>
              <a:t>三个版本</a:t>
            </a:r>
            <a:r>
              <a:rPr lang="zh-CN" altLang="en-US" dirty="0" smtClean="0"/>
              <a:t>：</a:t>
            </a:r>
            <a:endParaRPr lang="en-US" altLang="zh-CN" dirty="0" smtClean="0"/>
          </a:p>
          <a:p>
            <a:pPr lvl="2"/>
            <a:r>
              <a:rPr lang="en-US" altLang="zh-CN" dirty="0" err="1" smtClean="0"/>
              <a:t>Jetson</a:t>
            </a:r>
            <a:r>
              <a:rPr lang="en-US" altLang="zh-CN" dirty="0" smtClean="0"/>
              <a:t> </a:t>
            </a:r>
            <a:r>
              <a:rPr lang="en-US" altLang="zh-CN" dirty="0"/>
              <a:t>TX2 (</a:t>
            </a:r>
            <a:r>
              <a:rPr lang="en-US" altLang="zh-CN" dirty="0" smtClean="0"/>
              <a:t>8GB)</a:t>
            </a:r>
            <a:endParaRPr lang="en-US" altLang="zh-CN" dirty="0"/>
          </a:p>
          <a:p>
            <a:pPr lvl="2"/>
            <a:r>
              <a:rPr lang="en-US" altLang="zh-CN" dirty="0" err="1" smtClean="0"/>
              <a:t>Jetson</a:t>
            </a:r>
            <a:r>
              <a:rPr lang="en-US" altLang="zh-CN" dirty="0" smtClean="0"/>
              <a:t> TX2i</a:t>
            </a:r>
          </a:p>
          <a:p>
            <a:pPr lvl="2"/>
            <a:r>
              <a:rPr lang="en-US" altLang="zh-CN" dirty="0" err="1" smtClean="0"/>
              <a:t>Jetson</a:t>
            </a:r>
            <a:r>
              <a:rPr lang="en-US" altLang="zh-CN" dirty="0" smtClean="0"/>
              <a:t> </a:t>
            </a:r>
            <a:r>
              <a:rPr lang="en-US" altLang="zh-CN" dirty="0"/>
              <a:t>TX2 </a:t>
            </a:r>
            <a:r>
              <a:rPr lang="en-US" altLang="zh-CN" dirty="0" smtClean="0"/>
              <a:t>4GB</a:t>
            </a:r>
            <a:endParaRPr lang="zh-CN" altLang="en-US" dirty="0"/>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07802" y="1130299"/>
            <a:ext cx="6812686" cy="5005376"/>
          </a:xfrm>
          <a:prstGeom prst="rect">
            <a:avLst/>
          </a:prstGeom>
        </p:spPr>
      </p:pic>
    </p:spTree>
    <p:extLst>
      <p:ext uri="{BB962C8B-B14F-4D97-AF65-F5344CB8AC3E}">
        <p14:creationId xmlns:p14="http://schemas.microsoft.com/office/powerpoint/2010/main" val="29339850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en-US" altLang="zh-CN" dirty="0" err="1"/>
              <a:t>Jetson</a:t>
            </a:r>
            <a:r>
              <a:rPr lang="zh-CN" altLang="en-US" dirty="0" smtClean="0"/>
              <a:t>系列</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r>
              <a:rPr lang="en-US" altLang="zh-CN" dirty="0" err="1"/>
              <a:t>Jetson</a:t>
            </a:r>
            <a:r>
              <a:rPr lang="en-US" altLang="zh-CN" dirty="0"/>
              <a:t> AGX </a:t>
            </a:r>
            <a:r>
              <a:rPr lang="en-US" altLang="zh-CN" dirty="0" smtClean="0"/>
              <a:t>Xavier</a:t>
            </a:r>
            <a:r>
              <a:rPr lang="zh-CN" altLang="en-US" dirty="0" smtClean="0"/>
              <a:t>：</a:t>
            </a:r>
            <a:endParaRPr lang="en-US" altLang="zh-CN" dirty="0" smtClean="0"/>
          </a:p>
          <a:p>
            <a:pPr lvl="1"/>
            <a:r>
              <a:rPr lang="zh-CN" altLang="en-US" dirty="0" smtClean="0"/>
              <a:t>具有</a:t>
            </a:r>
            <a:r>
              <a:rPr lang="zh-CN" altLang="en-US" dirty="0"/>
              <a:t>六个计算机</a:t>
            </a:r>
            <a:r>
              <a:rPr lang="zh-CN" altLang="en-US" dirty="0" smtClean="0"/>
              <a:t>主板</a:t>
            </a:r>
            <a:endParaRPr lang="en-US" altLang="zh-CN" dirty="0" smtClean="0"/>
          </a:p>
          <a:p>
            <a:pPr lvl="1"/>
            <a:r>
              <a:rPr lang="zh-CN" altLang="en-US" dirty="0" smtClean="0"/>
              <a:t>用于</a:t>
            </a:r>
            <a:r>
              <a:rPr lang="zh-CN" altLang="en-US" dirty="0"/>
              <a:t>处理传感器数据和运行自主机器</a:t>
            </a:r>
            <a:r>
              <a:rPr lang="zh-CN" altLang="en-US" dirty="0" smtClean="0"/>
              <a:t>软件</a:t>
            </a:r>
            <a:endParaRPr lang="en-US" altLang="zh-CN" dirty="0" smtClean="0"/>
          </a:p>
          <a:p>
            <a:pPr lvl="1"/>
            <a:r>
              <a:rPr lang="zh-CN" altLang="en-US" dirty="0" smtClean="0"/>
              <a:t>提供</a:t>
            </a:r>
            <a:r>
              <a:rPr lang="zh-CN" altLang="en-US" dirty="0"/>
              <a:t>完全自主机器所需的性能和能效。</a:t>
            </a: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05638" y="1376361"/>
            <a:ext cx="4514850" cy="4514850"/>
          </a:xfrm>
          <a:prstGeom prst="rect">
            <a:avLst/>
          </a:prstGeom>
        </p:spPr>
      </p:pic>
    </p:spTree>
    <p:extLst>
      <p:ext uri="{BB962C8B-B14F-4D97-AF65-F5344CB8AC3E}">
        <p14:creationId xmlns:p14="http://schemas.microsoft.com/office/powerpoint/2010/main" val="34186456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en-US" altLang="zh-CN" dirty="0" err="1"/>
              <a:t>Jetson</a:t>
            </a:r>
            <a:r>
              <a:rPr lang="zh-CN" altLang="en-US" dirty="0" smtClean="0"/>
              <a:t>系列</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r>
              <a:rPr lang="en-US" altLang="zh-CN" dirty="0" err="1"/>
              <a:t>Jetson</a:t>
            </a:r>
            <a:r>
              <a:rPr lang="en-US" altLang="zh-CN" dirty="0"/>
              <a:t> Xavier </a:t>
            </a:r>
            <a:r>
              <a:rPr lang="en-US" altLang="zh-CN" dirty="0" smtClean="0"/>
              <a:t>NX</a:t>
            </a:r>
            <a:r>
              <a:rPr lang="zh-CN" altLang="en-US" dirty="0" smtClean="0"/>
              <a:t>：</a:t>
            </a:r>
            <a:endParaRPr lang="en-US" altLang="zh-CN" dirty="0" smtClean="0"/>
          </a:p>
          <a:p>
            <a:pPr lvl="1"/>
            <a:r>
              <a:rPr lang="zh-CN" altLang="en-US" dirty="0" smtClean="0"/>
              <a:t>外形</a:t>
            </a:r>
            <a:r>
              <a:rPr lang="zh-CN" altLang="en-US" dirty="0"/>
              <a:t>小巧的</a:t>
            </a:r>
            <a:r>
              <a:rPr lang="zh-CN" altLang="en-US" dirty="0" smtClean="0"/>
              <a:t>模块</a:t>
            </a:r>
            <a:endParaRPr lang="en-US" altLang="zh-CN" dirty="0" smtClean="0"/>
          </a:p>
          <a:p>
            <a:pPr lvl="1"/>
            <a:r>
              <a:rPr lang="zh-CN" altLang="en-US" dirty="0" smtClean="0"/>
              <a:t>可</a:t>
            </a:r>
            <a:r>
              <a:rPr lang="zh-CN" altLang="en-US" dirty="0"/>
              <a:t>为边缘提供性能高达 </a:t>
            </a:r>
            <a:r>
              <a:rPr lang="en-US" altLang="zh-CN" dirty="0"/>
              <a:t>21 TOPs </a:t>
            </a:r>
            <a:r>
              <a:rPr lang="zh-CN" altLang="en-US" dirty="0"/>
              <a:t>的加速 </a:t>
            </a:r>
            <a:r>
              <a:rPr lang="en-US" altLang="zh-CN" dirty="0"/>
              <a:t>AI </a:t>
            </a:r>
            <a:r>
              <a:rPr lang="zh-CN" altLang="en-US" dirty="0" smtClean="0"/>
              <a:t>计算</a:t>
            </a:r>
            <a:endParaRPr lang="en-US" altLang="zh-CN" dirty="0" smtClean="0"/>
          </a:p>
          <a:p>
            <a:pPr lvl="1"/>
            <a:r>
              <a:rPr lang="zh-CN" altLang="en-US" dirty="0" smtClean="0"/>
              <a:t>并行</a:t>
            </a:r>
            <a:r>
              <a:rPr lang="zh-CN" altLang="en-US" dirty="0"/>
              <a:t>运行多个现代</a:t>
            </a:r>
            <a:r>
              <a:rPr lang="zh-CN" altLang="en-US" dirty="0" smtClean="0"/>
              <a:t>神经网络</a:t>
            </a:r>
            <a:endParaRPr lang="en-US" altLang="zh-CN" dirty="0" smtClean="0"/>
          </a:p>
          <a:p>
            <a:pPr lvl="1"/>
            <a:r>
              <a:rPr lang="zh-CN" altLang="en-US" dirty="0" smtClean="0"/>
              <a:t>可处理</a:t>
            </a:r>
            <a:r>
              <a:rPr lang="zh-CN" altLang="en-US" dirty="0"/>
              <a:t>来自多个高分辨率传感器的</a:t>
            </a:r>
            <a:r>
              <a:rPr lang="zh-CN" altLang="en-US" dirty="0" smtClean="0"/>
              <a:t>数据</a:t>
            </a:r>
            <a:endParaRPr lang="en-US" altLang="zh-CN" dirty="0" smtClean="0"/>
          </a:p>
          <a:p>
            <a:pPr lvl="1"/>
            <a:r>
              <a:rPr lang="zh-CN" altLang="en-US" dirty="0" smtClean="0"/>
              <a:t>支持</a:t>
            </a:r>
            <a:r>
              <a:rPr lang="zh-CN" altLang="en-US" dirty="0"/>
              <a:t>所有热门 </a:t>
            </a:r>
            <a:r>
              <a:rPr lang="en-US" altLang="zh-CN" dirty="0"/>
              <a:t>AI </a:t>
            </a:r>
            <a:r>
              <a:rPr lang="zh-CN" altLang="en-US" dirty="0"/>
              <a:t>框架</a:t>
            </a:r>
            <a:endParaRPr lang="en-US" altLang="zh-CN" dirty="0" smtClean="0"/>
          </a:p>
          <a:p>
            <a:pPr lvl="1"/>
            <a:r>
              <a:rPr lang="zh-CN" altLang="en-US" dirty="0" smtClean="0"/>
              <a:t>满足</a:t>
            </a:r>
            <a:r>
              <a:rPr lang="zh-CN" altLang="en-US" dirty="0"/>
              <a:t>完整 </a:t>
            </a:r>
            <a:r>
              <a:rPr lang="en-US" altLang="zh-CN" dirty="0"/>
              <a:t>AI </a:t>
            </a:r>
            <a:r>
              <a:rPr lang="zh-CN" altLang="en-US" dirty="0"/>
              <a:t>系统的</a:t>
            </a:r>
            <a:r>
              <a:rPr lang="zh-CN" altLang="en-US" dirty="0" smtClean="0"/>
              <a:t>需求</a:t>
            </a:r>
            <a:endParaRPr lang="en-US" altLang="zh-CN" dirty="0" smtClean="0"/>
          </a:p>
          <a:p>
            <a:pPr lvl="1"/>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5206" y="1488319"/>
            <a:ext cx="5399483" cy="4648955"/>
          </a:xfrm>
          <a:prstGeom prst="rect">
            <a:avLst/>
          </a:prstGeom>
        </p:spPr>
      </p:pic>
    </p:spTree>
    <p:extLst>
      <p:ext uri="{BB962C8B-B14F-4D97-AF65-F5344CB8AC3E}">
        <p14:creationId xmlns:p14="http://schemas.microsoft.com/office/powerpoint/2010/main" val="12767580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04</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en-US" altLang="zh-CN" dirty="0" smtClean="0"/>
              <a:t>RK3399</a:t>
            </a:r>
            <a:r>
              <a:rPr lang="en-US" altLang="zh-CN" dirty="0"/>
              <a:t>Pro</a:t>
            </a:r>
            <a:endParaRPr lang="zh-CN" altLang="en-US" dirty="0"/>
          </a:p>
        </p:txBody>
      </p:sp>
    </p:spTree>
    <p:extLst>
      <p:ext uri="{BB962C8B-B14F-4D97-AF65-F5344CB8AC3E}">
        <p14:creationId xmlns:p14="http://schemas.microsoft.com/office/powerpoint/2010/main" val="27730577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en-US" altLang="zh-CN" dirty="0" smtClean="0"/>
              <a:t>RK3399</a:t>
            </a:r>
            <a:r>
              <a:rPr lang="en-US" altLang="zh-CN" dirty="0"/>
              <a:t>Pro</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pPr>
              <a:lnSpc>
                <a:spcPct val="125000"/>
              </a:lnSpc>
            </a:pPr>
            <a:r>
              <a:rPr lang="en-US" altLang="zh-CN" dirty="0" smtClean="0"/>
              <a:t>RK3399Pro</a:t>
            </a:r>
            <a:r>
              <a:rPr lang="zh-CN" altLang="en-US" dirty="0" smtClean="0"/>
              <a:t>：</a:t>
            </a:r>
            <a:endParaRPr lang="en-US" altLang="zh-CN" dirty="0" smtClean="0"/>
          </a:p>
          <a:p>
            <a:pPr lvl="1"/>
            <a:r>
              <a:rPr lang="zh-CN" altLang="en-US" dirty="0" smtClean="0"/>
              <a:t>由瑞芯微电子研发</a:t>
            </a:r>
            <a:endParaRPr lang="en-US" altLang="zh-CN" dirty="0" smtClean="0"/>
          </a:p>
          <a:p>
            <a:pPr lvl="1"/>
            <a:r>
              <a:rPr lang="zh-CN" altLang="en-US" dirty="0" smtClean="0"/>
              <a:t>高性能</a:t>
            </a:r>
            <a:r>
              <a:rPr lang="en-US" altLang="zh-CN" dirty="0" smtClean="0"/>
              <a:t>AI</a:t>
            </a:r>
            <a:r>
              <a:rPr lang="zh-CN" altLang="en-US" dirty="0" smtClean="0"/>
              <a:t>处理器</a:t>
            </a:r>
            <a:endParaRPr lang="en-US" altLang="zh-CN" dirty="0" smtClean="0"/>
          </a:p>
          <a:p>
            <a:pPr lvl="1"/>
            <a:r>
              <a:rPr lang="en-US" altLang="zh-CN" dirty="0" smtClean="0"/>
              <a:t>NPU</a:t>
            </a:r>
            <a:r>
              <a:rPr lang="zh-CN" altLang="en-US" dirty="0"/>
              <a:t>加速神经网络计算</a:t>
            </a:r>
            <a:endParaRPr lang="en-US" altLang="zh-CN" dirty="0"/>
          </a:p>
          <a:p>
            <a:pPr lvl="1"/>
            <a:r>
              <a:rPr lang="zh-CN" altLang="en-US" dirty="0"/>
              <a:t>强大的硬件解码</a:t>
            </a:r>
            <a:r>
              <a:rPr lang="zh-CN" altLang="en-US" dirty="0" smtClean="0"/>
              <a:t>能力</a:t>
            </a:r>
            <a:endParaRPr lang="en-US" altLang="zh-CN" dirty="0" smtClean="0"/>
          </a:p>
          <a:p>
            <a:pPr lvl="1"/>
            <a:r>
              <a:rPr lang="zh-CN" altLang="it-IT" dirty="0" smtClean="0"/>
              <a:t>多种</a:t>
            </a:r>
            <a:r>
              <a:rPr lang="it-IT" altLang="zh-CN" dirty="0" smtClean="0"/>
              <a:t>AI</a:t>
            </a:r>
            <a:r>
              <a:rPr lang="zh-CN" altLang="it-IT" dirty="0" smtClean="0"/>
              <a:t>框架</a:t>
            </a:r>
            <a:r>
              <a:rPr lang="zh-CN" altLang="it-IT" dirty="0"/>
              <a:t>支持</a:t>
            </a:r>
            <a:endParaRPr lang="en-US" altLang="zh-CN" dirty="0"/>
          </a:p>
          <a:p>
            <a:pPr lvl="1"/>
            <a:r>
              <a:rPr lang="zh-CN" altLang="en-US" dirty="0"/>
              <a:t>丰富的扩展接口</a:t>
            </a:r>
          </a:p>
          <a:p>
            <a:pPr lvl="1"/>
            <a:r>
              <a:rPr lang="zh-CN" altLang="en-US" dirty="0" smtClean="0"/>
              <a:t>基础</a:t>
            </a:r>
            <a:r>
              <a:rPr lang="zh-CN" altLang="en-US" dirty="0"/>
              <a:t>系统软硬件成熟、稳定</a:t>
            </a:r>
          </a:p>
          <a:p>
            <a:pPr lvl="1"/>
            <a:r>
              <a:rPr lang="zh-CN" altLang="en-US" dirty="0" smtClean="0"/>
              <a:t>支持</a:t>
            </a:r>
            <a:r>
              <a:rPr lang="zh-CN" altLang="en-US" dirty="0"/>
              <a:t>多</a:t>
            </a:r>
            <a:r>
              <a:rPr lang="zh-CN" altLang="en-US" dirty="0" smtClean="0"/>
              <a:t>个操作系统</a:t>
            </a:r>
            <a:endParaRPr lang="en-US" altLang="zh-CN" dirty="0" smtClean="0"/>
          </a:p>
          <a:p>
            <a:pPr lvl="1"/>
            <a:r>
              <a:rPr lang="zh-CN" altLang="en-US" dirty="0"/>
              <a:t>应用广泛</a:t>
            </a:r>
            <a:endParaRPr lang="en-US" altLang="zh-CN" dirty="0" smtClean="0"/>
          </a:p>
          <a:p>
            <a:pPr lvl="1"/>
            <a:endParaRPr lang="en-US" altLang="zh-CN" dirty="0" smtClean="0"/>
          </a:p>
          <a:p>
            <a:pPr lvl="1"/>
            <a:endParaRPr lang="en-US" altLang="zh-CN" dirty="0" smtClean="0"/>
          </a:p>
          <a:p>
            <a:pPr lvl="1"/>
            <a:endParaRPr lang="zh-CN" alt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5206" y="1347786"/>
            <a:ext cx="4572000" cy="4572000"/>
          </a:xfrm>
          <a:prstGeom prst="rect">
            <a:avLst/>
          </a:prstGeom>
        </p:spPr>
      </p:pic>
    </p:spTree>
    <p:extLst>
      <p:ext uri="{BB962C8B-B14F-4D97-AF65-F5344CB8AC3E}">
        <p14:creationId xmlns:p14="http://schemas.microsoft.com/office/powerpoint/2010/main" val="25395605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en-US" altLang="zh-CN" dirty="0" smtClean="0"/>
              <a:t>RK3399</a:t>
            </a:r>
            <a:r>
              <a:rPr lang="en-US" altLang="zh-CN" dirty="0"/>
              <a:t>Pro</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r>
              <a:rPr lang="en-US" altLang="zh-CN" dirty="0" smtClean="0"/>
              <a:t>NPU</a:t>
            </a:r>
            <a:r>
              <a:rPr lang="zh-CN" altLang="en-US" dirty="0"/>
              <a:t>（</a:t>
            </a:r>
            <a:r>
              <a:rPr lang="en-US" altLang="zh-CN" dirty="0"/>
              <a:t>Neural-Network Processing </a:t>
            </a:r>
            <a:r>
              <a:rPr lang="en-US" altLang="zh-CN" dirty="0" smtClean="0"/>
              <a:t>Unit</a:t>
            </a:r>
            <a:r>
              <a:rPr lang="zh-CN" altLang="en-US" dirty="0" smtClean="0"/>
              <a:t>，神经网络执行单元）：</a:t>
            </a:r>
            <a:endParaRPr lang="en-US" altLang="zh-CN" dirty="0" smtClean="0"/>
          </a:p>
          <a:p>
            <a:pPr lvl="1"/>
            <a:r>
              <a:rPr lang="zh-CN" altLang="en-US" dirty="0" smtClean="0"/>
              <a:t>分区良好的电路</a:t>
            </a:r>
            <a:endParaRPr lang="en-US" altLang="zh-CN" dirty="0" smtClean="0"/>
          </a:p>
          <a:p>
            <a:pPr lvl="1"/>
            <a:r>
              <a:rPr lang="zh-CN" altLang="en-US" dirty="0" smtClean="0"/>
              <a:t>包含执行算法所需的所有组件</a:t>
            </a:r>
            <a:endParaRPr lang="en-US" altLang="zh-CN" dirty="0" smtClean="0"/>
          </a:p>
          <a:p>
            <a:pPr lvl="1"/>
            <a:r>
              <a:rPr lang="zh-CN" altLang="en-US" dirty="0" smtClean="0"/>
              <a:t>用来加速常见的机器学习</a:t>
            </a:r>
            <a:r>
              <a:rPr lang="en-US" altLang="zh-CN" dirty="0" smtClean="0"/>
              <a:t>/</a:t>
            </a:r>
            <a:r>
              <a:rPr lang="zh-CN" altLang="en-US" dirty="0" smtClean="0"/>
              <a:t>深度学习任务</a:t>
            </a:r>
            <a:endParaRPr lang="en-US" altLang="zh-CN" dirty="0" smtClean="0"/>
          </a:p>
          <a:p>
            <a:endParaRPr lang="en-US" altLang="zh-CN" dirty="0" smtClean="0"/>
          </a:p>
          <a:p>
            <a:r>
              <a:rPr lang="en-US" altLang="zh-CN" dirty="0" smtClean="0"/>
              <a:t>RK3399Pro NPU</a:t>
            </a:r>
            <a:r>
              <a:rPr lang="zh-CN" altLang="en-US" dirty="0" smtClean="0"/>
              <a:t>：</a:t>
            </a:r>
            <a:endParaRPr lang="en-US" altLang="zh-CN" dirty="0" smtClean="0"/>
          </a:p>
          <a:p>
            <a:pPr lvl="1"/>
            <a:r>
              <a:rPr lang="zh-CN" altLang="en-US" dirty="0"/>
              <a:t>满负荷算力强，轻载运算功耗低</a:t>
            </a:r>
          </a:p>
          <a:p>
            <a:pPr lvl="1"/>
            <a:r>
              <a:rPr lang="zh-CN" altLang="en-US" dirty="0"/>
              <a:t>模型兼容性强，可支持多类型框架，支持主流层类型，易于添加自定义层，支持</a:t>
            </a:r>
            <a:r>
              <a:rPr lang="en-US" altLang="zh-CN" dirty="0"/>
              <a:t>INT16/FP16</a:t>
            </a:r>
          </a:p>
          <a:p>
            <a:pPr lvl="1"/>
            <a:r>
              <a:rPr lang="zh-CN" altLang="en-US" dirty="0"/>
              <a:t>开发工具易用，</a:t>
            </a:r>
            <a:r>
              <a:rPr lang="en-US" altLang="zh-CN" dirty="0"/>
              <a:t>PC</a:t>
            </a:r>
            <a:r>
              <a:rPr lang="zh-CN" altLang="en-US" dirty="0"/>
              <a:t>端可完成模型转换、性能预估、精度验证</a:t>
            </a:r>
          </a:p>
          <a:p>
            <a:pPr lvl="1"/>
            <a:r>
              <a:rPr lang="zh-CN" altLang="en-US" dirty="0"/>
              <a:t>无缝升级，与</a:t>
            </a:r>
            <a:r>
              <a:rPr lang="en-US" altLang="zh-CN" dirty="0"/>
              <a:t>RK3399 </a:t>
            </a:r>
            <a:r>
              <a:rPr lang="en-US" altLang="zh-CN" dirty="0" err="1"/>
              <a:t>AndroidNN</a:t>
            </a:r>
            <a:r>
              <a:rPr lang="en-US" altLang="zh-CN" dirty="0"/>
              <a:t>/</a:t>
            </a:r>
            <a:r>
              <a:rPr lang="en-US" altLang="zh-CN" dirty="0" err="1"/>
              <a:t>LinuxNN</a:t>
            </a:r>
            <a:r>
              <a:rPr lang="zh-CN" altLang="en-US" dirty="0" smtClean="0"/>
              <a:t>兼容</a:t>
            </a:r>
            <a:br>
              <a:rPr lang="zh-CN" altLang="en-US" dirty="0" smtClean="0"/>
            </a:br>
            <a:endParaRPr lang="en-US" altLang="zh-CN" dirty="0" smtClean="0"/>
          </a:p>
          <a:p>
            <a:pPr lvl="1"/>
            <a:endParaRPr lang="en-US" altLang="zh-CN" dirty="0" smtClean="0"/>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38436" y="1482678"/>
            <a:ext cx="3682052" cy="2454701"/>
          </a:xfrm>
          <a:prstGeom prst="rect">
            <a:avLst/>
          </a:prstGeom>
        </p:spPr>
      </p:pic>
    </p:spTree>
    <p:extLst>
      <p:ext uri="{BB962C8B-B14F-4D97-AF65-F5344CB8AC3E}">
        <p14:creationId xmlns:p14="http://schemas.microsoft.com/office/powerpoint/2010/main" val="42714914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RK3399Pro</a:t>
            </a:r>
            <a:endParaRPr lang="zh-CN" altLang="en-US" dirty="0"/>
          </a:p>
        </p:txBody>
      </p:sp>
      <p:sp>
        <p:nvSpPr>
          <p:cNvPr id="3" name="内容占位符 2"/>
          <p:cNvSpPr>
            <a:spLocks noGrp="1"/>
          </p:cNvSpPr>
          <p:nvPr>
            <p:ph sz="quarter" idx="13"/>
          </p:nvPr>
        </p:nvSpPr>
        <p:spPr/>
        <p:txBody>
          <a:bodyPr/>
          <a:lstStyle/>
          <a:p>
            <a:r>
              <a:rPr lang="zh-CN" altLang="en-US" dirty="0" smtClean="0"/>
              <a:t>核心板应用场景：</a:t>
            </a:r>
            <a:endParaRPr lang="en-US" altLang="zh-CN" dirty="0" smtClean="0"/>
          </a:p>
          <a:p>
            <a:pPr lvl="1"/>
            <a:endParaRPr lang="en-US" altLang="zh-CN" dirty="0" smtClean="0"/>
          </a:p>
          <a:p>
            <a:pPr lvl="1"/>
            <a:endParaRPr lang="zh-CN" altLang="en-US" dirty="0"/>
          </a:p>
        </p:txBody>
      </p:sp>
      <p:pic>
        <p:nvPicPr>
          <p:cNvPr id="4" name="图片 3"/>
          <p:cNvPicPr>
            <a:picLocks noChangeAspect="1"/>
          </p:cNvPicPr>
          <p:nvPr/>
        </p:nvPicPr>
        <p:blipFill>
          <a:blip r:embed="rId3"/>
          <a:stretch>
            <a:fillRect/>
          </a:stretch>
        </p:blipFill>
        <p:spPr>
          <a:xfrm>
            <a:off x="756587" y="1815454"/>
            <a:ext cx="10677238" cy="3636663"/>
          </a:xfrm>
          <a:prstGeom prst="rect">
            <a:avLst/>
          </a:prstGeom>
        </p:spPr>
      </p:pic>
    </p:spTree>
    <p:extLst>
      <p:ext uri="{BB962C8B-B14F-4D97-AF65-F5344CB8AC3E}">
        <p14:creationId xmlns:p14="http://schemas.microsoft.com/office/powerpoint/2010/main" val="1307345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RK3399Pro</a:t>
            </a:r>
            <a:endParaRPr lang="zh-CN" altLang="en-US" dirty="0"/>
          </a:p>
        </p:txBody>
      </p:sp>
      <p:sp>
        <p:nvSpPr>
          <p:cNvPr id="3" name="内容占位符 2"/>
          <p:cNvSpPr>
            <a:spLocks noGrp="1"/>
          </p:cNvSpPr>
          <p:nvPr>
            <p:ph sz="quarter" idx="13"/>
          </p:nvPr>
        </p:nvSpPr>
        <p:spPr/>
        <p:txBody>
          <a:bodyPr/>
          <a:lstStyle/>
          <a:p>
            <a:r>
              <a:rPr lang="zh-CN" altLang="en-US" dirty="0" smtClean="0"/>
              <a:t>官方人工智能开发平台：</a:t>
            </a:r>
            <a:r>
              <a:rPr lang="en-US" altLang="zh-CN" dirty="0" smtClean="0">
                <a:hlinkClick r:id="rId3"/>
              </a:rPr>
              <a:t>https</a:t>
            </a:r>
            <a:r>
              <a:rPr lang="en-US" altLang="zh-CN" dirty="0">
                <a:hlinkClick r:id="rId3"/>
              </a:rPr>
              <a:t>://t.rock-chips.com/</a:t>
            </a:r>
            <a:endParaRPr lang="en-US" altLang="zh-CN" dirty="0" smtClean="0"/>
          </a:p>
          <a:p>
            <a:r>
              <a:rPr lang="zh-CN" altLang="en-US" dirty="0" smtClean="0"/>
              <a:t>核心板与底板</a:t>
            </a:r>
            <a:r>
              <a:rPr lang="zh-CN" altLang="en-US" dirty="0"/>
              <a:t>组</a:t>
            </a:r>
            <a:r>
              <a:rPr lang="zh-CN" altLang="en-US" dirty="0" smtClean="0"/>
              <a:t>合：</a:t>
            </a:r>
            <a:endParaRPr lang="en-US" altLang="zh-CN" dirty="0" smtClean="0"/>
          </a:p>
          <a:p>
            <a:pPr lvl="1"/>
            <a:endParaRPr lang="zh-CN" altLang="en-US" dirty="0"/>
          </a:p>
        </p:txBody>
      </p:sp>
      <p:pic>
        <p:nvPicPr>
          <p:cNvPr id="5" name="图片 4"/>
          <p:cNvPicPr>
            <a:picLocks noChangeAspect="1"/>
          </p:cNvPicPr>
          <p:nvPr/>
        </p:nvPicPr>
        <p:blipFill>
          <a:blip r:embed="rId4"/>
          <a:stretch>
            <a:fillRect/>
          </a:stretch>
        </p:blipFill>
        <p:spPr>
          <a:xfrm>
            <a:off x="4626578" y="2101304"/>
            <a:ext cx="6893910" cy="4035970"/>
          </a:xfrm>
          <a:prstGeom prst="rect">
            <a:avLst/>
          </a:prstGeom>
        </p:spPr>
      </p:pic>
    </p:spTree>
    <p:extLst>
      <p:ext uri="{BB962C8B-B14F-4D97-AF65-F5344CB8AC3E}">
        <p14:creationId xmlns:p14="http://schemas.microsoft.com/office/powerpoint/2010/main" val="25086687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en-US" altLang="zh-CN" dirty="0" smtClean="0"/>
              <a:t>RK3399</a:t>
            </a:r>
            <a:r>
              <a:rPr lang="en-US" altLang="zh-CN" dirty="0"/>
              <a:t>Pro</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pPr>
              <a:lnSpc>
                <a:spcPct val="125000"/>
              </a:lnSpc>
            </a:pPr>
            <a:r>
              <a:rPr lang="zh-CN" altLang="en-US" dirty="0" smtClean="0"/>
              <a:t>丰富的扩展接口</a:t>
            </a:r>
            <a:endParaRPr lang="en-US" altLang="zh-CN" dirty="0" smtClean="0"/>
          </a:p>
          <a:p>
            <a:pPr>
              <a:lnSpc>
                <a:spcPct val="125000"/>
              </a:lnSpc>
            </a:pPr>
            <a:r>
              <a:rPr lang="zh-CN" altLang="en-US" dirty="0" smtClean="0"/>
              <a:t>可根据需求定制</a:t>
            </a:r>
            <a:endParaRPr lang="en-US" altLang="zh-CN" dirty="0" smtClean="0"/>
          </a:p>
          <a:p>
            <a:pPr>
              <a:lnSpc>
                <a:spcPct val="125000"/>
              </a:lnSpc>
            </a:pPr>
            <a:r>
              <a:rPr lang="zh-CN" altLang="en-US" dirty="0" smtClean="0"/>
              <a:t>提供配套开发源码</a:t>
            </a:r>
            <a:endParaRPr lang="en-US" altLang="zh-CN" dirty="0" smtClean="0"/>
          </a:p>
          <a:p>
            <a:pPr marL="457200" lvl="1" indent="0">
              <a:buNone/>
            </a:pPr>
            <a:endParaRPr lang="zh-CN" altLang="en-US" dirty="0"/>
          </a:p>
        </p:txBody>
      </p:sp>
      <p:pic>
        <p:nvPicPr>
          <p:cNvPr id="6" name="图片 5"/>
          <p:cNvPicPr>
            <a:picLocks noChangeAspect="1"/>
          </p:cNvPicPr>
          <p:nvPr/>
        </p:nvPicPr>
        <p:blipFill>
          <a:blip r:embed="rId3"/>
          <a:stretch>
            <a:fillRect/>
          </a:stretch>
        </p:blipFill>
        <p:spPr>
          <a:xfrm>
            <a:off x="4625250" y="1319500"/>
            <a:ext cx="6895238" cy="4628571"/>
          </a:xfrm>
          <a:prstGeom prst="rect">
            <a:avLst/>
          </a:prstGeom>
        </p:spPr>
      </p:pic>
    </p:spTree>
    <p:extLst>
      <p:ext uri="{BB962C8B-B14F-4D97-AF65-F5344CB8AC3E}">
        <p14:creationId xmlns:p14="http://schemas.microsoft.com/office/powerpoint/2010/main" val="2669981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05</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a:t>边缘计算</a:t>
            </a:r>
          </a:p>
        </p:txBody>
      </p:sp>
    </p:spTree>
    <p:extLst>
      <p:ext uri="{BB962C8B-B14F-4D97-AF65-F5344CB8AC3E}">
        <p14:creationId xmlns:p14="http://schemas.microsoft.com/office/powerpoint/2010/main" val="19304123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a:t>边缘计算</a:t>
            </a:r>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r>
              <a:rPr lang="zh-CN" altLang="en-US" dirty="0"/>
              <a:t>边缘</a:t>
            </a:r>
            <a:r>
              <a:rPr lang="zh-CN" altLang="en-US" dirty="0" smtClean="0"/>
              <a:t>计算（</a:t>
            </a:r>
            <a:r>
              <a:rPr lang="en-US" altLang="zh-CN" dirty="0" smtClean="0"/>
              <a:t>Edge Computing</a:t>
            </a:r>
            <a:r>
              <a:rPr lang="zh-CN" altLang="en-US" dirty="0" smtClean="0"/>
              <a:t>）：</a:t>
            </a:r>
            <a:endParaRPr lang="en-US" altLang="zh-CN" dirty="0" smtClean="0"/>
          </a:p>
          <a:p>
            <a:pPr lvl="1"/>
            <a:r>
              <a:rPr lang="zh-CN" altLang="en-US" dirty="0" smtClean="0"/>
              <a:t>靠近</a:t>
            </a:r>
            <a:r>
              <a:rPr lang="zh-CN" altLang="en-US" dirty="0"/>
              <a:t>物或数据源头的网络边缘</a:t>
            </a:r>
            <a:r>
              <a:rPr lang="zh-CN" altLang="en-US" dirty="0" smtClean="0"/>
              <a:t>侧</a:t>
            </a:r>
            <a:endParaRPr lang="en-US" altLang="zh-CN" dirty="0" smtClean="0"/>
          </a:p>
          <a:p>
            <a:pPr lvl="1"/>
            <a:r>
              <a:rPr lang="zh-CN" altLang="en-US" dirty="0" smtClean="0"/>
              <a:t>通过分布式</a:t>
            </a:r>
            <a:r>
              <a:rPr lang="zh-CN" altLang="en-US" dirty="0"/>
              <a:t>开放</a:t>
            </a:r>
            <a:r>
              <a:rPr lang="zh-CN" altLang="en-US" dirty="0" smtClean="0"/>
              <a:t>平台</a:t>
            </a:r>
            <a:endParaRPr lang="en-US" altLang="zh-CN" dirty="0" smtClean="0"/>
          </a:p>
          <a:p>
            <a:pPr lvl="1"/>
            <a:r>
              <a:rPr lang="zh-CN" altLang="en-US" dirty="0" smtClean="0"/>
              <a:t>就近</a:t>
            </a:r>
            <a:r>
              <a:rPr lang="zh-CN" altLang="en-US" dirty="0"/>
              <a:t>提供边缘智能</a:t>
            </a:r>
            <a:r>
              <a:rPr lang="zh-CN" altLang="en-US" dirty="0" smtClean="0"/>
              <a:t>服务</a:t>
            </a:r>
            <a:endParaRPr lang="en-US" altLang="zh-CN" dirty="0" smtClean="0"/>
          </a:p>
          <a:p>
            <a:pPr lvl="1"/>
            <a:r>
              <a:rPr lang="zh-CN" altLang="en-US" dirty="0"/>
              <a:t>低</a:t>
            </a:r>
            <a:r>
              <a:rPr lang="zh-CN" altLang="en-US" dirty="0" smtClean="0"/>
              <a:t>延时、低带宽、数据安全</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6509" y="1877791"/>
            <a:ext cx="7023979" cy="3511990"/>
          </a:xfrm>
          <a:prstGeom prst="rect">
            <a:avLst/>
          </a:prstGeom>
        </p:spPr>
      </p:pic>
    </p:spTree>
    <p:extLst>
      <p:ext uri="{BB962C8B-B14F-4D97-AF65-F5344CB8AC3E}">
        <p14:creationId xmlns:p14="http://schemas.microsoft.com/office/powerpoint/2010/main" val="7944643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边缘</a:t>
            </a:r>
            <a:r>
              <a:rPr lang="zh-CN" altLang="en-US" dirty="0" smtClean="0"/>
              <a:t>计算</a:t>
            </a:r>
            <a:endParaRPr lang="zh-CN" altLang="en-US" dirty="0"/>
          </a:p>
        </p:txBody>
      </p:sp>
      <p:sp>
        <p:nvSpPr>
          <p:cNvPr id="3" name="内容占位符 2"/>
          <p:cNvSpPr>
            <a:spLocks noGrp="1"/>
          </p:cNvSpPr>
          <p:nvPr>
            <p:ph sz="quarter" idx="13"/>
          </p:nvPr>
        </p:nvSpPr>
        <p:spPr/>
        <p:txBody>
          <a:bodyPr/>
          <a:lstStyle/>
          <a:p>
            <a:r>
              <a:rPr lang="zh-CN" altLang="en-US" dirty="0" smtClean="0"/>
              <a:t>边缘计算：</a:t>
            </a:r>
            <a:endParaRPr lang="en-US" altLang="zh-CN" dirty="0" smtClean="0"/>
          </a:p>
          <a:p>
            <a:pPr lvl="1"/>
            <a:r>
              <a:rPr lang="zh-CN" altLang="en-US" dirty="0" smtClean="0"/>
              <a:t>得益于物联网的发展</a:t>
            </a:r>
            <a:endParaRPr lang="en-US" altLang="zh-CN" dirty="0" smtClean="0"/>
          </a:p>
          <a:p>
            <a:pPr lvl="1"/>
            <a:r>
              <a:rPr lang="zh-CN" altLang="en-US" dirty="0"/>
              <a:t>低</a:t>
            </a:r>
            <a:r>
              <a:rPr lang="zh-CN" altLang="en-US" dirty="0" smtClean="0"/>
              <a:t>延迟、</a:t>
            </a:r>
            <a:r>
              <a:rPr lang="zh-CN" altLang="en-US" dirty="0"/>
              <a:t>低带宽</a:t>
            </a:r>
            <a:r>
              <a:rPr lang="zh-CN" altLang="en-US" dirty="0" smtClean="0"/>
              <a:t>运行、隐私保护</a:t>
            </a:r>
            <a:endParaRPr lang="en-US" altLang="zh-CN" dirty="0" smtClean="0"/>
          </a:p>
          <a:p>
            <a:pPr lvl="1"/>
            <a:r>
              <a:rPr lang="zh-CN" altLang="en-US" dirty="0" smtClean="0"/>
              <a:t>解决传统云计算的弊端</a:t>
            </a:r>
            <a:endParaRPr lang="en-US" altLang="zh-CN" dirty="0" smtClean="0"/>
          </a:p>
          <a:p>
            <a:r>
              <a:rPr lang="zh-CN" altLang="en-US" dirty="0" smtClean="0"/>
              <a:t>云计算的弊端：</a:t>
            </a:r>
            <a:endParaRPr lang="en-US" altLang="zh-CN" dirty="0" smtClean="0"/>
          </a:p>
          <a:p>
            <a:pPr lvl="1"/>
            <a:r>
              <a:rPr lang="zh-CN" altLang="en-US" dirty="0" smtClean="0"/>
              <a:t>无法满足海量数据处理诉求</a:t>
            </a:r>
            <a:endParaRPr lang="en-US" altLang="zh-CN" dirty="0" smtClean="0"/>
          </a:p>
          <a:p>
            <a:pPr lvl="1"/>
            <a:r>
              <a:rPr lang="zh-CN" altLang="en-US" dirty="0" smtClean="0"/>
              <a:t>不能满足数据实时处理诉求</a:t>
            </a:r>
            <a:endParaRPr lang="en-US" altLang="zh-CN" dirty="0" smtClean="0"/>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67238" y="1681161"/>
            <a:ext cx="6953250" cy="3905250"/>
          </a:xfrm>
          <a:prstGeom prst="rect">
            <a:avLst/>
          </a:prstGeom>
        </p:spPr>
      </p:pic>
    </p:spTree>
    <p:extLst>
      <p:ext uri="{BB962C8B-B14F-4D97-AF65-F5344CB8AC3E}">
        <p14:creationId xmlns:p14="http://schemas.microsoft.com/office/powerpoint/2010/main" val="14586070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边缘计算</a:t>
            </a:r>
            <a:endParaRPr lang="zh-CN" altLang="en-US" dirty="0"/>
          </a:p>
        </p:txBody>
      </p:sp>
      <p:sp>
        <p:nvSpPr>
          <p:cNvPr id="3" name="内容占位符 2"/>
          <p:cNvSpPr>
            <a:spLocks noGrp="1"/>
          </p:cNvSpPr>
          <p:nvPr>
            <p:ph sz="quarter" idx="13"/>
          </p:nvPr>
        </p:nvSpPr>
        <p:spPr/>
        <p:txBody>
          <a:bodyPr/>
          <a:lstStyle/>
          <a:p>
            <a:r>
              <a:rPr lang="zh-CN" altLang="en-US" dirty="0" smtClean="0"/>
              <a:t>边缘计算架构：</a:t>
            </a:r>
            <a:endParaRPr lang="en-US" altLang="zh-CN" dirty="0" smtClean="0"/>
          </a:p>
          <a:p>
            <a:pPr lvl="1"/>
            <a:r>
              <a:rPr lang="zh-CN" altLang="en-US" dirty="0"/>
              <a:t>终端</a:t>
            </a:r>
            <a:r>
              <a:rPr lang="zh-CN" altLang="en-US" dirty="0" smtClean="0"/>
              <a:t>节点</a:t>
            </a:r>
            <a:endParaRPr lang="en-US" altLang="zh-CN" dirty="0" smtClean="0"/>
          </a:p>
          <a:p>
            <a:pPr lvl="1"/>
            <a:r>
              <a:rPr lang="zh-CN" altLang="en-US" dirty="0"/>
              <a:t>边缘计算</a:t>
            </a:r>
            <a:r>
              <a:rPr lang="zh-CN" altLang="en-US" dirty="0" smtClean="0"/>
              <a:t>节点</a:t>
            </a:r>
            <a:endParaRPr lang="en-US" altLang="zh-CN" dirty="0" smtClean="0"/>
          </a:p>
          <a:p>
            <a:pPr lvl="1"/>
            <a:r>
              <a:rPr lang="zh-CN" altLang="en-US" dirty="0"/>
              <a:t>网络</a:t>
            </a:r>
            <a:r>
              <a:rPr lang="zh-CN" altLang="en-US" dirty="0" smtClean="0"/>
              <a:t>节点</a:t>
            </a:r>
            <a:endParaRPr lang="en-US" altLang="zh-CN" dirty="0" smtClean="0"/>
          </a:p>
          <a:p>
            <a:pPr lvl="1"/>
            <a:r>
              <a:rPr lang="zh-CN" altLang="en-US" dirty="0"/>
              <a:t>云计算节点</a:t>
            </a: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5206" y="1804730"/>
            <a:ext cx="4925112" cy="3658111"/>
          </a:xfrm>
          <a:prstGeom prst="rect">
            <a:avLst/>
          </a:prstGeom>
        </p:spPr>
      </p:pic>
    </p:spTree>
    <p:extLst>
      <p:ext uri="{BB962C8B-B14F-4D97-AF65-F5344CB8AC3E}">
        <p14:creationId xmlns:p14="http://schemas.microsoft.com/office/powerpoint/2010/main" val="1912689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边缘计算</a:t>
            </a:r>
            <a:endParaRPr lang="zh-CN" altLang="en-US" dirty="0"/>
          </a:p>
        </p:txBody>
      </p:sp>
      <p:sp>
        <p:nvSpPr>
          <p:cNvPr id="3" name="内容占位符 2"/>
          <p:cNvSpPr>
            <a:spLocks noGrp="1"/>
          </p:cNvSpPr>
          <p:nvPr>
            <p:ph sz="quarter" idx="13"/>
          </p:nvPr>
        </p:nvSpPr>
        <p:spPr/>
        <p:txBody>
          <a:bodyPr/>
          <a:lstStyle/>
          <a:p>
            <a:r>
              <a:rPr lang="zh-CN" altLang="en-US" dirty="0" smtClean="0"/>
              <a:t>典型应用场景：</a:t>
            </a:r>
            <a:endParaRPr lang="en-US" altLang="zh-CN" dirty="0" smtClean="0"/>
          </a:p>
          <a:p>
            <a:pPr lvl="1"/>
            <a:r>
              <a:rPr lang="zh-CN" altLang="en-US" dirty="0"/>
              <a:t>安防监控</a:t>
            </a:r>
            <a:endParaRPr lang="en-US" altLang="zh-CN" dirty="0" smtClean="0"/>
          </a:p>
          <a:p>
            <a:pPr lvl="1"/>
            <a:r>
              <a:rPr lang="zh-CN" altLang="en-US" dirty="0"/>
              <a:t>车</a:t>
            </a:r>
            <a:r>
              <a:rPr lang="zh-CN" altLang="en-US" dirty="0" smtClean="0"/>
              <a:t>联网</a:t>
            </a:r>
            <a:endParaRPr lang="en-US" altLang="zh-CN" dirty="0" smtClean="0"/>
          </a:p>
          <a:p>
            <a:pPr lvl="1"/>
            <a:r>
              <a:rPr lang="zh-CN" altLang="en-US" dirty="0" smtClean="0"/>
              <a:t>虚拟现实（</a:t>
            </a:r>
            <a:r>
              <a:rPr lang="en-US" altLang="zh-CN" dirty="0"/>
              <a:t>VR/AR</a:t>
            </a:r>
            <a:r>
              <a:rPr lang="zh-CN" altLang="en-US" dirty="0" smtClean="0"/>
              <a:t>）</a:t>
            </a:r>
            <a:endParaRPr lang="en-US" altLang="zh-CN" dirty="0" smtClean="0"/>
          </a:p>
          <a:p>
            <a:pPr lvl="1"/>
            <a:r>
              <a:rPr lang="zh-CN" altLang="en-US" dirty="0" smtClean="0"/>
              <a:t>工业</a:t>
            </a:r>
            <a:r>
              <a:rPr lang="zh-CN" altLang="en-US" dirty="0"/>
              <a:t>物</a:t>
            </a:r>
            <a:r>
              <a:rPr lang="zh-CN" altLang="en-US" dirty="0" smtClean="0"/>
              <a:t>联网</a:t>
            </a:r>
            <a:endParaRPr lang="en-US" altLang="zh-CN" dirty="0" smtClean="0"/>
          </a:p>
          <a:p>
            <a:pPr lvl="1"/>
            <a:r>
              <a:rPr lang="zh-CN" altLang="en-US" dirty="0"/>
              <a:t>智能</a:t>
            </a:r>
            <a:r>
              <a:rPr lang="zh-CN" altLang="en-US" dirty="0" smtClean="0"/>
              <a:t>家居</a:t>
            </a:r>
            <a:endParaRPr lang="en-US" altLang="zh-CN" dirty="0" smtClean="0"/>
          </a:p>
          <a:p>
            <a:pPr lvl="1"/>
            <a:r>
              <a:rPr lang="zh-CN" altLang="en-US" dirty="0"/>
              <a:t>智慧城市</a:t>
            </a: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03830" y="1782036"/>
            <a:ext cx="5262210" cy="3703499"/>
          </a:xfrm>
          <a:prstGeom prst="rect">
            <a:avLst/>
          </a:prstGeom>
        </p:spPr>
      </p:pic>
    </p:spTree>
    <p:extLst>
      <p:ext uri="{BB962C8B-B14F-4D97-AF65-F5344CB8AC3E}">
        <p14:creationId xmlns:p14="http://schemas.microsoft.com/office/powerpoint/2010/main" val="16547014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边缘计算</a:t>
            </a:r>
            <a:endParaRPr lang="zh-CN" altLang="en-US" dirty="0"/>
          </a:p>
        </p:txBody>
      </p:sp>
      <p:sp>
        <p:nvSpPr>
          <p:cNvPr id="3" name="内容占位符 2"/>
          <p:cNvSpPr>
            <a:spLocks noGrp="1"/>
          </p:cNvSpPr>
          <p:nvPr>
            <p:ph sz="quarter" idx="13"/>
          </p:nvPr>
        </p:nvSpPr>
        <p:spPr/>
        <p:txBody>
          <a:bodyPr/>
          <a:lstStyle/>
          <a:p>
            <a:pPr marL="228600" lvl="1">
              <a:spcBef>
                <a:spcPts val="1000"/>
              </a:spcBef>
            </a:pPr>
            <a:r>
              <a:rPr lang="zh-CN" altLang="en-US" sz="1800" dirty="0"/>
              <a:t>安防</a:t>
            </a:r>
            <a:r>
              <a:rPr lang="zh-CN" altLang="en-US" sz="1800" dirty="0" smtClean="0"/>
              <a:t>监控：</a:t>
            </a:r>
            <a:endParaRPr lang="en-US" altLang="zh-CN" sz="1800" dirty="0" smtClean="0"/>
          </a:p>
          <a:p>
            <a:pPr lvl="1"/>
            <a:r>
              <a:rPr lang="zh-CN" altLang="en-US" dirty="0" smtClean="0"/>
              <a:t>监控摄像头引入边缘计算</a:t>
            </a:r>
            <a:endParaRPr lang="en-US" altLang="zh-CN" dirty="0" smtClean="0"/>
          </a:p>
          <a:p>
            <a:pPr lvl="1"/>
            <a:r>
              <a:rPr lang="zh-CN" altLang="en-US" dirty="0" smtClean="0"/>
              <a:t>结合人脸识别实现边缘端监控</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5178" y="1343023"/>
            <a:ext cx="4400550" cy="4581525"/>
          </a:xfrm>
          <a:prstGeom prst="rect">
            <a:avLst/>
          </a:prstGeom>
        </p:spPr>
      </p:pic>
    </p:spTree>
    <p:extLst>
      <p:ext uri="{BB962C8B-B14F-4D97-AF65-F5344CB8AC3E}">
        <p14:creationId xmlns:p14="http://schemas.microsoft.com/office/powerpoint/2010/main" val="21492668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边缘计算</a:t>
            </a:r>
            <a:endParaRPr lang="zh-CN" altLang="en-US" dirty="0"/>
          </a:p>
        </p:txBody>
      </p:sp>
      <p:sp>
        <p:nvSpPr>
          <p:cNvPr id="3" name="内容占位符 2"/>
          <p:cNvSpPr>
            <a:spLocks noGrp="1"/>
          </p:cNvSpPr>
          <p:nvPr>
            <p:ph sz="quarter" idx="13"/>
          </p:nvPr>
        </p:nvSpPr>
        <p:spPr/>
        <p:txBody>
          <a:bodyPr/>
          <a:lstStyle/>
          <a:p>
            <a:r>
              <a:rPr lang="zh-CN" altLang="en-US" dirty="0"/>
              <a:t>车</a:t>
            </a:r>
            <a:r>
              <a:rPr lang="zh-CN" altLang="en-US" dirty="0" smtClean="0"/>
              <a:t>联网：</a:t>
            </a:r>
            <a:endParaRPr lang="en-US" altLang="zh-CN" dirty="0" smtClean="0"/>
          </a:p>
          <a:p>
            <a:pPr lvl="1"/>
            <a:r>
              <a:rPr lang="en-US" altLang="zh-CN" dirty="0" smtClean="0"/>
              <a:t>5G</a:t>
            </a:r>
            <a:r>
              <a:rPr lang="zh-CN" altLang="en-US" dirty="0" smtClean="0"/>
              <a:t>物联网领域重要应用之一</a:t>
            </a:r>
            <a:endParaRPr lang="en-US" altLang="zh-CN" dirty="0" smtClean="0"/>
          </a:p>
          <a:p>
            <a:pPr lvl="1"/>
            <a:r>
              <a:rPr lang="zh-CN" altLang="en-US" dirty="0" smtClean="0"/>
              <a:t>自动驾驶技术</a:t>
            </a:r>
            <a:endParaRPr lang="en-US" altLang="zh-CN" dirty="0" smtClean="0"/>
          </a:p>
          <a:p>
            <a:pPr lvl="1"/>
            <a:r>
              <a:rPr lang="zh-CN" altLang="en-US" dirty="0"/>
              <a:t>车载</a:t>
            </a:r>
            <a:r>
              <a:rPr lang="zh-CN" altLang="en-US" dirty="0" smtClean="0"/>
              <a:t>系统计算</a:t>
            </a:r>
            <a:endParaRPr lang="en-US" altLang="zh-CN" dirty="0"/>
          </a:p>
          <a:p>
            <a:pPr lvl="1"/>
            <a:endParaRPr lang="en-US" altLang="zh-CN" dirty="0" smtClean="0"/>
          </a:p>
          <a:p>
            <a:pPr lvl="1"/>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00488" y="2403474"/>
            <a:ext cx="7620000" cy="3733800"/>
          </a:xfrm>
          <a:prstGeom prst="rect">
            <a:avLst/>
          </a:prstGeom>
        </p:spPr>
      </p:pic>
    </p:spTree>
    <p:extLst>
      <p:ext uri="{BB962C8B-B14F-4D97-AF65-F5344CB8AC3E}">
        <p14:creationId xmlns:p14="http://schemas.microsoft.com/office/powerpoint/2010/main" val="6010810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边缘计算</a:t>
            </a:r>
            <a:endParaRPr lang="zh-CN" altLang="en-US" dirty="0"/>
          </a:p>
        </p:txBody>
      </p:sp>
      <p:sp>
        <p:nvSpPr>
          <p:cNvPr id="3" name="内容占位符 2"/>
          <p:cNvSpPr>
            <a:spLocks noGrp="1"/>
          </p:cNvSpPr>
          <p:nvPr>
            <p:ph sz="quarter" idx="13"/>
          </p:nvPr>
        </p:nvSpPr>
        <p:spPr/>
        <p:txBody>
          <a:bodyPr/>
          <a:lstStyle/>
          <a:p>
            <a:pPr marL="228600" lvl="1">
              <a:spcBef>
                <a:spcPts val="1000"/>
              </a:spcBef>
            </a:pPr>
            <a:r>
              <a:rPr lang="zh-CN" altLang="en-US" dirty="0"/>
              <a:t>虚拟现实（</a:t>
            </a:r>
            <a:r>
              <a:rPr lang="en-US" altLang="zh-CN" dirty="0"/>
              <a:t>VR/AR</a:t>
            </a:r>
            <a:r>
              <a:rPr lang="zh-CN" altLang="en-US" dirty="0" smtClean="0"/>
              <a:t>）：</a:t>
            </a:r>
            <a:endParaRPr lang="en-US" altLang="zh-CN" dirty="0" smtClean="0"/>
          </a:p>
          <a:p>
            <a:pPr marL="685800" lvl="2">
              <a:spcBef>
                <a:spcPts val="1000"/>
              </a:spcBef>
            </a:pPr>
            <a:r>
              <a:rPr lang="en-US" altLang="zh-CN" dirty="0" smtClean="0"/>
              <a:t>VR</a:t>
            </a:r>
            <a:r>
              <a:rPr lang="zh-CN" altLang="en-US" dirty="0" smtClean="0"/>
              <a:t>头显边缘计算</a:t>
            </a:r>
            <a:endParaRPr lang="en-US" altLang="zh-CN" dirty="0" smtClean="0"/>
          </a:p>
          <a:p>
            <a:pPr marL="685800" lvl="2">
              <a:spcBef>
                <a:spcPts val="1000"/>
              </a:spcBef>
            </a:pPr>
            <a:r>
              <a:rPr lang="zh-CN" altLang="en-US" dirty="0" smtClean="0"/>
              <a:t>低延迟有效提升用户体验</a:t>
            </a:r>
            <a:endParaRPr lang="en-US" altLang="zh-CN" dirty="0"/>
          </a:p>
          <a:p>
            <a:pPr lvl="1"/>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09074" y="1130298"/>
            <a:ext cx="7011414" cy="5006975"/>
          </a:xfrm>
          <a:prstGeom prst="rect">
            <a:avLst/>
          </a:prstGeom>
        </p:spPr>
      </p:pic>
    </p:spTree>
    <p:extLst>
      <p:ext uri="{BB962C8B-B14F-4D97-AF65-F5344CB8AC3E}">
        <p14:creationId xmlns:p14="http://schemas.microsoft.com/office/powerpoint/2010/main" val="15685127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边缘计算</a:t>
            </a:r>
            <a:endParaRPr lang="zh-CN" altLang="en-US" dirty="0"/>
          </a:p>
        </p:txBody>
      </p:sp>
      <p:sp>
        <p:nvSpPr>
          <p:cNvPr id="3" name="内容占位符 2"/>
          <p:cNvSpPr>
            <a:spLocks noGrp="1"/>
          </p:cNvSpPr>
          <p:nvPr>
            <p:ph sz="quarter" idx="13"/>
          </p:nvPr>
        </p:nvSpPr>
        <p:spPr/>
        <p:txBody>
          <a:bodyPr/>
          <a:lstStyle/>
          <a:p>
            <a:pPr marL="228600" lvl="1">
              <a:spcBef>
                <a:spcPts val="1000"/>
              </a:spcBef>
            </a:pPr>
            <a:r>
              <a:rPr lang="zh-CN" altLang="en-US" dirty="0"/>
              <a:t>工业物</a:t>
            </a:r>
            <a:r>
              <a:rPr lang="zh-CN" altLang="en-US" dirty="0" smtClean="0"/>
              <a:t>联网：</a:t>
            </a:r>
            <a:endParaRPr lang="en-US" altLang="zh-CN" dirty="0" smtClean="0"/>
          </a:p>
          <a:p>
            <a:pPr marL="685800" lvl="2">
              <a:spcBef>
                <a:spcPts val="1000"/>
              </a:spcBef>
            </a:pPr>
            <a:r>
              <a:rPr lang="zh-CN" altLang="en-US" dirty="0"/>
              <a:t>云</a:t>
            </a:r>
            <a:r>
              <a:rPr lang="zh-CN" altLang="en-US" dirty="0" smtClean="0"/>
              <a:t>计算中心与网络边缘融合</a:t>
            </a:r>
            <a:endParaRPr lang="en-US" altLang="zh-CN" dirty="0" smtClean="0"/>
          </a:p>
          <a:p>
            <a:pPr marL="685800" lvl="2">
              <a:spcBef>
                <a:spcPts val="1000"/>
              </a:spcBef>
            </a:pPr>
            <a:r>
              <a:rPr lang="zh-CN" altLang="en-US" dirty="0" smtClean="0"/>
              <a:t>工业控制系统边缘计算处理实时性数据</a:t>
            </a:r>
            <a:endParaRPr lang="en-US" altLang="zh-CN" dirty="0" smtClean="0"/>
          </a:p>
          <a:p>
            <a:pPr marL="685800" lvl="2">
              <a:spcBef>
                <a:spcPts val="1000"/>
              </a:spcBef>
            </a:pPr>
            <a:r>
              <a:rPr lang="zh-CN" altLang="en-US" dirty="0"/>
              <a:t>云</a:t>
            </a:r>
            <a:r>
              <a:rPr lang="zh-CN" altLang="en-US" dirty="0" smtClean="0"/>
              <a:t>计算处理大数据分析、模型训练等</a:t>
            </a:r>
            <a:endParaRPr lang="en-US" altLang="zh-CN" dirty="0"/>
          </a:p>
          <a:p>
            <a:pPr lvl="1"/>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5164" y="2810107"/>
            <a:ext cx="6945323" cy="3327167"/>
          </a:xfrm>
          <a:prstGeom prst="rect">
            <a:avLst/>
          </a:prstGeom>
        </p:spPr>
      </p:pic>
    </p:spTree>
    <p:extLst>
      <p:ext uri="{BB962C8B-B14F-4D97-AF65-F5344CB8AC3E}">
        <p14:creationId xmlns:p14="http://schemas.microsoft.com/office/powerpoint/2010/main" val="32139143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边缘计算</a:t>
            </a:r>
            <a:endParaRPr lang="zh-CN" altLang="en-US" dirty="0"/>
          </a:p>
        </p:txBody>
      </p:sp>
      <p:sp>
        <p:nvSpPr>
          <p:cNvPr id="3" name="内容占位符 2"/>
          <p:cNvSpPr>
            <a:spLocks noGrp="1"/>
          </p:cNvSpPr>
          <p:nvPr>
            <p:ph sz="quarter" idx="13"/>
          </p:nvPr>
        </p:nvSpPr>
        <p:spPr/>
        <p:txBody>
          <a:bodyPr/>
          <a:lstStyle/>
          <a:p>
            <a:r>
              <a:rPr lang="zh-CN" altLang="en-US" dirty="0"/>
              <a:t>智能</a:t>
            </a:r>
            <a:r>
              <a:rPr lang="zh-CN" altLang="en-US" dirty="0" smtClean="0"/>
              <a:t>家居：</a:t>
            </a:r>
            <a:endParaRPr lang="en-US" altLang="zh-CN" dirty="0" smtClean="0"/>
          </a:p>
          <a:p>
            <a:pPr lvl="1"/>
            <a:r>
              <a:rPr lang="zh-CN" altLang="en-US" dirty="0" smtClean="0"/>
              <a:t>多传感器结合深度学习</a:t>
            </a:r>
            <a:endParaRPr lang="en-US" altLang="zh-CN" dirty="0" smtClean="0"/>
          </a:p>
          <a:p>
            <a:pPr lvl="1"/>
            <a:r>
              <a:rPr lang="zh-CN" altLang="en-US" dirty="0" smtClean="0"/>
              <a:t>解决异构设备管理问题</a:t>
            </a:r>
            <a:endParaRPr lang="en-US" altLang="zh-CN" dirty="0" smtClean="0"/>
          </a:p>
          <a:p>
            <a:pPr lvl="1"/>
            <a:r>
              <a:rPr lang="zh-CN" altLang="en-US" dirty="0" smtClean="0"/>
              <a:t>实现边缘自治保证数据安全</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67667" y="1130299"/>
            <a:ext cx="7152822" cy="5006975"/>
          </a:xfrm>
          <a:prstGeom prst="rect">
            <a:avLst/>
          </a:prstGeom>
        </p:spPr>
      </p:pic>
    </p:spTree>
    <p:extLst>
      <p:ext uri="{BB962C8B-B14F-4D97-AF65-F5344CB8AC3E}">
        <p14:creationId xmlns:p14="http://schemas.microsoft.com/office/powerpoint/2010/main" val="8518716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边缘计算</a:t>
            </a:r>
            <a:endParaRPr lang="zh-CN" altLang="en-US" dirty="0"/>
          </a:p>
        </p:txBody>
      </p:sp>
      <p:sp>
        <p:nvSpPr>
          <p:cNvPr id="3" name="内容占位符 2"/>
          <p:cNvSpPr>
            <a:spLocks noGrp="1"/>
          </p:cNvSpPr>
          <p:nvPr>
            <p:ph sz="quarter" idx="13"/>
          </p:nvPr>
        </p:nvSpPr>
        <p:spPr/>
        <p:txBody>
          <a:bodyPr/>
          <a:lstStyle/>
          <a:p>
            <a:r>
              <a:rPr lang="zh-CN" altLang="en-US" dirty="0"/>
              <a:t>智慧</a:t>
            </a:r>
            <a:r>
              <a:rPr lang="zh-CN" altLang="en-US" dirty="0" smtClean="0"/>
              <a:t>城市：</a:t>
            </a:r>
            <a:endParaRPr lang="en-US" altLang="zh-CN" dirty="0" smtClean="0"/>
          </a:p>
          <a:p>
            <a:pPr lvl="1"/>
            <a:r>
              <a:rPr lang="zh-CN" altLang="en-US" dirty="0" smtClean="0"/>
              <a:t>数据的全面感测</a:t>
            </a:r>
            <a:endParaRPr lang="en-US" altLang="zh-CN" dirty="0" smtClean="0"/>
          </a:p>
          <a:p>
            <a:pPr lvl="1"/>
            <a:r>
              <a:rPr lang="zh-CN" altLang="en-US" dirty="0" smtClean="0"/>
              <a:t>传感器与智能设备进行边缘计算</a:t>
            </a:r>
            <a:endParaRPr lang="en-US" altLang="zh-CN" dirty="0" smtClean="0"/>
          </a:p>
          <a:p>
            <a:pPr lvl="1"/>
            <a:r>
              <a:rPr lang="zh-CN" altLang="en-US" dirty="0" smtClean="0"/>
              <a:t>实现轻量级解耦</a:t>
            </a:r>
            <a:endParaRPr lang="en-US" altLang="zh-CN" dirty="0" smtClean="0"/>
          </a:p>
          <a:p>
            <a:pPr lvl="1"/>
            <a:r>
              <a:rPr lang="zh-CN" altLang="en-US" dirty="0" smtClean="0"/>
              <a:t>缓解云计算中心压力</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9337" y="1124613"/>
            <a:ext cx="7071151" cy="5012661"/>
          </a:xfrm>
          <a:prstGeom prst="rect">
            <a:avLst/>
          </a:prstGeom>
        </p:spPr>
      </p:pic>
    </p:spTree>
    <p:extLst>
      <p:ext uri="{BB962C8B-B14F-4D97-AF65-F5344CB8AC3E}">
        <p14:creationId xmlns:p14="http://schemas.microsoft.com/office/powerpoint/2010/main" val="1055743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课程小结</a:t>
            </a:r>
            <a:endParaRPr lang="zh-CN" altLang="en-US" dirty="0"/>
          </a:p>
        </p:txBody>
      </p:sp>
      <p:sp>
        <p:nvSpPr>
          <p:cNvPr id="3" name="内容占位符 2"/>
          <p:cNvSpPr>
            <a:spLocks noGrp="1"/>
          </p:cNvSpPr>
          <p:nvPr>
            <p:ph sz="quarter" idx="13"/>
          </p:nvPr>
        </p:nvSpPr>
        <p:spPr/>
        <p:txBody>
          <a:bodyPr/>
          <a:lstStyle/>
          <a:p>
            <a:r>
              <a:rPr lang="zh-CN" altLang="en-US" dirty="0" smtClean="0"/>
              <a:t>在</a:t>
            </a:r>
            <a:r>
              <a:rPr lang="zh-CN" altLang="zh-CN" dirty="0" smtClean="0"/>
              <a:t>本</a:t>
            </a:r>
            <a:r>
              <a:rPr lang="zh-CN" altLang="en-US" dirty="0" smtClean="0"/>
              <a:t>节课</a:t>
            </a:r>
            <a:r>
              <a:rPr lang="zh-CN" altLang="zh-CN" dirty="0" smtClean="0"/>
              <a:t>中</a:t>
            </a:r>
            <a:r>
              <a:rPr lang="zh-CN" altLang="zh-CN" dirty="0"/>
              <a:t>，</a:t>
            </a:r>
            <a:r>
              <a:rPr lang="zh-CN" altLang="zh-CN" dirty="0" smtClean="0"/>
              <a:t>我们</a:t>
            </a:r>
            <a:r>
              <a:rPr lang="zh-CN" altLang="en-US" dirty="0"/>
              <a:t>学习</a:t>
            </a:r>
            <a:r>
              <a:rPr lang="zh-CN" altLang="en-US" dirty="0" smtClean="0"/>
              <a:t>了：</a:t>
            </a:r>
            <a:endParaRPr lang="en-US" altLang="zh-CN" dirty="0" smtClean="0"/>
          </a:p>
          <a:p>
            <a:r>
              <a:rPr lang="zh-CN" altLang="en-US" dirty="0" smtClean="0"/>
              <a:t>几种常见嵌入式开发板结构</a:t>
            </a:r>
            <a:endParaRPr lang="en-US" altLang="zh-CN" dirty="0" smtClean="0"/>
          </a:p>
          <a:p>
            <a:r>
              <a:rPr lang="zh-CN" altLang="en-US" dirty="0" smtClean="0"/>
              <a:t>边缘计算的概念与应用场景</a:t>
            </a:r>
            <a:endParaRPr lang="zh-CN" altLang="en-US" dirty="0"/>
          </a:p>
        </p:txBody>
      </p:sp>
    </p:spTree>
    <p:extLst>
      <p:ext uri="{BB962C8B-B14F-4D97-AF65-F5344CB8AC3E}">
        <p14:creationId xmlns:p14="http://schemas.microsoft.com/office/powerpoint/2010/main" val="31378939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F00044BE-8457-4074-8823-61E1394FBFA4}"/>
              </a:ext>
            </a:extLst>
          </p:cNvPr>
          <p:cNvSpPr>
            <a:spLocks noGrp="1"/>
          </p:cNvSpPr>
          <p:nvPr>
            <p:ph type="ctrTitle"/>
          </p:nvPr>
        </p:nvSpPr>
        <p:spPr/>
        <p:txBody>
          <a:bodyPr/>
          <a:lstStyle/>
          <a:p>
            <a:endParaRPr lang="zh-CN" altLang="en-US"/>
          </a:p>
        </p:txBody>
      </p:sp>
      <p:sp>
        <p:nvSpPr>
          <p:cNvPr id="3" name="文本占位符 2">
            <a:extLst>
              <a:ext uri="{FF2B5EF4-FFF2-40B4-BE49-F238E27FC236}">
                <a16:creationId xmlns:a16="http://schemas.microsoft.com/office/drawing/2014/main" xmlns="" id="{6CDD7759-BA71-41DE-BB7F-473ED21A855A}"/>
              </a:ext>
            </a:extLst>
          </p:cNvPr>
          <p:cNvSpPr>
            <a:spLocks noGrp="1"/>
          </p:cNvSpPr>
          <p:nvPr>
            <p:ph type="body" sz="quarter" idx="18"/>
          </p:nvPr>
        </p:nvSpPr>
        <p:spPr/>
        <p:txBody>
          <a:bodyPr/>
          <a:lstStyle/>
          <a:p>
            <a:endParaRPr lang="zh-CN" altLang="en-US"/>
          </a:p>
        </p:txBody>
      </p:sp>
      <p:sp>
        <p:nvSpPr>
          <p:cNvPr id="4" name="文本占位符 3">
            <a:extLst>
              <a:ext uri="{FF2B5EF4-FFF2-40B4-BE49-F238E27FC236}">
                <a16:creationId xmlns:a16="http://schemas.microsoft.com/office/drawing/2014/main" xmlns="" id="{B39E9368-67B8-448F-BCF0-D2F5A267509F}"/>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6404832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THEME" val="#218130"/>
</p:tagLst>
</file>

<file path=ppt/theme/theme1.xml><?xml version="1.0" encoding="utf-8"?>
<a:theme xmlns:a="http://schemas.openxmlformats.org/drawingml/2006/main" name="主题5">
  <a:themeElements>
    <a:clrScheme name="房利美">
      <a:dk1>
        <a:srgbClr val="000000"/>
      </a:dk1>
      <a:lt1>
        <a:srgbClr val="FFFFFF"/>
      </a:lt1>
      <a:dk2>
        <a:srgbClr val="768394"/>
      </a:dk2>
      <a:lt2>
        <a:srgbClr val="F0F0F0"/>
      </a:lt2>
      <a:accent1>
        <a:srgbClr val="111D84"/>
      </a:accent1>
      <a:accent2>
        <a:srgbClr val="28528B"/>
      </a:accent2>
      <a:accent3>
        <a:srgbClr val="39AEC0"/>
      </a:accent3>
      <a:accent4>
        <a:srgbClr val="FBCB6A"/>
      </a:accent4>
      <a:accent5>
        <a:srgbClr val="757579"/>
      </a:accent5>
      <a:accent6>
        <a:srgbClr val="5C5E60"/>
      </a:accent6>
      <a:hlink>
        <a:srgbClr val="4276AA"/>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课件：模板.potx" id="{75A736F1-A9F4-4558-8520-289A7C5FD6F8}" vid="{6F499C35-6EEA-4591-8D01-5F89C10EE7D2}"/>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课件：模板</Template>
  <TotalTime>709</TotalTime>
  <Words>4695</Words>
  <Application>Microsoft Office PowerPoint</Application>
  <PresentationFormat>宽屏</PresentationFormat>
  <Paragraphs>324</Paragraphs>
  <Slides>38</Slides>
  <Notes>28</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38</vt:i4>
      </vt:variant>
    </vt:vector>
  </HeadingPairs>
  <TitlesOfParts>
    <vt:vector size="45" baseType="lpstr">
      <vt:lpstr>等线</vt:lpstr>
      <vt:lpstr>宋体</vt:lpstr>
      <vt:lpstr>微软雅黑</vt:lpstr>
      <vt:lpstr>Arial</vt:lpstr>
      <vt:lpstr>Calibri</vt:lpstr>
      <vt:lpstr>Ebrima</vt:lpstr>
      <vt:lpstr>主题5</vt:lpstr>
      <vt:lpstr>嵌入式设备实现目标检测</vt:lpstr>
      <vt:lpstr>课程目标</vt:lpstr>
      <vt:lpstr>PowerPoint 演示文稿</vt:lpstr>
      <vt:lpstr>/01</vt:lpstr>
      <vt:lpstr>嵌入式开发板</vt:lpstr>
      <vt:lpstr>嵌入式开发板</vt:lpstr>
      <vt:lpstr>嵌入式开发板</vt:lpstr>
      <vt:lpstr>嵌入式开发板</vt:lpstr>
      <vt:lpstr>/02</vt:lpstr>
      <vt:lpstr>树莓派系列</vt:lpstr>
      <vt:lpstr>树莓派系列</vt:lpstr>
      <vt:lpstr>树莓派系列</vt:lpstr>
      <vt:lpstr>树莓派系列</vt:lpstr>
      <vt:lpstr>/03</vt:lpstr>
      <vt:lpstr>Jetson系列</vt:lpstr>
      <vt:lpstr>Jetson系列</vt:lpstr>
      <vt:lpstr>Jetson系列</vt:lpstr>
      <vt:lpstr>Jetson系列</vt:lpstr>
      <vt:lpstr>Jetson系列</vt:lpstr>
      <vt:lpstr>/04</vt:lpstr>
      <vt:lpstr>RK3399Pro</vt:lpstr>
      <vt:lpstr>RK3399Pro</vt:lpstr>
      <vt:lpstr>RK3399Pro</vt:lpstr>
      <vt:lpstr>RK3399Pro</vt:lpstr>
      <vt:lpstr>RK3399Pro</vt:lpstr>
      <vt:lpstr>/05</vt:lpstr>
      <vt:lpstr>边缘计算</vt:lpstr>
      <vt:lpstr>边缘计算</vt:lpstr>
      <vt:lpstr>边缘计算</vt:lpstr>
      <vt:lpstr>边缘计算</vt:lpstr>
      <vt:lpstr>边缘计算</vt:lpstr>
      <vt:lpstr>边缘计算</vt:lpstr>
      <vt:lpstr>边缘计算</vt:lpstr>
      <vt:lpstr>边缘计算</vt:lpstr>
      <vt:lpstr>边缘计算</vt:lpstr>
      <vt:lpstr>边缘计算</vt:lpstr>
      <vt:lpstr>课程小结</vt:lpstr>
      <vt:lpstr>PowerPoint 演示文稿</vt:lpstr>
    </vt:vector>
  </TitlesOfParts>
  <Manager>iSlide</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Microsoft 帐户</cp:lastModifiedBy>
  <cp:revision>58</cp:revision>
  <cp:lastPrinted>2018-09-20T16:00:00Z</cp:lastPrinted>
  <dcterms:created xsi:type="dcterms:W3CDTF">2022-06-27T01:42:48Z</dcterms:created>
  <dcterms:modified xsi:type="dcterms:W3CDTF">2022-12-27T09:36:15Z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73014DBFC45146CA96EB1D40049F1576</vt:lpwstr>
  </property>
  <property fmtid="{D5CDD505-2E9C-101B-9397-08002B2CF9AE}" pid="4" name="KSOProductBuildVer">
    <vt:lpwstr>2052-11.1.0.10667</vt:lpwstr>
  </property>
</Properties>
</file>