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handoutMasterIdLst>
    <p:handoutMasterId r:id="rId31"/>
  </p:handoutMasterIdLst>
  <p:sldIdLst>
    <p:sldId id="258" r:id="rId2"/>
    <p:sldId id="264" r:id="rId3"/>
    <p:sldId id="263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9" r:id="rId16"/>
    <p:sldId id="278" r:id="rId17"/>
    <p:sldId id="280" r:id="rId18"/>
    <p:sldId id="276" r:id="rId19"/>
    <p:sldId id="282" r:id="rId20"/>
    <p:sldId id="283" r:id="rId21"/>
    <p:sldId id="277" r:id="rId22"/>
    <p:sldId id="284" r:id="rId23"/>
    <p:sldId id="285" r:id="rId24"/>
    <p:sldId id="288" r:id="rId25"/>
    <p:sldId id="289" r:id="rId26"/>
    <p:sldId id="290" r:id="rId27"/>
    <p:sldId id="294" r:id="rId28"/>
    <p:sldId id="261" r:id="rId29"/>
  </p:sldIdLst>
  <p:sldSz cx="12192000" cy="6858000"/>
  <p:notesSz cx="6858000" cy="9144000"/>
  <p:custDataLst>
    <p:tags r:id="rId32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微软雅黑" panose="020B0503020204020204" pitchFamily="34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F26B43"/>
          </p15:clr>
        </p15:guide>
        <p15:guide id="2" pos="7256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  <p15:guide id="7" orient="horz" pos="2160" userDrawn="1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6A4BC"/>
    <a:srgbClr val="FCCC6B"/>
    <a:srgbClr val="0B077F"/>
    <a:srgbClr val="28508A"/>
    <a:srgbClr val="327CA6"/>
    <a:srgbClr val="1FDBE8"/>
    <a:srgbClr val="FBBB3B"/>
    <a:srgbClr val="1A12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6196" autoAdjust="0"/>
  </p:normalViewPr>
  <p:slideViewPr>
    <p:cSldViewPr snapToGrid="0" showGuides="1">
      <p:cViewPr varScale="1">
        <p:scale>
          <a:sx n="114" d="100"/>
          <a:sy n="114" d="100"/>
        </p:scale>
        <p:origin x="420" y="102"/>
      </p:cViewPr>
      <p:guideLst>
        <p:guide pos="3840"/>
        <p:guide pos="7256"/>
        <p:guide orient="horz" pos="3929"/>
        <p:guide orient="horz" pos="3864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1">
  <dgm:title val=""/>
  <dgm:desc val=""/>
  <dgm:catLst>
    <dgm:cat type="mainScheme" pri="10100"/>
  </dgm:catLst>
  <dgm:styleLbl name="node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1">
        <a:tint val="40000"/>
      </a:schemeClr>
    </dgm:fillClrLst>
    <dgm:linClrLst meth="repeat">
      <a:schemeClr val="dk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dk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dk1">
        <a:tint val="60000"/>
      </a:schemeClr>
    </dgm:fillClrLst>
    <dgm:linClrLst meth="repeat">
      <a:schemeClr val="dk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3">
    <dgm:fillClrLst meth="repeat">
      <a:schemeClr val="dk1"/>
    </dgm:fillClrLst>
    <dgm:linClrLst meth="repeat">
      <a:schemeClr val="dk1"/>
    </dgm:linClrLst>
    <dgm:effectClrLst/>
    <dgm:txLinClrLst/>
    <dgm:txFillClrLst/>
    <dgm:txEffectClrLst/>
  </dgm:styleLbl>
  <dgm:styleLbl name="parChTrans2D4">
    <dgm:fillClrLst meth="repeat">
      <a:schemeClr val="dk1"/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1"/>
    </dgm:fillClrLst>
    <dgm:linClrLst meth="repeat">
      <a:schemeClr val="dk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1"/>
    </dgm:fillClrLst>
    <dgm:linClrLst meth="repeat">
      <a:schemeClr val="dk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dk1">
        <a:alpha val="4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dk1">
        <a:alpha val="90000"/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1">
        <a:shade val="8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1">
        <a:tint val="50000"/>
        <a:alpha val="4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/>
            <a:t>连接外置摄像头</a:t>
          </a:r>
          <a:endParaRPr lang="zh-CN" altLang="en-US" dirty="0"/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安装必需的库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程序代码介绍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运行图片采集程序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A72AD9AF-58FA-40E5-B29C-CCA6E90E15AD}" type="presOf" srcId="{314AE731-DFBF-4A5B-8171-86B7AA2F2858}" destId="{5653E5CF-63C1-4886-9DFE-DC4B36C44A33}" srcOrd="0" destOrd="0" presId="urn:microsoft.com/office/officeart/2005/8/layout/chevron1"/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0D074C7D-2CBC-4DB5-9377-F4371B776760}" type="presOf" srcId="{211D359A-E621-4AEC-B365-EBCECA4D5608}" destId="{50739AC9-FC4E-42C3-B62E-1016634A724A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1D1D5645-8FC5-4F67-B0E5-0E47F4DCE819}" type="presOf" srcId="{BEAB6AAF-246B-444D-90D9-FB867EA43595}" destId="{FC4CA3E0-7A9C-47CB-88C9-7F81B89FD5AA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020D9AE0-1260-470F-8F58-B72F90E6B8A3}" type="presOf" srcId="{C6C44482-D821-4FAE-BB52-29931F8BCBDE}" destId="{E2DC7CE9-31B9-4959-914F-451EA2F3687E}" srcOrd="0" destOrd="0" presId="urn:microsoft.com/office/officeart/2005/8/layout/chevron1"/>
    <dgm:cxn modelId="{64C63300-E759-4FFB-ABDB-FA1385DDEE63}" type="presOf" srcId="{3F9AE8EF-E0BD-4A86-A1DC-73AF72B43E8D}" destId="{2147596E-7442-41E7-9852-40E25C424996}" srcOrd="0" destOrd="0" presId="urn:microsoft.com/office/officeart/2005/8/layout/chevron1"/>
    <dgm:cxn modelId="{66C3F454-6A01-4FE1-8112-679888FF3AD2}" type="presParOf" srcId="{5653E5CF-63C1-4886-9DFE-DC4B36C44A33}" destId="{FC4CA3E0-7A9C-47CB-88C9-7F81B89FD5AA}" srcOrd="0" destOrd="0" presId="urn:microsoft.com/office/officeart/2005/8/layout/chevron1"/>
    <dgm:cxn modelId="{91F9EFC4-946A-40D1-A035-82B12D44C06C}" type="presParOf" srcId="{5653E5CF-63C1-4886-9DFE-DC4B36C44A33}" destId="{ED8D2DC7-F6B9-49A1-A3FB-6645AA0B27C9}" srcOrd="1" destOrd="0" presId="urn:microsoft.com/office/officeart/2005/8/layout/chevron1"/>
    <dgm:cxn modelId="{4BBD49CA-CAAD-405A-B2B9-8E93D9C37A20}" type="presParOf" srcId="{5653E5CF-63C1-4886-9DFE-DC4B36C44A33}" destId="{2147596E-7442-41E7-9852-40E25C424996}" srcOrd="2" destOrd="0" presId="urn:microsoft.com/office/officeart/2005/8/layout/chevron1"/>
    <dgm:cxn modelId="{79BA54D1-AE90-4E62-9AB1-9139034FA46E}" type="presParOf" srcId="{5653E5CF-63C1-4886-9DFE-DC4B36C44A33}" destId="{78A125B0-FC96-47C5-ADBC-5773E5EBD695}" srcOrd="3" destOrd="0" presId="urn:microsoft.com/office/officeart/2005/8/layout/chevron1"/>
    <dgm:cxn modelId="{5440E3D9-3F05-435D-BF4F-0F158AE7F0E6}" type="presParOf" srcId="{5653E5CF-63C1-4886-9DFE-DC4B36C44A33}" destId="{50739AC9-FC4E-42C3-B62E-1016634A724A}" srcOrd="4" destOrd="0" presId="urn:microsoft.com/office/officeart/2005/8/layout/chevron1"/>
    <dgm:cxn modelId="{75C52DD4-070E-4FDC-9E68-493AB861D1B5}" type="presParOf" srcId="{5653E5CF-63C1-4886-9DFE-DC4B36C44A33}" destId="{BA7DB2C5-C694-4861-95D5-BF30690EE501}" srcOrd="5" destOrd="0" presId="urn:microsoft.com/office/officeart/2005/8/layout/chevron1"/>
    <dgm:cxn modelId="{2591C6C1-BFD7-4916-BB78-C463EA33259F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连接外置摄像头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安装必需的库</a:t>
          </a:r>
          <a:endParaRPr lang="zh-CN" altLang="en-US" dirty="0">
            <a:solidFill>
              <a:schemeClr val="tx1"/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程序代码介绍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运行图片采集程序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DBCEB052-710A-4432-B377-70470EC344C6}" type="presOf" srcId="{3F9AE8EF-E0BD-4A86-A1DC-73AF72B43E8D}" destId="{2147596E-7442-41E7-9852-40E25C424996}" srcOrd="0" destOrd="0" presId="urn:microsoft.com/office/officeart/2005/8/layout/chevron1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119D9055-4D2D-4A7F-9E6B-45E6011163DE}" type="presOf" srcId="{211D359A-E621-4AEC-B365-EBCECA4D5608}" destId="{50739AC9-FC4E-42C3-B62E-1016634A724A}" srcOrd="0" destOrd="0" presId="urn:microsoft.com/office/officeart/2005/8/layout/chevron1"/>
    <dgm:cxn modelId="{F9A24A70-7703-44F5-B3BD-60901EAED9B3}" type="presOf" srcId="{BEAB6AAF-246B-444D-90D9-FB867EA43595}" destId="{FC4CA3E0-7A9C-47CB-88C9-7F81B89FD5AA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1FB5A5FC-103D-432F-91B0-C673B06F86FC}" type="presOf" srcId="{C6C44482-D821-4FAE-BB52-29931F8BCBDE}" destId="{E2DC7CE9-31B9-4959-914F-451EA2F3687E}" srcOrd="0" destOrd="0" presId="urn:microsoft.com/office/officeart/2005/8/layout/chevron1"/>
    <dgm:cxn modelId="{A96A3570-4A81-4B23-AAAC-AFFEEF86CD9B}" type="presOf" srcId="{314AE731-DFBF-4A5B-8171-86B7AA2F2858}" destId="{5653E5CF-63C1-4886-9DFE-DC4B36C44A33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A4E6A901-40A4-4E84-86B5-D6DED325B956}" type="presParOf" srcId="{5653E5CF-63C1-4886-9DFE-DC4B36C44A33}" destId="{FC4CA3E0-7A9C-47CB-88C9-7F81B89FD5AA}" srcOrd="0" destOrd="0" presId="urn:microsoft.com/office/officeart/2005/8/layout/chevron1"/>
    <dgm:cxn modelId="{EA51C7AD-DDB1-42FF-A39D-CF7E54F215E4}" type="presParOf" srcId="{5653E5CF-63C1-4886-9DFE-DC4B36C44A33}" destId="{ED8D2DC7-F6B9-49A1-A3FB-6645AA0B27C9}" srcOrd="1" destOrd="0" presId="urn:microsoft.com/office/officeart/2005/8/layout/chevron1"/>
    <dgm:cxn modelId="{E0F05EDC-FC0B-47AF-B845-6090B8C023EC}" type="presParOf" srcId="{5653E5CF-63C1-4886-9DFE-DC4B36C44A33}" destId="{2147596E-7442-41E7-9852-40E25C424996}" srcOrd="2" destOrd="0" presId="urn:microsoft.com/office/officeart/2005/8/layout/chevron1"/>
    <dgm:cxn modelId="{462C0E40-8C9B-401A-A5FC-888FF72D4571}" type="presParOf" srcId="{5653E5CF-63C1-4886-9DFE-DC4B36C44A33}" destId="{78A125B0-FC96-47C5-ADBC-5773E5EBD695}" srcOrd="3" destOrd="0" presId="urn:microsoft.com/office/officeart/2005/8/layout/chevron1"/>
    <dgm:cxn modelId="{F0D270E8-4FD2-4D05-B185-A3111E0205BC}" type="presParOf" srcId="{5653E5CF-63C1-4886-9DFE-DC4B36C44A33}" destId="{50739AC9-FC4E-42C3-B62E-1016634A724A}" srcOrd="4" destOrd="0" presId="urn:microsoft.com/office/officeart/2005/8/layout/chevron1"/>
    <dgm:cxn modelId="{AB4D86C2-6751-4A70-A2DE-332EA4E0B23E}" type="presParOf" srcId="{5653E5CF-63C1-4886-9DFE-DC4B36C44A33}" destId="{BA7DB2C5-C694-4861-95D5-BF30690EE501}" srcOrd="5" destOrd="0" presId="urn:microsoft.com/office/officeart/2005/8/layout/chevron1"/>
    <dgm:cxn modelId="{D13FE1C5-8A4A-4FEB-9C88-D3EA92D281E4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连接外置摄像头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安装必需的库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程序代码介绍</a:t>
          </a:r>
          <a:endParaRPr lang="zh-CN" altLang="en-US" dirty="0">
            <a:solidFill>
              <a:schemeClr val="tx1"/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85000"/>
                </a:schemeClr>
              </a:solidFill>
            </a:rPr>
            <a:t>运行图片采集程序</a:t>
          </a:r>
          <a:endParaRPr lang="zh-CN" altLang="en-US" dirty="0">
            <a:solidFill>
              <a:schemeClr val="bg1">
                <a:lumMod val="85000"/>
              </a:schemeClr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E90DD8DD-B99A-485D-810F-5ABE09157C1E}" type="presOf" srcId="{BEAB6AAF-246B-444D-90D9-FB867EA43595}" destId="{FC4CA3E0-7A9C-47CB-88C9-7F81B89FD5AA}" srcOrd="0" destOrd="0" presId="urn:microsoft.com/office/officeart/2005/8/layout/chevron1"/>
    <dgm:cxn modelId="{0DBA2E91-21F5-4824-8B9D-E0FCB8E76078}" type="presOf" srcId="{211D359A-E621-4AEC-B365-EBCECA4D5608}" destId="{50739AC9-FC4E-42C3-B62E-1016634A724A}" srcOrd="0" destOrd="0" presId="urn:microsoft.com/office/officeart/2005/8/layout/chevron1"/>
    <dgm:cxn modelId="{FA4B27CD-A857-45FB-9E4E-04792030818F}" type="presOf" srcId="{C6C44482-D821-4FAE-BB52-29931F8BCBDE}" destId="{E2DC7CE9-31B9-4959-914F-451EA2F3687E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EA739758-B4C9-42D6-AFFE-16538FE2FE92}" type="presOf" srcId="{314AE731-DFBF-4A5B-8171-86B7AA2F2858}" destId="{5653E5CF-63C1-4886-9DFE-DC4B36C44A33}" srcOrd="0" destOrd="0" presId="urn:microsoft.com/office/officeart/2005/8/layout/chevron1"/>
    <dgm:cxn modelId="{B5BEF72E-948D-4216-A824-ADBEFF5417A0}" type="presOf" srcId="{3F9AE8EF-E0BD-4A86-A1DC-73AF72B43E8D}" destId="{2147596E-7442-41E7-9852-40E25C424996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EF7C893F-AFB8-4B6B-A07C-4E3FABE3DA6C}" type="presParOf" srcId="{5653E5CF-63C1-4886-9DFE-DC4B36C44A33}" destId="{FC4CA3E0-7A9C-47CB-88C9-7F81B89FD5AA}" srcOrd="0" destOrd="0" presId="urn:microsoft.com/office/officeart/2005/8/layout/chevron1"/>
    <dgm:cxn modelId="{BA5B7E2D-75FA-4A35-A40B-E94FC070DF1A}" type="presParOf" srcId="{5653E5CF-63C1-4886-9DFE-DC4B36C44A33}" destId="{ED8D2DC7-F6B9-49A1-A3FB-6645AA0B27C9}" srcOrd="1" destOrd="0" presId="urn:microsoft.com/office/officeart/2005/8/layout/chevron1"/>
    <dgm:cxn modelId="{3306CCAD-AFAE-43AD-AF08-3049AB29916E}" type="presParOf" srcId="{5653E5CF-63C1-4886-9DFE-DC4B36C44A33}" destId="{2147596E-7442-41E7-9852-40E25C424996}" srcOrd="2" destOrd="0" presId="urn:microsoft.com/office/officeart/2005/8/layout/chevron1"/>
    <dgm:cxn modelId="{1A85B6B8-C4DA-42DE-B81D-CAFAF7B468D5}" type="presParOf" srcId="{5653E5CF-63C1-4886-9DFE-DC4B36C44A33}" destId="{78A125B0-FC96-47C5-ADBC-5773E5EBD695}" srcOrd="3" destOrd="0" presId="urn:microsoft.com/office/officeart/2005/8/layout/chevron1"/>
    <dgm:cxn modelId="{AC5A5AB8-AE34-4940-BFD4-B68CCCD5D862}" type="presParOf" srcId="{5653E5CF-63C1-4886-9DFE-DC4B36C44A33}" destId="{50739AC9-FC4E-42C3-B62E-1016634A724A}" srcOrd="4" destOrd="0" presId="urn:microsoft.com/office/officeart/2005/8/layout/chevron1"/>
    <dgm:cxn modelId="{9AB21DC5-AF39-4C5D-BDB6-30AD5860B177}" type="presParOf" srcId="{5653E5CF-63C1-4886-9DFE-DC4B36C44A33}" destId="{BA7DB2C5-C694-4861-95D5-BF30690EE501}" srcOrd="5" destOrd="0" presId="urn:microsoft.com/office/officeart/2005/8/layout/chevron1"/>
    <dgm:cxn modelId="{C9E80093-75C2-43E8-A93F-684F894E2007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4AE731-DFBF-4A5B-8171-86B7AA2F2858}" type="doc">
      <dgm:prSet loTypeId="urn:microsoft.com/office/officeart/2005/8/layout/chevron1" loCatId="process" qsTypeId="urn:microsoft.com/office/officeart/2005/8/quickstyle/simple1" qsCatId="simple" csTypeId="urn:microsoft.com/office/officeart/2005/8/colors/accent0_1" csCatId="mainScheme" phldr="1"/>
      <dgm:spPr/>
      <dgm:t>
        <a:bodyPr/>
        <a:lstStyle/>
        <a:p>
          <a:endParaRPr lang="zh-CN" altLang="en-US"/>
        </a:p>
      </dgm:t>
    </dgm:pt>
    <dgm:pt modelId="{BEAB6AAF-246B-444D-90D9-FB867EA43595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连接外置摄像头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7B320CD8-B4D8-4FF3-9549-4626CCF5C355}" type="par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9D8C5213-1CA7-47CA-A58A-0ECD696509D5}" type="sibTrans" cxnId="{62D19679-9152-4CA8-9676-592927ED4E56}">
      <dgm:prSet/>
      <dgm:spPr/>
      <dgm:t>
        <a:bodyPr/>
        <a:lstStyle/>
        <a:p>
          <a:pPr algn="ctr"/>
          <a:endParaRPr lang="zh-CN" altLang="en-US"/>
        </a:p>
      </dgm:t>
    </dgm:pt>
    <dgm:pt modelId="{3F9AE8EF-E0BD-4A86-A1DC-73AF72B43E8D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安装必需的库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5F12A6E5-E57E-4059-894D-D3A3846C30F2}" type="par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7CE50C93-6A94-4F11-A61C-2C90215515AB}" type="sibTrans" cxnId="{66638CAC-123E-4530-BEDD-30FADC271D64}">
      <dgm:prSet/>
      <dgm:spPr/>
      <dgm:t>
        <a:bodyPr/>
        <a:lstStyle/>
        <a:p>
          <a:pPr algn="ctr"/>
          <a:endParaRPr lang="zh-CN" altLang="en-US"/>
        </a:p>
      </dgm:t>
    </dgm:pt>
    <dgm:pt modelId="{211D359A-E621-4AEC-B365-EBCECA4D5608}">
      <dgm:prSet phldrT="[文本]"/>
      <dgm:spPr/>
      <dgm:t>
        <a:bodyPr/>
        <a:lstStyle/>
        <a:p>
          <a:pPr algn="ctr"/>
          <a:r>
            <a:rPr lang="zh-CN" altLang="en-US" dirty="0" smtClean="0">
              <a:solidFill>
                <a:schemeClr val="bg1">
                  <a:lumMod val="65000"/>
                </a:schemeClr>
              </a:solidFill>
            </a:rPr>
            <a:t>程序代码介绍</a:t>
          </a:r>
          <a:endParaRPr lang="zh-CN" altLang="en-US" dirty="0">
            <a:solidFill>
              <a:schemeClr val="bg1">
                <a:lumMod val="65000"/>
              </a:schemeClr>
            </a:solidFill>
          </a:endParaRPr>
        </a:p>
      </dgm:t>
    </dgm:pt>
    <dgm:pt modelId="{95B58C96-0D87-4CC9-A2F6-B9DFCA67DC5F}" type="par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56BE99E8-BF29-4F85-BEC4-A54AC3654A13}" type="sibTrans" cxnId="{BF6558B0-650E-4BA1-A1B1-1CA458E6EC49}">
      <dgm:prSet/>
      <dgm:spPr/>
      <dgm:t>
        <a:bodyPr/>
        <a:lstStyle/>
        <a:p>
          <a:pPr algn="ctr"/>
          <a:endParaRPr lang="zh-CN" altLang="en-US"/>
        </a:p>
      </dgm:t>
    </dgm:pt>
    <dgm:pt modelId="{C6C44482-D821-4FAE-BB52-29931F8BCBDE}">
      <dgm:prSet/>
      <dgm:spPr/>
      <dgm:t>
        <a:bodyPr/>
        <a:lstStyle/>
        <a:p>
          <a:pPr algn="ctr"/>
          <a:r>
            <a:rPr lang="zh-CN" altLang="en-US" dirty="0" smtClean="0">
              <a:solidFill>
                <a:schemeClr val="tx1"/>
              </a:solidFill>
            </a:rPr>
            <a:t>运行图片采集程序</a:t>
          </a:r>
          <a:endParaRPr lang="zh-CN" altLang="en-US" dirty="0">
            <a:solidFill>
              <a:schemeClr val="tx1"/>
            </a:solidFill>
          </a:endParaRPr>
        </a:p>
      </dgm:t>
    </dgm:pt>
    <dgm:pt modelId="{DE3ECBCB-59A7-4B29-8005-72F8BCC1C41D}" type="par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FA81CD99-4C17-4421-BECF-3D861154DBDD}" type="sibTrans" cxnId="{80F8930D-5816-4EC5-A90F-461BE15645B6}">
      <dgm:prSet/>
      <dgm:spPr/>
      <dgm:t>
        <a:bodyPr/>
        <a:lstStyle/>
        <a:p>
          <a:pPr algn="ctr"/>
          <a:endParaRPr lang="zh-CN" altLang="en-US"/>
        </a:p>
      </dgm:t>
    </dgm:pt>
    <dgm:pt modelId="{5653E5CF-63C1-4886-9DFE-DC4B36C44A33}" type="pres">
      <dgm:prSet presAssocID="{314AE731-DFBF-4A5B-8171-86B7AA2F2858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FC4CA3E0-7A9C-47CB-88C9-7F81B89FD5AA}" type="pres">
      <dgm:prSet presAssocID="{BEAB6AAF-246B-444D-90D9-FB867EA43595}" presName="parTxOnly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D8D2DC7-F6B9-49A1-A3FB-6645AA0B27C9}" type="pres">
      <dgm:prSet presAssocID="{9D8C5213-1CA7-47CA-A58A-0ECD696509D5}" presName="parTxOnlySpace" presStyleCnt="0"/>
      <dgm:spPr/>
    </dgm:pt>
    <dgm:pt modelId="{2147596E-7442-41E7-9852-40E25C424996}" type="pres">
      <dgm:prSet presAssocID="{3F9AE8EF-E0BD-4A86-A1DC-73AF72B43E8D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8A125B0-FC96-47C5-ADBC-5773E5EBD695}" type="pres">
      <dgm:prSet presAssocID="{7CE50C93-6A94-4F11-A61C-2C90215515AB}" presName="parTxOnlySpace" presStyleCnt="0"/>
      <dgm:spPr/>
    </dgm:pt>
    <dgm:pt modelId="{50739AC9-FC4E-42C3-B62E-1016634A724A}" type="pres">
      <dgm:prSet presAssocID="{211D359A-E621-4AEC-B365-EBCECA4D5608}" presName="parTxOnly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BA7DB2C5-C694-4861-95D5-BF30690EE501}" type="pres">
      <dgm:prSet presAssocID="{56BE99E8-BF29-4F85-BEC4-A54AC3654A13}" presName="parTxOnlySpace" presStyleCnt="0"/>
      <dgm:spPr/>
    </dgm:pt>
    <dgm:pt modelId="{E2DC7CE9-31B9-4959-914F-451EA2F3687E}" type="pres">
      <dgm:prSet presAssocID="{C6C44482-D821-4FAE-BB52-29931F8BCBDE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62D19679-9152-4CA8-9676-592927ED4E56}" srcId="{314AE731-DFBF-4A5B-8171-86B7AA2F2858}" destId="{BEAB6AAF-246B-444D-90D9-FB867EA43595}" srcOrd="0" destOrd="0" parTransId="{7B320CD8-B4D8-4FF3-9549-4626CCF5C355}" sibTransId="{9D8C5213-1CA7-47CA-A58A-0ECD696509D5}"/>
    <dgm:cxn modelId="{80F8930D-5816-4EC5-A90F-461BE15645B6}" srcId="{314AE731-DFBF-4A5B-8171-86B7AA2F2858}" destId="{C6C44482-D821-4FAE-BB52-29931F8BCBDE}" srcOrd="3" destOrd="0" parTransId="{DE3ECBCB-59A7-4B29-8005-72F8BCC1C41D}" sibTransId="{FA81CD99-4C17-4421-BECF-3D861154DBDD}"/>
    <dgm:cxn modelId="{03ABFC22-CE2F-4041-B86C-510233918DC3}" type="presOf" srcId="{BEAB6AAF-246B-444D-90D9-FB867EA43595}" destId="{FC4CA3E0-7A9C-47CB-88C9-7F81B89FD5AA}" srcOrd="0" destOrd="0" presId="urn:microsoft.com/office/officeart/2005/8/layout/chevron1"/>
    <dgm:cxn modelId="{66638CAC-123E-4530-BEDD-30FADC271D64}" srcId="{314AE731-DFBF-4A5B-8171-86B7AA2F2858}" destId="{3F9AE8EF-E0BD-4A86-A1DC-73AF72B43E8D}" srcOrd="1" destOrd="0" parTransId="{5F12A6E5-E57E-4059-894D-D3A3846C30F2}" sibTransId="{7CE50C93-6A94-4F11-A61C-2C90215515AB}"/>
    <dgm:cxn modelId="{6EA17A8F-9135-4CB4-B2B4-0A7C2186B641}" type="presOf" srcId="{314AE731-DFBF-4A5B-8171-86B7AA2F2858}" destId="{5653E5CF-63C1-4886-9DFE-DC4B36C44A33}" srcOrd="0" destOrd="0" presId="urn:microsoft.com/office/officeart/2005/8/layout/chevron1"/>
    <dgm:cxn modelId="{54966779-B1AC-44AA-A991-A9455C295EEB}" type="presOf" srcId="{C6C44482-D821-4FAE-BB52-29931F8BCBDE}" destId="{E2DC7CE9-31B9-4959-914F-451EA2F3687E}" srcOrd="0" destOrd="0" presId="urn:microsoft.com/office/officeart/2005/8/layout/chevron1"/>
    <dgm:cxn modelId="{BF6558B0-650E-4BA1-A1B1-1CA458E6EC49}" srcId="{314AE731-DFBF-4A5B-8171-86B7AA2F2858}" destId="{211D359A-E621-4AEC-B365-EBCECA4D5608}" srcOrd="2" destOrd="0" parTransId="{95B58C96-0D87-4CC9-A2F6-B9DFCA67DC5F}" sibTransId="{56BE99E8-BF29-4F85-BEC4-A54AC3654A13}"/>
    <dgm:cxn modelId="{EDE2BF0D-16B1-4CA9-AF78-5797A1FCBEFA}" type="presOf" srcId="{211D359A-E621-4AEC-B365-EBCECA4D5608}" destId="{50739AC9-FC4E-42C3-B62E-1016634A724A}" srcOrd="0" destOrd="0" presId="urn:microsoft.com/office/officeart/2005/8/layout/chevron1"/>
    <dgm:cxn modelId="{9A1F1220-FCB6-4C8C-9059-66B22B640724}" type="presOf" srcId="{3F9AE8EF-E0BD-4A86-A1DC-73AF72B43E8D}" destId="{2147596E-7442-41E7-9852-40E25C424996}" srcOrd="0" destOrd="0" presId="urn:microsoft.com/office/officeart/2005/8/layout/chevron1"/>
    <dgm:cxn modelId="{264DC4CA-E624-48D3-99CC-FD45E0770365}" type="presParOf" srcId="{5653E5CF-63C1-4886-9DFE-DC4B36C44A33}" destId="{FC4CA3E0-7A9C-47CB-88C9-7F81B89FD5AA}" srcOrd="0" destOrd="0" presId="urn:microsoft.com/office/officeart/2005/8/layout/chevron1"/>
    <dgm:cxn modelId="{B11C0542-E89D-4D1C-9E5C-F6AE43DD6ED8}" type="presParOf" srcId="{5653E5CF-63C1-4886-9DFE-DC4B36C44A33}" destId="{ED8D2DC7-F6B9-49A1-A3FB-6645AA0B27C9}" srcOrd="1" destOrd="0" presId="urn:microsoft.com/office/officeart/2005/8/layout/chevron1"/>
    <dgm:cxn modelId="{F0DD944D-553D-453C-9247-CD0ED5233A01}" type="presParOf" srcId="{5653E5CF-63C1-4886-9DFE-DC4B36C44A33}" destId="{2147596E-7442-41E7-9852-40E25C424996}" srcOrd="2" destOrd="0" presId="urn:microsoft.com/office/officeart/2005/8/layout/chevron1"/>
    <dgm:cxn modelId="{351B5B02-84E4-4E19-889C-3549DDAFC774}" type="presParOf" srcId="{5653E5CF-63C1-4886-9DFE-DC4B36C44A33}" destId="{78A125B0-FC96-47C5-ADBC-5773E5EBD695}" srcOrd="3" destOrd="0" presId="urn:microsoft.com/office/officeart/2005/8/layout/chevron1"/>
    <dgm:cxn modelId="{238B600E-9F4D-4DD2-B82D-5E6573C36B06}" type="presParOf" srcId="{5653E5CF-63C1-4886-9DFE-DC4B36C44A33}" destId="{50739AC9-FC4E-42C3-B62E-1016634A724A}" srcOrd="4" destOrd="0" presId="urn:microsoft.com/office/officeart/2005/8/layout/chevron1"/>
    <dgm:cxn modelId="{03F3042C-31DF-4C05-9131-A77DA6C25BB6}" type="presParOf" srcId="{5653E5CF-63C1-4886-9DFE-DC4B36C44A33}" destId="{BA7DB2C5-C694-4861-95D5-BF30690EE501}" srcOrd="5" destOrd="0" presId="urn:microsoft.com/office/officeart/2005/8/layout/chevron1"/>
    <dgm:cxn modelId="{186AB8AD-58EB-4A50-97B4-994AF030DD0C}" type="presParOf" srcId="{5653E5CF-63C1-4886-9DFE-DC4B36C44A33}" destId="{E2DC7CE9-31B9-4959-914F-451EA2F3687E}" srcOrd="6" destOrd="0" presId="urn:microsoft.com/office/officeart/2005/8/layout/chevron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xmlns="" id="{83C43651-EA8B-4678-8FD9-6C875DB136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6BD28C34-B0BD-41BE-80A7-C252BFAB08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09C1BF11-5702-475A-BDCC-CA13CC2B291E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A77B7009-201B-41DD-A31B-ADB4AD7A410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DBB078B8-0584-4580-A4FF-8E471217AEE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381B0EFE-A81B-4FF2-A11B-20F00DF34C36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403255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A1E830F0-DDCD-4D0F-B5F3-4FD19C8F867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E86D8963-CFCD-4740-AF60-049850373CDF}" type="datetimeFigureOut">
              <a:rPr lang="zh-CN" altLang="en-US"/>
              <a:pPr/>
              <a:t>2022/12/27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0723" name="幻灯片图像占位符 3">
            <a:extLst>
              <a:ext uri="{FF2B5EF4-FFF2-40B4-BE49-F238E27FC236}">
                <a16:creationId xmlns:a16="http://schemas.microsoft.com/office/drawing/2014/main" xmlns="" id="{0E0776D9-EB5E-4648-A11C-5DC5CDC40389}"/>
              </a:ext>
            </a:extLst>
          </p:cNvPr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4" name="备注占位符 7">
            <a:extLst>
              <a:ext uri="{FF2B5EF4-FFF2-40B4-BE49-F238E27FC236}">
                <a16:creationId xmlns:a16="http://schemas.microsoft.com/office/drawing/2014/main" xmlns="" id="{283E4D93-BBF5-4A19-BF46-DCA634601C1A}"/>
              </a:ext>
            </a:extLst>
          </p:cNvPr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DF32E9F7-1370-428C-9546-57C9375091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defRPr sz="1200" noProof="1" smtClean="0">
                <a:latin typeface="+mn-lt"/>
                <a:ea typeface="+mn-ea"/>
              </a:defRPr>
            </a:lvl1pPr>
          </a:lstStyle>
          <a:p>
            <a:fld id="{4C464E13-4384-4E27-B198-CCD5CE71F818}" type="slidenum">
              <a:rPr lang="zh-CN" altLang="en-US"/>
              <a:pPr/>
              <a:t>‹#›</a:t>
            </a:fld>
            <a:endParaRPr lang="zh-CN" altLang="en-US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xmlns="" id="{22C67519-F77F-4031-9D1A-E102741AFD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  <p:sp>
        <p:nvSpPr>
          <p:cNvPr id="11" name="页眉占位符 10">
            <a:extLst>
              <a:ext uri="{FF2B5EF4-FFF2-40B4-BE49-F238E27FC236}">
                <a16:creationId xmlns:a16="http://schemas.microsoft.com/office/drawing/2014/main" xmlns="" id="{A2FFFFAA-8C8E-43C6-8DDC-20C2BA84D3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defRPr sz="1200" noProof="1"/>
            </a:lvl1pPr>
          </a:lstStyle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697842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xmlns="" id="{6EB3BC85-6B9D-4CAF-90B8-EC7DC38A809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>
            <a:gsLst>
              <a:gs pos="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xmlns="" id="{ED0129E5-1051-4340-8E45-BD04A72D1987}"/>
              </a:ext>
            </a:extLst>
          </p:cNvPr>
          <p:cNvSpPr/>
          <p:nvPr userDrawn="1"/>
        </p:nvSpPr>
        <p:spPr>
          <a:xfrm>
            <a:off x="4019550" y="1346200"/>
            <a:ext cx="7832725" cy="5137150"/>
          </a:xfrm>
          <a:custGeom>
            <a:avLst/>
            <a:gdLst>
              <a:gd name="connsiteX0" fmla="*/ 9059374 w 9059374"/>
              <a:gd name="connsiteY0" fmla="*/ 0 h 5940588"/>
              <a:gd name="connsiteX1" fmla="*/ 9059374 w 9059374"/>
              <a:gd name="connsiteY1" fmla="*/ 5940588 h 5940588"/>
              <a:gd name="connsiteX2" fmla="*/ 0 w 9059374"/>
              <a:gd name="connsiteY2" fmla="*/ 5940588 h 5940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059374" h="5940588">
                <a:moveTo>
                  <a:pt x="9059374" y="0"/>
                </a:moveTo>
                <a:lnTo>
                  <a:pt x="9059374" y="5940588"/>
                </a:lnTo>
                <a:lnTo>
                  <a:pt x="0" y="5940588"/>
                </a:lnTo>
                <a:close/>
              </a:path>
            </a:pathLst>
          </a:custGeom>
          <a:solidFill>
            <a:schemeClr val="bg1">
              <a:alpha val="27000"/>
            </a:schemeClr>
          </a:solidFill>
          <a:ln>
            <a:noFill/>
          </a:ln>
          <a:effectLst>
            <a:outerShdw blurRad="800100" sx="102000" sy="102000" algn="ctr" rotWithShape="0">
              <a:prstClr val="black">
                <a:alpha val="2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8" name="Freeform 100">
            <a:extLst>
              <a:ext uri="{FF2B5EF4-FFF2-40B4-BE49-F238E27FC236}">
                <a16:creationId xmlns:a16="http://schemas.microsoft.com/office/drawing/2014/main" xmlns="" id="{A36D1798-A1CA-4D7E-B424-254BFF94FD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13475" y="1006475"/>
            <a:ext cx="2635250" cy="1997075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1">
            <a:extLst>
              <a:ext uri="{FF2B5EF4-FFF2-40B4-BE49-F238E27FC236}">
                <a16:creationId xmlns:a16="http://schemas.microsoft.com/office/drawing/2014/main" xmlns="" id="{E8C3362A-0A53-4F77-816A-7587B884A5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1788" y="830263"/>
            <a:ext cx="1057275" cy="2173287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2">
            <a:extLst>
              <a:ext uri="{FF2B5EF4-FFF2-40B4-BE49-F238E27FC236}">
                <a16:creationId xmlns:a16="http://schemas.microsoft.com/office/drawing/2014/main" xmlns="" id="{B38EB0B3-A79D-4899-B750-F812B57483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9388" y="639763"/>
            <a:ext cx="1377950" cy="2363787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3">
            <a:extLst>
              <a:ext uri="{FF2B5EF4-FFF2-40B4-BE49-F238E27FC236}">
                <a16:creationId xmlns:a16="http://schemas.microsoft.com/office/drawing/2014/main" xmlns="" id="{70050A56-5891-4390-A47C-74FAD121AB2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129338" y="965200"/>
            <a:ext cx="100012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4">
            <a:extLst>
              <a:ext uri="{FF2B5EF4-FFF2-40B4-BE49-F238E27FC236}">
                <a16:creationId xmlns:a16="http://schemas.microsoft.com/office/drawing/2014/main" xmlns="" id="{7682B7E0-695F-44B2-875E-095AF6F704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67650" y="792163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5">
            <a:extLst>
              <a:ext uri="{FF2B5EF4-FFF2-40B4-BE49-F238E27FC236}">
                <a16:creationId xmlns:a16="http://schemas.microsoft.com/office/drawing/2014/main" xmlns="" id="{CC4A0B06-5CDE-4CBC-B116-907CE683E1C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715250" y="598488"/>
            <a:ext cx="101600" cy="101600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6">
            <a:extLst>
              <a:ext uri="{FF2B5EF4-FFF2-40B4-BE49-F238E27FC236}">
                <a16:creationId xmlns:a16="http://schemas.microsoft.com/office/drawing/2014/main" xmlns="" id="{6CB9C93B-43EF-4856-811F-BCF5E95C9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3613" y="493713"/>
            <a:ext cx="2027237" cy="2509837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7">
            <a:extLst>
              <a:ext uri="{FF2B5EF4-FFF2-40B4-BE49-F238E27FC236}">
                <a16:creationId xmlns:a16="http://schemas.microsoft.com/office/drawing/2014/main" xmlns="" id="{BCE8B6EB-271B-4795-84B5-C74FC766DFF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229475" y="452438"/>
            <a:ext cx="100013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8">
            <a:extLst>
              <a:ext uri="{FF2B5EF4-FFF2-40B4-BE49-F238E27FC236}">
                <a16:creationId xmlns:a16="http://schemas.microsoft.com/office/drawing/2014/main" xmlns="" id="{2C044E33-42F0-47B8-9413-FF36324D4C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0" y="493713"/>
            <a:ext cx="1433513" cy="2509837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09">
            <a:extLst>
              <a:ext uri="{FF2B5EF4-FFF2-40B4-BE49-F238E27FC236}">
                <a16:creationId xmlns:a16="http://schemas.microsoft.com/office/drawing/2014/main" xmlns="" id="{B0B75A94-9E0D-4A3A-831A-ED028A99DB2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904538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0">
            <a:extLst>
              <a:ext uri="{FF2B5EF4-FFF2-40B4-BE49-F238E27FC236}">
                <a16:creationId xmlns:a16="http://schemas.microsoft.com/office/drawing/2014/main" xmlns="" id="{60903120-90EA-4BD9-989C-DEE80E5D917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02975" y="452438"/>
            <a:ext cx="101600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1">
            <a:extLst>
              <a:ext uri="{FF2B5EF4-FFF2-40B4-BE49-F238E27FC236}">
                <a16:creationId xmlns:a16="http://schemas.microsoft.com/office/drawing/2014/main" xmlns="" id="{5FEBB2C5-1CB2-4CB4-951C-C88673222AA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07763" y="452438"/>
            <a:ext cx="100012" cy="1000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2">
            <a:extLst>
              <a:ext uri="{FF2B5EF4-FFF2-40B4-BE49-F238E27FC236}">
                <a16:creationId xmlns:a16="http://schemas.microsoft.com/office/drawing/2014/main" xmlns="" id="{61BBE27F-C126-43A0-ADAC-32F04A7BA3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5030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3">
            <a:extLst>
              <a:ext uri="{FF2B5EF4-FFF2-40B4-BE49-F238E27FC236}">
                <a16:creationId xmlns:a16="http://schemas.microsoft.com/office/drawing/2014/main" xmlns="" id="{EAA58AC9-539D-4C09-9AA7-13B04599C16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706225" y="452438"/>
            <a:ext cx="103188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4">
            <a:extLst>
              <a:ext uri="{FF2B5EF4-FFF2-40B4-BE49-F238E27FC236}">
                <a16:creationId xmlns:a16="http://schemas.microsoft.com/office/drawing/2014/main" xmlns="" id="{ACC85A4E-AC3E-44B6-8F1C-395F77E6AE4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904663" y="452438"/>
            <a:ext cx="100012" cy="100012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7">
            <a:extLst>
              <a:ext uri="{FF2B5EF4-FFF2-40B4-BE49-F238E27FC236}">
                <a16:creationId xmlns:a16="http://schemas.microsoft.com/office/drawing/2014/main" xmlns="" id="{52FC56B6-5653-4FCF-B0E0-5EB6CF7D4CF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643438" y="2600325"/>
            <a:ext cx="6894512" cy="4008438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8">
            <a:extLst>
              <a:ext uri="{FF2B5EF4-FFF2-40B4-BE49-F238E27FC236}">
                <a16:creationId xmlns:a16="http://schemas.microsoft.com/office/drawing/2014/main" xmlns="" id="{6E93BA8B-AE90-475B-9BCA-7C9DE918B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2122488"/>
            <a:ext cx="7172325" cy="4067175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19">
            <a:extLst>
              <a:ext uri="{FF2B5EF4-FFF2-40B4-BE49-F238E27FC236}">
                <a16:creationId xmlns:a16="http://schemas.microsoft.com/office/drawing/2014/main" xmlns="" id="{8272447B-0412-408B-B30E-A3EAA6303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13113"/>
            <a:ext cx="7172325" cy="2860675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0">
            <a:extLst>
              <a:ext uri="{FF2B5EF4-FFF2-40B4-BE49-F238E27FC236}">
                <a16:creationId xmlns:a16="http://schemas.microsoft.com/office/drawing/2014/main" xmlns="" id="{10152BF8-06E3-4D91-BDFF-8B0CB78A2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3375025"/>
            <a:ext cx="7172325" cy="275272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1">
            <a:extLst>
              <a:ext uri="{FF2B5EF4-FFF2-40B4-BE49-F238E27FC236}">
                <a16:creationId xmlns:a16="http://schemas.microsoft.com/office/drawing/2014/main" xmlns="" id="{D116E5C1-D001-4F24-8EAB-DF98F79016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9925" y="1851025"/>
            <a:ext cx="7221538" cy="4170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2">
            <a:extLst>
              <a:ext uri="{FF2B5EF4-FFF2-40B4-BE49-F238E27FC236}">
                <a16:creationId xmlns:a16="http://schemas.microsoft.com/office/drawing/2014/main" xmlns="" id="{617B4ED8-8EB4-400C-80E8-07B6665657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5681663"/>
            <a:ext cx="50800" cy="7302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3">
            <a:extLst>
              <a:ext uri="{FF2B5EF4-FFF2-40B4-BE49-F238E27FC236}">
                <a16:creationId xmlns:a16="http://schemas.microsoft.com/office/drawing/2014/main" xmlns="" id="{D73F8684-E5A7-49EE-906B-5C88229AC6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0000" y="5738813"/>
            <a:ext cx="47625" cy="79375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4">
            <a:extLst>
              <a:ext uri="{FF2B5EF4-FFF2-40B4-BE49-F238E27FC236}">
                <a16:creationId xmlns:a16="http://schemas.microsoft.com/office/drawing/2014/main" xmlns="" id="{41621DB1-3C1F-4A87-AAF6-176EE9EE27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013" y="5800725"/>
            <a:ext cx="50800" cy="74613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5">
            <a:extLst>
              <a:ext uri="{FF2B5EF4-FFF2-40B4-BE49-F238E27FC236}">
                <a16:creationId xmlns:a16="http://schemas.microsoft.com/office/drawing/2014/main" xmlns="" id="{C874FC1E-7F15-4D7D-83C8-F6095448B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46638" y="4875213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6">
            <a:extLst>
              <a:ext uri="{FF2B5EF4-FFF2-40B4-BE49-F238E27FC236}">
                <a16:creationId xmlns:a16="http://schemas.microsoft.com/office/drawing/2014/main" xmlns="" id="{CFC1559D-E549-405C-86C0-6E9B675C1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48238" y="4932363"/>
            <a:ext cx="57150" cy="77787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7">
            <a:extLst>
              <a:ext uri="{FF2B5EF4-FFF2-40B4-BE49-F238E27FC236}">
                <a16:creationId xmlns:a16="http://schemas.microsoft.com/office/drawing/2014/main" xmlns="" id="{167C5277-283F-4981-BC8A-44C75FAAB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51425" y="4994275"/>
            <a:ext cx="53975" cy="7302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8">
            <a:extLst>
              <a:ext uri="{FF2B5EF4-FFF2-40B4-BE49-F238E27FC236}">
                <a16:creationId xmlns:a16="http://schemas.microsoft.com/office/drawing/2014/main" xmlns="" id="{DB125307-8DC3-45CD-B9BA-5921413A894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047038" y="1835150"/>
            <a:ext cx="1135062" cy="59690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29">
            <a:extLst>
              <a:ext uri="{FF2B5EF4-FFF2-40B4-BE49-F238E27FC236}">
                <a16:creationId xmlns:a16="http://schemas.microsoft.com/office/drawing/2014/main" xmlns="" id="{7F7D55B9-EFA6-434A-8578-006352C1AD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0">
            <a:extLst>
              <a:ext uri="{FF2B5EF4-FFF2-40B4-BE49-F238E27FC236}">
                <a16:creationId xmlns:a16="http://schemas.microsoft.com/office/drawing/2014/main" xmlns="" id="{CC862553-9916-4454-9791-F4B520A76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26500" y="1960563"/>
            <a:ext cx="22225" cy="31750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1">
            <a:extLst>
              <a:ext uri="{FF2B5EF4-FFF2-40B4-BE49-F238E27FC236}">
                <a16:creationId xmlns:a16="http://schemas.microsoft.com/office/drawing/2014/main" xmlns="" id="{C855EEB7-A415-4F88-90CF-287B35822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85250" y="1866900"/>
            <a:ext cx="23813" cy="36513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2">
            <a:extLst>
              <a:ext uri="{FF2B5EF4-FFF2-40B4-BE49-F238E27FC236}">
                <a16:creationId xmlns:a16="http://schemas.microsoft.com/office/drawing/2014/main" xmlns="" id="{052F20EB-602F-4FD8-ACC7-6631A77190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55113" y="1835150"/>
            <a:ext cx="2222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3">
            <a:extLst>
              <a:ext uri="{FF2B5EF4-FFF2-40B4-BE49-F238E27FC236}">
                <a16:creationId xmlns:a16="http://schemas.microsoft.com/office/drawing/2014/main" xmlns="" id="{A53F6B73-E537-4FED-9A29-38A6E605C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7388" y="2924175"/>
            <a:ext cx="2686050" cy="16192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2" name="Freeform 134">
            <a:extLst>
              <a:ext uri="{FF2B5EF4-FFF2-40B4-BE49-F238E27FC236}">
                <a16:creationId xmlns:a16="http://schemas.microsoft.com/office/drawing/2014/main" xmlns="" id="{12AF3E8E-CD03-41B7-94AE-F750110E9F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6913" y="4486275"/>
            <a:ext cx="2530475" cy="14827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3" name="组合 47">
            <a:extLst>
              <a:ext uri="{FF2B5EF4-FFF2-40B4-BE49-F238E27FC236}">
                <a16:creationId xmlns:a16="http://schemas.microsoft.com/office/drawing/2014/main" xmlns="" id="{8BD377F7-3023-4EBA-A9C2-C59B12DF8729}"/>
              </a:ext>
            </a:extLst>
          </p:cNvPr>
          <p:cNvGrpSpPr>
            <a:grpSpLocks/>
          </p:cNvGrpSpPr>
          <p:nvPr/>
        </p:nvGrpSpPr>
        <p:grpSpPr bwMode="auto">
          <a:xfrm>
            <a:off x="4427538" y="1868488"/>
            <a:ext cx="7250112" cy="4165600"/>
            <a:chOff x="7564437" y="4244495"/>
            <a:chExt cx="4236358" cy="2433801"/>
          </a:xfrm>
        </p:grpSpPr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06CD3851-C2DC-4690-B440-748F9799AE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973BE56-DEA8-41C4-8C36-37104015B3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3548C1B7-A01A-4E0F-AF45-EDD9848EA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7" name="Freeform 238">
              <a:extLst>
                <a:ext uri="{FF2B5EF4-FFF2-40B4-BE49-F238E27FC236}">
                  <a16:creationId xmlns:a16="http://schemas.microsoft.com/office/drawing/2014/main" xmlns="" id="{7F02276A-59AF-4F48-A5AB-24EA731DDD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8" name="Freeform 135">
            <a:extLst>
              <a:ext uri="{FF2B5EF4-FFF2-40B4-BE49-F238E27FC236}">
                <a16:creationId xmlns:a16="http://schemas.microsoft.com/office/drawing/2014/main" xmlns="" id="{6EEB7527-0533-428E-A4E0-60BCFBAF5F8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848600" y="4233863"/>
            <a:ext cx="1522413" cy="885825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7">
            <a:extLst>
              <a:ext uri="{FF2B5EF4-FFF2-40B4-BE49-F238E27FC236}">
                <a16:creationId xmlns:a16="http://schemas.microsoft.com/office/drawing/2014/main" xmlns="" id="{75AA00D5-DAE8-4A1C-B2C9-B215959AC4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6">
            <a:extLst>
              <a:ext uri="{FF2B5EF4-FFF2-40B4-BE49-F238E27FC236}">
                <a16:creationId xmlns:a16="http://schemas.microsoft.com/office/drawing/2014/main" xmlns="" id="{3433F4F9-5741-4C20-8334-162108AEF4A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302750" y="3255963"/>
            <a:ext cx="1765300" cy="87947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8">
            <a:extLst>
              <a:ext uri="{FF2B5EF4-FFF2-40B4-BE49-F238E27FC236}">
                <a16:creationId xmlns:a16="http://schemas.microsoft.com/office/drawing/2014/main" xmlns="" id="{845BA712-40A3-4972-9FF9-3CC4001477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3438" y="2935288"/>
            <a:ext cx="30162" cy="11112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39">
            <a:extLst>
              <a:ext uri="{FF2B5EF4-FFF2-40B4-BE49-F238E27FC236}">
                <a16:creationId xmlns:a16="http://schemas.microsoft.com/office/drawing/2014/main" xmlns="" id="{77A62DCF-8554-49AB-89CF-3940606F524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4550" y="2668588"/>
            <a:ext cx="1704975" cy="938212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0">
            <a:extLst>
              <a:ext uri="{FF2B5EF4-FFF2-40B4-BE49-F238E27FC236}">
                <a16:creationId xmlns:a16="http://schemas.microsoft.com/office/drawing/2014/main" xmlns="" id="{0534DEAB-9CFA-4BE0-95EB-9E0AD9CFD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1">
            <a:extLst>
              <a:ext uri="{FF2B5EF4-FFF2-40B4-BE49-F238E27FC236}">
                <a16:creationId xmlns:a16="http://schemas.microsoft.com/office/drawing/2014/main" xmlns="" id="{B01204B3-A082-461D-8FA8-5DDFE7384B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7563" y="2924175"/>
            <a:ext cx="31750" cy="15875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2">
            <a:extLst>
              <a:ext uri="{FF2B5EF4-FFF2-40B4-BE49-F238E27FC236}">
                <a16:creationId xmlns:a16="http://schemas.microsoft.com/office/drawing/2014/main" xmlns="" id="{B25CF6BF-6664-484E-9E77-6EE02638D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4200" y="5113338"/>
            <a:ext cx="209550" cy="247650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3">
            <a:extLst>
              <a:ext uri="{FF2B5EF4-FFF2-40B4-BE49-F238E27FC236}">
                <a16:creationId xmlns:a16="http://schemas.microsoft.com/office/drawing/2014/main" xmlns="" id="{7B3D527A-1910-41F3-B9D2-41C0BA69E6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59425" y="5276850"/>
            <a:ext cx="234950" cy="195263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4">
            <a:extLst>
              <a:ext uri="{FF2B5EF4-FFF2-40B4-BE49-F238E27FC236}">
                <a16:creationId xmlns:a16="http://schemas.microsoft.com/office/drawing/2014/main" xmlns="" id="{CD26042C-F6F5-4EA2-B2EE-404C435C73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0725" y="4875213"/>
            <a:ext cx="2055813" cy="48577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5">
            <a:extLst>
              <a:ext uri="{FF2B5EF4-FFF2-40B4-BE49-F238E27FC236}">
                <a16:creationId xmlns:a16="http://schemas.microsoft.com/office/drawing/2014/main" xmlns="" id="{F3FD4682-F997-400E-9064-1C3B2887D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2688" y="3335338"/>
            <a:ext cx="1254125" cy="1558925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46">
            <a:extLst>
              <a:ext uri="{FF2B5EF4-FFF2-40B4-BE49-F238E27FC236}">
                <a16:creationId xmlns:a16="http://schemas.microsoft.com/office/drawing/2014/main" xmlns="" id="{9C8DB4E6-D2BC-4673-97FB-D0A2C1A356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3711575"/>
            <a:ext cx="2120900" cy="5080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0">
            <a:extLst>
              <a:ext uri="{FF2B5EF4-FFF2-40B4-BE49-F238E27FC236}">
                <a16:creationId xmlns:a16="http://schemas.microsoft.com/office/drawing/2014/main" xmlns="" id="{F12D6E17-390A-4C6C-9340-43843C2353C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1">
            <a:extLst>
              <a:ext uri="{FF2B5EF4-FFF2-40B4-BE49-F238E27FC236}">
                <a16:creationId xmlns:a16="http://schemas.microsoft.com/office/drawing/2014/main" xmlns="" id="{418C5718-98B1-4EFE-A7DF-157381242E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2">
            <a:extLst>
              <a:ext uri="{FF2B5EF4-FFF2-40B4-BE49-F238E27FC236}">
                <a16:creationId xmlns:a16="http://schemas.microsoft.com/office/drawing/2014/main" xmlns="" id="{AC626DAA-F85B-4990-9917-6847D1A0F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71038" y="3825875"/>
            <a:ext cx="171450" cy="101600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3">
            <a:extLst>
              <a:ext uri="{FF2B5EF4-FFF2-40B4-BE49-F238E27FC236}">
                <a16:creationId xmlns:a16="http://schemas.microsoft.com/office/drawing/2014/main" xmlns="" id="{2682A01C-F242-4718-8DC7-9C72C8BCFCB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634538" y="3825875"/>
            <a:ext cx="600075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7">
            <a:extLst>
              <a:ext uri="{FF2B5EF4-FFF2-40B4-BE49-F238E27FC236}">
                <a16:creationId xmlns:a16="http://schemas.microsoft.com/office/drawing/2014/main" xmlns="" id="{618CA6E3-B4CF-42B9-866E-5F696FAD9E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49513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8">
            <a:extLst>
              <a:ext uri="{FF2B5EF4-FFF2-40B4-BE49-F238E27FC236}">
                <a16:creationId xmlns:a16="http://schemas.microsoft.com/office/drawing/2014/main" xmlns="" id="{0B5FC428-3B11-4AF6-B9D2-CA8C2B2CEA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8400"/>
            <a:ext cx="20638" cy="11113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59">
            <a:extLst>
              <a:ext uri="{FF2B5EF4-FFF2-40B4-BE49-F238E27FC236}">
                <a16:creationId xmlns:a16="http://schemas.microsoft.com/office/drawing/2014/main" xmlns="" id="{9EC2BF36-45A7-4B80-B4E2-606D872396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0000" y="2432050"/>
            <a:ext cx="1365250" cy="1625600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0">
            <a:extLst>
              <a:ext uri="{FF2B5EF4-FFF2-40B4-BE49-F238E27FC236}">
                <a16:creationId xmlns:a16="http://schemas.microsoft.com/office/drawing/2014/main" xmlns="" id="{E793F106-D7D2-40A2-A50A-484A7939F8B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0000" y="2443163"/>
            <a:ext cx="9525" cy="6350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64">
            <a:extLst>
              <a:ext uri="{FF2B5EF4-FFF2-40B4-BE49-F238E27FC236}">
                <a16:creationId xmlns:a16="http://schemas.microsoft.com/office/drawing/2014/main" xmlns="" id="{64C94442-35D6-420C-B3DC-F2BB3AE6379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99525" y="2443163"/>
            <a:ext cx="1335088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2">
            <a:extLst>
              <a:ext uri="{FF2B5EF4-FFF2-40B4-BE49-F238E27FC236}">
                <a16:creationId xmlns:a16="http://schemas.microsoft.com/office/drawing/2014/main" xmlns="" id="{E802F860-4A5A-48D9-A547-F75E71D1C8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3">
            <a:extLst>
              <a:ext uri="{FF2B5EF4-FFF2-40B4-BE49-F238E27FC236}">
                <a16:creationId xmlns:a16="http://schemas.microsoft.com/office/drawing/2014/main" xmlns="" id="{831A016A-8C82-46B9-A1D1-3B05F2CBA7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74000" y="4806950"/>
            <a:ext cx="168275" cy="103188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74">
            <a:extLst>
              <a:ext uri="{FF2B5EF4-FFF2-40B4-BE49-F238E27FC236}">
                <a16:creationId xmlns:a16="http://schemas.microsoft.com/office/drawing/2014/main" xmlns="" id="{0E094A99-E528-43F0-8738-A47BDFDFAD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35913" y="4806950"/>
            <a:ext cx="596900" cy="21431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5">
            <a:extLst>
              <a:ext uri="{FF2B5EF4-FFF2-40B4-BE49-F238E27FC236}">
                <a16:creationId xmlns:a16="http://schemas.microsoft.com/office/drawing/2014/main" xmlns="" id="{CCB3F5DE-AD4F-411B-BF35-266F308CFF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6">
            <a:extLst>
              <a:ext uri="{FF2B5EF4-FFF2-40B4-BE49-F238E27FC236}">
                <a16:creationId xmlns:a16="http://schemas.microsoft.com/office/drawing/2014/main" xmlns="" id="{3A8F191C-09FD-4E0E-A62F-4EBCB503B9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0600" y="3030538"/>
            <a:ext cx="166688" cy="282575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7">
            <a:extLst>
              <a:ext uri="{FF2B5EF4-FFF2-40B4-BE49-F238E27FC236}">
                <a16:creationId xmlns:a16="http://schemas.microsoft.com/office/drawing/2014/main" xmlns="" id="{CAFC6174-1FA1-4318-9B1B-18C0FE81077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98">
            <a:extLst>
              <a:ext uri="{FF2B5EF4-FFF2-40B4-BE49-F238E27FC236}">
                <a16:creationId xmlns:a16="http://schemas.microsoft.com/office/drawing/2014/main" xmlns="" id="{7C8E94EC-1E34-4E52-8E05-B17941CC99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329488" y="3008313"/>
            <a:ext cx="187325" cy="315912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8">
            <a:extLst>
              <a:ext uri="{FF2B5EF4-FFF2-40B4-BE49-F238E27FC236}">
                <a16:creationId xmlns:a16="http://schemas.microsoft.com/office/drawing/2014/main" xmlns="" id="{AAF42AD3-39F6-4BE6-AD0D-10AB81D343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69">
            <a:extLst>
              <a:ext uri="{FF2B5EF4-FFF2-40B4-BE49-F238E27FC236}">
                <a16:creationId xmlns:a16="http://schemas.microsoft.com/office/drawing/2014/main" xmlns="" id="{59A04BA1-DBC9-480E-A3BA-93142F344F97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88200" y="3381375"/>
            <a:ext cx="1428750" cy="1681163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0">
            <a:extLst>
              <a:ext uri="{FF2B5EF4-FFF2-40B4-BE49-F238E27FC236}">
                <a16:creationId xmlns:a16="http://schemas.microsoft.com/office/drawing/2014/main" xmlns="" id="{602E2500-A185-42BA-B25E-8932588DF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2325" y="3413125"/>
            <a:ext cx="1360488" cy="16652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1">
            <a:extLst>
              <a:ext uri="{FF2B5EF4-FFF2-40B4-BE49-F238E27FC236}">
                <a16:creationId xmlns:a16="http://schemas.microsoft.com/office/drawing/2014/main" xmlns="" id="{B3B420DA-64DD-4C76-BFDC-88512AE2D94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5">
            <a:extLst>
              <a:ext uri="{FF2B5EF4-FFF2-40B4-BE49-F238E27FC236}">
                <a16:creationId xmlns:a16="http://schemas.microsoft.com/office/drawing/2014/main" xmlns="" id="{4DEB5CCE-0CD3-4F31-B043-FDA2248D5C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483475" y="4003675"/>
            <a:ext cx="773113" cy="519113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8">
            <a:extLst>
              <a:ext uri="{FF2B5EF4-FFF2-40B4-BE49-F238E27FC236}">
                <a16:creationId xmlns:a16="http://schemas.microsoft.com/office/drawing/2014/main" xmlns="" id="{5B87708A-020B-4731-BC6A-BB6033608F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27413"/>
            <a:ext cx="6350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79">
            <a:extLst>
              <a:ext uri="{FF2B5EF4-FFF2-40B4-BE49-F238E27FC236}">
                <a16:creationId xmlns:a16="http://schemas.microsoft.com/office/drawing/2014/main" xmlns="" id="{48D19136-8EA5-409F-AE09-7D0E9D5804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9475"/>
            <a:ext cx="25400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0">
            <a:extLst>
              <a:ext uri="{FF2B5EF4-FFF2-40B4-BE49-F238E27FC236}">
                <a16:creationId xmlns:a16="http://schemas.microsoft.com/office/drawing/2014/main" xmlns="" id="{E1D44B10-61F0-4A22-8F61-0EFF8E0F78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13125"/>
            <a:ext cx="1373188" cy="1627188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1">
            <a:extLst>
              <a:ext uri="{FF2B5EF4-FFF2-40B4-BE49-F238E27FC236}">
                <a16:creationId xmlns:a16="http://schemas.microsoft.com/office/drawing/2014/main" xmlns="" id="{01785DE4-88DB-4E70-8D62-43640BD11C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Rectangle 182">
            <a:extLst>
              <a:ext uri="{FF2B5EF4-FFF2-40B4-BE49-F238E27FC236}">
                <a16:creationId xmlns:a16="http://schemas.microsoft.com/office/drawing/2014/main" xmlns="" id="{FA03B2C4-2F47-40F5-96A1-71DC1C17E4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3">
            <a:extLst>
              <a:ext uri="{FF2B5EF4-FFF2-40B4-BE49-F238E27FC236}">
                <a16:creationId xmlns:a16="http://schemas.microsoft.com/office/drawing/2014/main" xmlns="" id="{39F208BB-6E54-42BD-B384-CA8245BA5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88200" y="34321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6">
            <a:extLst>
              <a:ext uri="{FF2B5EF4-FFF2-40B4-BE49-F238E27FC236}">
                <a16:creationId xmlns:a16="http://schemas.microsoft.com/office/drawing/2014/main" xmlns="" id="{4321967D-D20B-49D8-B111-E234949F83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9313" y="3419475"/>
            <a:ext cx="1355725" cy="1636713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187">
            <a:extLst>
              <a:ext uri="{FF2B5EF4-FFF2-40B4-BE49-F238E27FC236}">
                <a16:creationId xmlns:a16="http://schemas.microsoft.com/office/drawing/2014/main" xmlns="" id="{6A2424E1-F377-4DB2-8EE0-6A6B37318F7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199313" y="3427413"/>
            <a:ext cx="1333500" cy="16287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09">
            <a:extLst>
              <a:ext uri="{FF2B5EF4-FFF2-40B4-BE49-F238E27FC236}">
                <a16:creationId xmlns:a16="http://schemas.microsoft.com/office/drawing/2014/main" xmlns="" id="{366F7B67-1656-4B2D-9AFB-747409FA6C5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183563" y="3443288"/>
            <a:ext cx="20637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7">
            <a:extLst>
              <a:ext uri="{FF2B5EF4-FFF2-40B4-BE49-F238E27FC236}">
                <a16:creationId xmlns:a16="http://schemas.microsoft.com/office/drawing/2014/main" xmlns="" id="{F92F4392-8EEF-43B4-BAE7-A1304B214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29475" y="2422525"/>
            <a:ext cx="168275" cy="246063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8">
            <a:extLst>
              <a:ext uri="{FF2B5EF4-FFF2-40B4-BE49-F238E27FC236}">
                <a16:creationId xmlns:a16="http://schemas.microsoft.com/office/drawing/2014/main" xmlns="" id="{DCBB7236-9675-498B-8C20-A27177002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25" y="2538413"/>
            <a:ext cx="168275" cy="25558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" name="Freeform 219">
            <a:extLst>
              <a:ext uri="{FF2B5EF4-FFF2-40B4-BE49-F238E27FC236}">
                <a16:creationId xmlns:a16="http://schemas.microsoft.com/office/drawing/2014/main" xmlns="" id="{2FC711F2-E2BD-4A16-A399-0FEB2EE5F7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42225" y="2657475"/>
            <a:ext cx="168275" cy="25558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" name="Freeform 168">
            <a:extLst>
              <a:ext uri="{FF2B5EF4-FFF2-40B4-BE49-F238E27FC236}">
                <a16:creationId xmlns:a16="http://schemas.microsoft.com/office/drawing/2014/main" xmlns="" id="{00B33BA2-1E71-4715-B21C-1BE16BB3D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4" name="Freeform 169">
            <a:extLst>
              <a:ext uri="{FF2B5EF4-FFF2-40B4-BE49-F238E27FC236}">
                <a16:creationId xmlns:a16="http://schemas.microsoft.com/office/drawing/2014/main" xmlns="" id="{70F6C8C1-1875-4877-A5A3-C4D64B673CD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07463" y="2409825"/>
            <a:ext cx="1428750" cy="168275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5" name="Freeform 170">
            <a:extLst>
              <a:ext uri="{FF2B5EF4-FFF2-40B4-BE49-F238E27FC236}">
                <a16:creationId xmlns:a16="http://schemas.microsoft.com/office/drawing/2014/main" xmlns="" id="{E2FBB50E-628E-4EE8-9E0F-DF970466A6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91588" y="2443163"/>
            <a:ext cx="1360487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6" name="Freeform 171">
            <a:extLst>
              <a:ext uri="{FF2B5EF4-FFF2-40B4-BE49-F238E27FC236}">
                <a16:creationId xmlns:a16="http://schemas.microsoft.com/office/drawing/2014/main" xmlns="" id="{50B2F5EC-0905-4B44-A58A-8656F9F0CE8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7" name="Freeform 175">
            <a:extLst>
              <a:ext uri="{FF2B5EF4-FFF2-40B4-BE49-F238E27FC236}">
                <a16:creationId xmlns:a16="http://schemas.microsoft.com/office/drawing/2014/main" xmlns="" id="{DC9D943D-6708-4514-AA71-4B4A6BC8D9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872538" y="2470150"/>
            <a:ext cx="1346200" cy="16287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8" name="Freeform 178">
            <a:extLst>
              <a:ext uri="{FF2B5EF4-FFF2-40B4-BE49-F238E27FC236}">
                <a16:creationId xmlns:a16="http://schemas.microsoft.com/office/drawing/2014/main" xmlns="" id="{D4C9EE44-49E9-4ABC-AA3B-2F8F7DBE68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55863"/>
            <a:ext cx="6350" cy="6350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9" name="Freeform 179">
            <a:extLst>
              <a:ext uri="{FF2B5EF4-FFF2-40B4-BE49-F238E27FC236}">
                <a16:creationId xmlns:a16="http://schemas.microsoft.com/office/drawing/2014/main" xmlns="" id="{5868E1DB-7A84-47D5-8338-FA8B7B4483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7925"/>
            <a:ext cx="25400" cy="1428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0" name="Freeform 180">
            <a:extLst>
              <a:ext uri="{FF2B5EF4-FFF2-40B4-BE49-F238E27FC236}">
                <a16:creationId xmlns:a16="http://schemas.microsoft.com/office/drawing/2014/main" xmlns="" id="{11D9D801-49EA-4D68-9F00-D02CEBA3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43163"/>
            <a:ext cx="1373187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1" name="Freeform 181">
            <a:extLst>
              <a:ext uri="{FF2B5EF4-FFF2-40B4-BE49-F238E27FC236}">
                <a16:creationId xmlns:a16="http://schemas.microsoft.com/office/drawing/2014/main" xmlns="" id="{F689A14E-EAB7-43C3-8C68-18F45E106E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2" name="Rectangle 182">
            <a:extLst>
              <a:ext uri="{FF2B5EF4-FFF2-40B4-BE49-F238E27FC236}">
                <a16:creationId xmlns:a16="http://schemas.microsoft.com/office/drawing/2014/main" xmlns="" id="{71EAAFBF-E3F1-462A-9AFE-49CF2FD57F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3" name="Freeform 183">
            <a:extLst>
              <a:ext uri="{FF2B5EF4-FFF2-40B4-BE49-F238E27FC236}">
                <a16:creationId xmlns:a16="http://schemas.microsoft.com/office/drawing/2014/main" xmlns="" id="{54B5E515-73A1-467C-B5F4-A58ED24A17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7463" y="24622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4" name="Freeform 186">
            <a:extLst>
              <a:ext uri="{FF2B5EF4-FFF2-40B4-BE49-F238E27FC236}">
                <a16:creationId xmlns:a16="http://schemas.microsoft.com/office/drawing/2014/main" xmlns="" id="{0C11D7DE-9C83-4F59-A076-A112149256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18575" y="2447925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5" name="Freeform 187">
            <a:extLst>
              <a:ext uri="{FF2B5EF4-FFF2-40B4-BE49-F238E27FC236}">
                <a16:creationId xmlns:a16="http://schemas.microsoft.com/office/drawing/2014/main" xmlns="" id="{1A94479D-D678-45DF-B39C-FE3FF191D56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18575" y="2455863"/>
            <a:ext cx="1333500" cy="1630362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6" name="Freeform 209">
            <a:extLst>
              <a:ext uri="{FF2B5EF4-FFF2-40B4-BE49-F238E27FC236}">
                <a16:creationId xmlns:a16="http://schemas.microsoft.com/office/drawing/2014/main" xmlns="" id="{EE1F1E5F-A6D9-4294-A56F-07981EE4153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02825" y="2473325"/>
            <a:ext cx="20638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6EF2154A-BA7C-47B7-91D6-3549B792181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9481D083-19D0-4F08-BB3D-656D1A7C6C68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70700" y="1808163"/>
            <a:ext cx="1428750" cy="1681162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178C77AC-C797-4C26-AD7B-4176A893478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54825" y="1839913"/>
            <a:ext cx="1360488" cy="1665287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18BEA8C5-4D25-426E-BEF2-7A3AD4387597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AF47098A-F1EC-4304-81A7-9683D5E9EE4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35775" y="1866900"/>
            <a:ext cx="1344613" cy="1630363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78D26F82-92FE-4ABD-BB3A-A458D21D7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4200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0CDF19E4-E8A2-4FFD-8666-E067328691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46263"/>
            <a:ext cx="23813" cy="12700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8B144759-F334-44D8-918F-430B5D5150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39913"/>
            <a:ext cx="1371600" cy="1627187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7AC02806-9C17-440D-A832-74EBC30EEAD4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BFDB50B1-8CB6-44EE-AA02-30B670BC92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3175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D29DF795-704A-4E4D-9B5A-8C1D49EBCF2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70700" y="1858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0DE687B4-0317-43F9-8EFA-A0B6E879C6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881813" y="1846263"/>
            <a:ext cx="1355725" cy="1638300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5F5F98F7-4166-4784-8701-CA0CAD24072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6881813" y="1854200"/>
            <a:ext cx="1333500" cy="1630363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DE0DA466-8E8A-4A57-8332-086BFF420BCE}"/>
              </a:ext>
            </a:extLst>
          </p:cNvPr>
          <p:cNvSpPr>
            <a:spLocks noEditPoints="1" noChangeArrowheads="1"/>
          </p:cNvSpPr>
          <p:nvPr userDrawn="1"/>
        </p:nvSpPr>
        <p:spPr bwMode="auto">
          <a:xfrm>
            <a:off x="7864475" y="1870075"/>
            <a:ext cx="22225" cy="38100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242">
            <a:extLst>
              <a:ext uri="{FF2B5EF4-FFF2-40B4-BE49-F238E27FC236}">
                <a16:creationId xmlns:a16="http://schemas.microsoft.com/office/drawing/2014/main" xmlns="" id="{8B5969BC-A18D-4003-AC44-D1AA248FC692}"/>
              </a:ext>
            </a:extLst>
          </p:cNvPr>
          <p:cNvSpPr/>
          <p:nvPr userDrawn="1"/>
        </p:nvSpPr>
        <p:spPr bwMode="auto">
          <a:xfrm>
            <a:off x="7321550" y="2419350"/>
            <a:ext cx="457200" cy="5667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2" name="increasing-stocks-graphic_38888">
            <a:extLst>
              <a:ext uri="{FF2B5EF4-FFF2-40B4-BE49-F238E27FC236}">
                <a16:creationId xmlns:a16="http://schemas.microsoft.com/office/drawing/2014/main" xmlns="" id="{FD506BBB-35F7-41A0-B565-0FDD636776B2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353550" y="3028950"/>
            <a:ext cx="474663" cy="468313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3" name="组合 122">
            <a:extLst>
              <a:ext uri="{FF2B5EF4-FFF2-40B4-BE49-F238E27FC236}">
                <a16:creationId xmlns:a16="http://schemas.microsoft.com/office/drawing/2014/main" xmlns="" id="{46D1E2DE-F6C8-4749-8CD9-9D05F4D51EBF}"/>
              </a:ext>
            </a:extLst>
          </p:cNvPr>
          <p:cNvGrpSpPr/>
          <p:nvPr/>
        </p:nvGrpSpPr>
        <p:grpSpPr>
          <a:xfrm>
            <a:off x="1437600" y="1866560"/>
            <a:ext cx="9392844" cy="3521271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4" name="Freeform 192">
              <a:extLst>
                <a:ext uri="{FF2B5EF4-FFF2-40B4-BE49-F238E27FC236}">
                  <a16:creationId xmlns:a16="http://schemas.microsoft.com/office/drawing/2014/main" xmlns="" id="{29BA1BCC-03EA-4C69-9F50-61A520D9CC4D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5" name="Freeform 193">
              <a:extLst>
                <a:ext uri="{FF2B5EF4-FFF2-40B4-BE49-F238E27FC236}">
                  <a16:creationId xmlns:a16="http://schemas.microsoft.com/office/drawing/2014/main" xmlns="" id="{3C8A66E2-A1E3-41E9-8E26-8AD199BD8FA8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4">
              <a:extLst>
                <a:ext uri="{FF2B5EF4-FFF2-40B4-BE49-F238E27FC236}">
                  <a16:creationId xmlns:a16="http://schemas.microsoft.com/office/drawing/2014/main" xmlns="" id="{336FC769-45B8-4091-B057-ECF741D6DB5F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5">
              <a:extLst>
                <a:ext uri="{FF2B5EF4-FFF2-40B4-BE49-F238E27FC236}">
                  <a16:creationId xmlns:a16="http://schemas.microsoft.com/office/drawing/2014/main" xmlns="" id="{10A6BFBE-1E83-4D62-8333-43A7418FF9F4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6">
              <a:extLst>
                <a:ext uri="{FF2B5EF4-FFF2-40B4-BE49-F238E27FC236}">
                  <a16:creationId xmlns:a16="http://schemas.microsoft.com/office/drawing/2014/main" xmlns="" id="{E2A929D4-59B8-412F-8C71-7BF89C9E879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7">
              <a:extLst>
                <a:ext uri="{FF2B5EF4-FFF2-40B4-BE49-F238E27FC236}">
                  <a16:creationId xmlns:a16="http://schemas.microsoft.com/office/drawing/2014/main" xmlns="" id="{05BB23E0-60F9-4FFC-8F81-4014E9BA0BF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8">
              <a:extLst>
                <a:ext uri="{FF2B5EF4-FFF2-40B4-BE49-F238E27FC236}">
                  <a16:creationId xmlns:a16="http://schemas.microsoft.com/office/drawing/2014/main" xmlns="" id="{35734EC5-751D-4F47-8703-6C68413A311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9">
              <a:extLst>
                <a:ext uri="{FF2B5EF4-FFF2-40B4-BE49-F238E27FC236}">
                  <a16:creationId xmlns:a16="http://schemas.microsoft.com/office/drawing/2014/main" xmlns="" id="{23F0D5E8-59DE-414D-A38F-DBE27BA6046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200">
              <a:extLst>
                <a:ext uri="{FF2B5EF4-FFF2-40B4-BE49-F238E27FC236}">
                  <a16:creationId xmlns:a16="http://schemas.microsoft.com/office/drawing/2014/main" xmlns="" id="{4726B852-1B6C-4A71-80EC-CDBF35E88EEF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1">
              <a:extLst>
                <a:ext uri="{FF2B5EF4-FFF2-40B4-BE49-F238E27FC236}">
                  <a16:creationId xmlns:a16="http://schemas.microsoft.com/office/drawing/2014/main" xmlns="" id="{4AA940CB-94EE-4DEF-9E9F-3D11BC8A77E0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2">
              <a:extLst>
                <a:ext uri="{FF2B5EF4-FFF2-40B4-BE49-F238E27FC236}">
                  <a16:creationId xmlns:a16="http://schemas.microsoft.com/office/drawing/2014/main" xmlns="" id="{37043C60-3F8E-4D98-B028-C28CE45EF949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3">
              <a:extLst>
                <a:ext uri="{FF2B5EF4-FFF2-40B4-BE49-F238E27FC236}">
                  <a16:creationId xmlns:a16="http://schemas.microsoft.com/office/drawing/2014/main" xmlns="" id="{C81FF395-5597-4B60-94F8-16CFCB54D10B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4">
              <a:extLst>
                <a:ext uri="{FF2B5EF4-FFF2-40B4-BE49-F238E27FC236}">
                  <a16:creationId xmlns:a16="http://schemas.microsoft.com/office/drawing/2014/main" xmlns="" id="{2007123A-4AA8-48E1-BA2E-A82105D936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5">
              <a:extLst>
                <a:ext uri="{FF2B5EF4-FFF2-40B4-BE49-F238E27FC236}">
                  <a16:creationId xmlns:a16="http://schemas.microsoft.com/office/drawing/2014/main" xmlns="" id="{0683844A-AFE8-46C2-94DB-C4A05140487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6">
              <a:extLst>
                <a:ext uri="{FF2B5EF4-FFF2-40B4-BE49-F238E27FC236}">
                  <a16:creationId xmlns:a16="http://schemas.microsoft.com/office/drawing/2014/main" xmlns="" id="{D8D71F33-0C29-48A9-A65A-A5537F3A52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7">
              <a:extLst>
                <a:ext uri="{FF2B5EF4-FFF2-40B4-BE49-F238E27FC236}">
                  <a16:creationId xmlns:a16="http://schemas.microsoft.com/office/drawing/2014/main" xmlns="" id="{E97DE069-9FC5-47E3-BB06-6C53B57EBB0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8">
              <a:extLst>
                <a:ext uri="{FF2B5EF4-FFF2-40B4-BE49-F238E27FC236}">
                  <a16:creationId xmlns:a16="http://schemas.microsoft.com/office/drawing/2014/main" xmlns="" id="{EB395240-8714-475A-A9EA-C1988D9DACB8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9">
              <a:extLst>
                <a:ext uri="{FF2B5EF4-FFF2-40B4-BE49-F238E27FC236}">
                  <a16:creationId xmlns:a16="http://schemas.microsoft.com/office/drawing/2014/main" xmlns="" id="{6139A264-FB50-49CA-AE6F-7F4DFF7C6048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10">
              <a:extLst>
                <a:ext uri="{FF2B5EF4-FFF2-40B4-BE49-F238E27FC236}">
                  <a16:creationId xmlns:a16="http://schemas.microsoft.com/office/drawing/2014/main" xmlns="" id="{E27E8A68-4257-446B-B011-27B527B11BA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1">
              <a:extLst>
                <a:ext uri="{FF2B5EF4-FFF2-40B4-BE49-F238E27FC236}">
                  <a16:creationId xmlns:a16="http://schemas.microsoft.com/office/drawing/2014/main" xmlns="" id="{63CF341D-2B39-4D7A-A0FC-8C9E4CAAD0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2">
              <a:extLst>
                <a:ext uri="{FF2B5EF4-FFF2-40B4-BE49-F238E27FC236}">
                  <a16:creationId xmlns:a16="http://schemas.microsoft.com/office/drawing/2014/main" xmlns="" id="{06245076-6CA3-4FDE-9361-0DA26A2EC607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3">
              <a:extLst>
                <a:ext uri="{FF2B5EF4-FFF2-40B4-BE49-F238E27FC236}">
                  <a16:creationId xmlns:a16="http://schemas.microsoft.com/office/drawing/2014/main" xmlns="" id="{94E0F53C-DEC9-4430-B64C-6620E76347B0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4">
              <a:extLst>
                <a:ext uri="{FF2B5EF4-FFF2-40B4-BE49-F238E27FC236}">
                  <a16:creationId xmlns:a16="http://schemas.microsoft.com/office/drawing/2014/main" xmlns="" id="{D426A132-F344-4AFD-9F3C-A887036E24DB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5">
              <a:extLst>
                <a:ext uri="{FF2B5EF4-FFF2-40B4-BE49-F238E27FC236}">
                  <a16:creationId xmlns:a16="http://schemas.microsoft.com/office/drawing/2014/main" xmlns="" id="{8ACE94DA-4CCE-4980-BE34-998E88B7335D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6">
              <a:extLst>
                <a:ext uri="{FF2B5EF4-FFF2-40B4-BE49-F238E27FC236}">
                  <a16:creationId xmlns:a16="http://schemas.microsoft.com/office/drawing/2014/main" xmlns="" id="{1186AB81-EC08-47A3-B424-BFDAFD7F41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7">
              <a:extLst>
                <a:ext uri="{FF2B5EF4-FFF2-40B4-BE49-F238E27FC236}">
                  <a16:creationId xmlns:a16="http://schemas.microsoft.com/office/drawing/2014/main" xmlns="" id="{F5668DBE-204F-4171-9E4F-5846978205F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8">
              <a:extLst>
                <a:ext uri="{FF2B5EF4-FFF2-40B4-BE49-F238E27FC236}">
                  <a16:creationId xmlns:a16="http://schemas.microsoft.com/office/drawing/2014/main" xmlns="" id="{D3EFCB08-F6F6-491F-9E57-2E2F3673547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9">
              <a:extLst>
                <a:ext uri="{FF2B5EF4-FFF2-40B4-BE49-F238E27FC236}">
                  <a16:creationId xmlns:a16="http://schemas.microsoft.com/office/drawing/2014/main" xmlns="" id="{FB523A2B-4AE4-496E-B6D5-96A80A3CE2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20">
              <a:extLst>
                <a:ext uri="{FF2B5EF4-FFF2-40B4-BE49-F238E27FC236}">
                  <a16:creationId xmlns:a16="http://schemas.microsoft.com/office/drawing/2014/main" xmlns="" id="{12AFCCC9-64AE-492B-B862-3E0D337B8B47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1">
              <a:extLst>
                <a:ext uri="{FF2B5EF4-FFF2-40B4-BE49-F238E27FC236}">
                  <a16:creationId xmlns:a16="http://schemas.microsoft.com/office/drawing/2014/main" xmlns="" id="{46D3A967-56BC-45BF-8ED4-884A091A967F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2">
              <a:extLst>
                <a:ext uri="{FF2B5EF4-FFF2-40B4-BE49-F238E27FC236}">
                  <a16:creationId xmlns:a16="http://schemas.microsoft.com/office/drawing/2014/main" xmlns="" id="{D8CCC54B-96D6-4384-8DB9-3B07D2811111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3">
              <a:extLst>
                <a:ext uri="{FF2B5EF4-FFF2-40B4-BE49-F238E27FC236}">
                  <a16:creationId xmlns:a16="http://schemas.microsoft.com/office/drawing/2014/main" xmlns="" id="{1F4F8155-DADF-4F50-AA1B-32DA5B769BCD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4">
              <a:extLst>
                <a:ext uri="{FF2B5EF4-FFF2-40B4-BE49-F238E27FC236}">
                  <a16:creationId xmlns:a16="http://schemas.microsoft.com/office/drawing/2014/main" xmlns="" id="{4BE96C66-A0A7-483D-9938-D4593CB3AAE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5">
              <a:extLst>
                <a:ext uri="{FF2B5EF4-FFF2-40B4-BE49-F238E27FC236}">
                  <a16:creationId xmlns:a16="http://schemas.microsoft.com/office/drawing/2014/main" xmlns="" id="{8F827AD3-64F4-4111-93C8-1B6D02686F7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6">
              <a:extLst>
                <a:ext uri="{FF2B5EF4-FFF2-40B4-BE49-F238E27FC236}">
                  <a16:creationId xmlns:a16="http://schemas.microsoft.com/office/drawing/2014/main" xmlns="" id="{97C21B80-8D79-4200-8299-0DBC93B18F3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7">
              <a:extLst>
                <a:ext uri="{FF2B5EF4-FFF2-40B4-BE49-F238E27FC236}">
                  <a16:creationId xmlns:a16="http://schemas.microsoft.com/office/drawing/2014/main" xmlns="" id="{35EE361A-3852-4AEC-A2D1-00DFB9A23B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8">
              <a:extLst>
                <a:ext uri="{FF2B5EF4-FFF2-40B4-BE49-F238E27FC236}">
                  <a16:creationId xmlns:a16="http://schemas.microsoft.com/office/drawing/2014/main" xmlns="" id="{A667A830-5619-4A40-B459-B9E18551C481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9">
              <a:extLst>
                <a:ext uri="{FF2B5EF4-FFF2-40B4-BE49-F238E27FC236}">
                  <a16:creationId xmlns:a16="http://schemas.microsoft.com/office/drawing/2014/main" xmlns="" id="{094D478C-FC2A-490F-B257-2CB4AE472637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30">
              <a:extLst>
                <a:ext uri="{FF2B5EF4-FFF2-40B4-BE49-F238E27FC236}">
                  <a16:creationId xmlns:a16="http://schemas.microsoft.com/office/drawing/2014/main" xmlns="" id="{DE02CF36-9B20-4CBD-B9B7-A1B6580E1B7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1">
              <a:extLst>
                <a:ext uri="{FF2B5EF4-FFF2-40B4-BE49-F238E27FC236}">
                  <a16:creationId xmlns:a16="http://schemas.microsoft.com/office/drawing/2014/main" xmlns="" id="{288FF36E-DADD-4B2D-BCCD-465F93CB1BC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9801" name="副标题 2"/>
          <p:cNvSpPr>
            <a:spLocks noGrp="1"/>
          </p:cNvSpPr>
          <p:nvPr userDrawn="1">
            <p:ph type="subTitle" idx="1"/>
          </p:nvPr>
        </p:nvSpPr>
        <p:spPr>
          <a:xfrm>
            <a:off x="948718" y="2998375"/>
            <a:ext cx="5087595" cy="558799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9802" name="标题 1"/>
          <p:cNvSpPr>
            <a:spLocks noGrp="1"/>
          </p:cNvSpPr>
          <p:nvPr userDrawn="1">
            <p:ph type="ctrTitle"/>
          </p:nvPr>
        </p:nvSpPr>
        <p:spPr>
          <a:xfrm>
            <a:off x="948718" y="1785931"/>
            <a:ext cx="5087595" cy="1198382"/>
          </a:xfrm>
        </p:spPr>
        <p:txBody>
          <a:bodyPr anchor="ctr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12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949208" y="4137532"/>
            <a:ext cx="2294395" cy="296271"/>
          </a:xfrm>
          <a:prstGeom prst="roundRect">
            <a:avLst>
              <a:gd name="adj" fmla="val 50000"/>
            </a:avLst>
          </a:prstGeom>
          <a:noFill/>
          <a:ln w="12700">
            <a:solidFill>
              <a:schemeClr val="bg1"/>
            </a:solidFill>
          </a:ln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  <p:sp>
        <p:nvSpPr>
          <p:cNvPr id="13" name="文本占位符 13"/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949207" y="4558199"/>
            <a:ext cx="5087595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Terabits</a:t>
            </a:r>
            <a:endParaRPr lang="zh-CN" altLang="en-US" noProof="1"/>
          </a:p>
        </p:txBody>
      </p:sp>
    </p:spTree>
    <p:extLst>
      <p:ext uri="{BB962C8B-B14F-4D97-AF65-F5344CB8AC3E}">
        <p14:creationId xmlns:p14="http://schemas.microsoft.com/office/powerpoint/2010/main" val="23927664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FA89D527-07F7-4DF8-B4AE-7CE4750343F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xmlns="" id="{4D938A1B-0B96-46F2-9400-1487ED36C6FC}"/>
              </a:ext>
            </a:extLst>
          </p:cNvPr>
          <p:cNvSpPr/>
          <p:nvPr userDrawn="1"/>
        </p:nvSpPr>
        <p:spPr>
          <a:xfrm>
            <a:off x="7223125" y="4016375"/>
            <a:ext cx="3338513" cy="2841625"/>
          </a:xfrm>
          <a:prstGeom prst="rect">
            <a:avLst/>
          </a:prstGeom>
          <a:gradFill>
            <a:gsLst>
              <a:gs pos="5000">
                <a:schemeClr val="accent2"/>
              </a:gs>
              <a:gs pos="100000">
                <a:schemeClr val="accent3"/>
              </a:gs>
            </a:gsLst>
            <a:lin ang="0" scaled="0"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6" name="Freeform 100">
            <a:extLst>
              <a:ext uri="{FF2B5EF4-FFF2-40B4-BE49-F238E27FC236}">
                <a16:creationId xmlns:a16="http://schemas.microsoft.com/office/drawing/2014/main" xmlns="" id="{3A1F5932-2139-48CA-8277-742909F78E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3000" y="1695450"/>
            <a:ext cx="1912938" cy="1449388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Freeform 101">
            <a:extLst>
              <a:ext uri="{FF2B5EF4-FFF2-40B4-BE49-F238E27FC236}">
                <a16:creationId xmlns:a16="http://schemas.microsoft.com/office/drawing/2014/main" xmlns="" id="{E2EAF21E-DF3A-47A2-A444-98FA64D4AE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55063" y="1566863"/>
            <a:ext cx="766762" cy="1577975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2">
            <a:extLst>
              <a:ext uri="{FF2B5EF4-FFF2-40B4-BE49-F238E27FC236}">
                <a16:creationId xmlns:a16="http://schemas.microsoft.com/office/drawing/2014/main" xmlns="" id="{9908D12F-8726-4C8F-8278-5E5EA5C506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45525" y="1428750"/>
            <a:ext cx="998538" cy="1716088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3">
            <a:extLst>
              <a:ext uri="{FF2B5EF4-FFF2-40B4-BE49-F238E27FC236}">
                <a16:creationId xmlns:a16="http://schemas.microsoft.com/office/drawing/2014/main" xmlns="" id="{565847EB-3C92-41EA-8FC7-AEB66A45F26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432675" y="16652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4">
            <a:extLst>
              <a:ext uri="{FF2B5EF4-FFF2-40B4-BE49-F238E27FC236}">
                <a16:creationId xmlns:a16="http://schemas.microsoft.com/office/drawing/2014/main" xmlns="" id="{D8ADE8E6-8C31-478D-B207-22A9E6F64A9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4738" y="153987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5">
            <a:extLst>
              <a:ext uri="{FF2B5EF4-FFF2-40B4-BE49-F238E27FC236}">
                <a16:creationId xmlns:a16="http://schemas.microsoft.com/office/drawing/2014/main" xmlns="" id="{ED5EA8DF-2B7F-458B-A8F1-89B911E1D94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583613" y="1398588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6">
            <a:extLst>
              <a:ext uri="{FF2B5EF4-FFF2-40B4-BE49-F238E27FC236}">
                <a16:creationId xmlns:a16="http://schemas.microsoft.com/office/drawing/2014/main" xmlns="" id="{0AEB20D9-923D-4E84-AB1B-3E8954AF52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91513" y="1322388"/>
            <a:ext cx="1471612" cy="182245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" name="Freeform 107">
            <a:extLst>
              <a:ext uri="{FF2B5EF4-FFF2-40B4-BE49-F238E27FC236}">
                <a16:creationId xmlns:a16="http://schemas.microsoft.com/office/drawing/2014/main" xmlns="" id="{47CDE46C-DC4A-4CEB-B760-75CE03381F7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31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8">
            <a:extLst>
              <a:ext uri="{FF2B5EF4-FFF2-40B4-BE49-F238E27FC236}">
                <a16:creationId xmlns:a16="http://schemas.microsoft.com/office/drawing/2014/main" xmlns="" id="{7670E6CE-3BB7-4481-8625-050E809AD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72663" y="1322388"/>
            <a:ext cx="1041400" cy="182245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" name="Freeform 109">
            <a:extLst>
              <a:ext uri="{FF2B5EF4-FFF2-40B4-BE49-F238E27FC236}">
                <a16:creationId xmlns:a16="http://schemas.microsoft.com/office/drawing/2014/main" xmlns="" id="{D3DF8C53-D1F5-492E-99C7-BD5464222F1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08981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10">
            <a:extLst>
              <a:ext uri="{FF2B5EF4-FFF2-40B4-BE49-F238E27FC236}">
                <a16:creationId xmlns:a16="http://schemas.microsoft.com/office/drawing/2014/main" xmlns="" id="{A2C0E662-1FEA-4BEB-9A1E-7861B2690B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042650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11">
            <a:extLst>
              <a:ext uri="{FF2B5EF4-FFF2-40B4-BE49-F238E27FC236}">
                <a16:creationId xmlns:a16="http://schemas.microsoft.com/office/drawing/2014/main" xmlns="" id="{3B296366-066A-46CF-BD0B-07AC0B29637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190288" y="1292225"/>
            <a:ext cx="73025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12">
            <a:extLst>
              <a:ext uri="{FF2B5EF4-FFF2-40B4-BE49-F238E27FC236}">
                <a16:creationId xmlns:a16="http://schemas.microsoft.com/office/drawing/2014/main" xmlns="" id="{E2BD13DC-08C4-4EEE-914C-B1A33AECE58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333163" y="1292225"/>
            <a:ext cx="74612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3">
            <a:extLst>
              <a:ext uri="{FF2B5EF4-FFF2-40B4-BE49-F238E27FC236}">
                <a16:creationId xmlns:a16="http://schemas.microsoft.com/office/drawing/2014/main" xmlns="" id="{A6B2E18D-6DAB-49DB-B326-FFD09F6A4EB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480800" y="1292225"/>
            <a:ext cx="74613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4">
            <a:extLst>
              <a:ext uri="{FF2B5EF4-FFF2-40B4-BE49-F238E27FC236}">
                <a16:creationId xmlns:a16="http://schemas.microsoft.com/office/drawing/2014/main" xmlns="" id="{D09F76B4-9EDF-4BB0-A4BD-C03A27656A5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1625263" y="1292225"/>
            <a:ext cx="71437" cy="73025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7">
            <a:extLst>
              <a:ext uri="{FF2B5EF4-FFF2-40B4-BE49-F238E27FC236}">
                <a16:creationId xmlns:a16="http://schemas.microsoft.com/office/drawing/2014/main" xmlns="" id="{B6666370-092F-4B21-BC49-81C165E4432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6353175" y="2852738"/>
            <a:ext cx="5005388" cy="2908300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8">
            <a:extLst>
              <a:ext uri="{FF2B5EF4-FFF2-40B4-BE49-F238E27FC236}">
                <a16:creationId xmlns:a16="http://schemas.microsoft.com/office/drawing/2014/main" xmlns="" id="{D86BA65D-3B90-41FF-B10A-4F4E0E8CD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2505075"/>
            <a:ext cx="5205413" cy="2952750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9">
            <a:extLst>
              <a:ext uri="{FF2B5EF4-FFF2-40B4-BE49-F238E27FC236}">
                <a16:creationId xmlns:a16="http://schemas.microsoft.com/office/drawing/2014/main" xmlns="" id="{F9FAF9F0-1C4A-4256-A265-62E3124CD7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368675"/>
            <a:ext cx="5205413" cy="2076450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20">
            <a:extLst>
              <a:ext uri="{FF2B5EF4-FFF2-40B4-BE49-F238E27FC236}">
                <a16:creationId xmlns:a16="http://schemas.microsoft.com/office/drawing/2014/main" xmlns="" id="{03258DA8-CB1C-41C2-8363-C6729AE734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575" y="3414713"/>
            <a:ext cx="5205413" cy="1997075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1">
            <a:extLst>
              <a:ext uri="{FF2B5EF4-FFF2-40B4-BE49-F238E27FC236}">
                <a16:creationId xmlns:a16="http://schemas.microsoft.com/office/drawing/2014/main" xmlns="" id="{CAC6BC2E-BC0C-4E06-A519-62B8374F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35700" y="2308225"/>
            <a:ext cx="5240338" cy="3027363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2">
            <a:extLst>
              <a:ext uri="{FF2B5EF4-FFF2-40B4-BE49-F238E27FC236}">
                <a16:creationId xmlns:a16="http://schemas.microsoft.com/office/drawing/2014/main" xmlns="" id="{4C6722D5-597A-476B-9FFB-A37EBA64E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16813" y="508793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3">
            <a:extLst>
              <a:ext uri="{FF2B5EF4-FFF2-40B4-BE49-F238E27FC236}">
                <a16:creationId xmlns:a16="http://schemas.microsoft.com/office/drawing/2014/main" xmlns="" id="{D8123861-108E-48F3-B00C-328D748ED4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91425" y="5130800"/>
            <a:ext cx="36513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4">
            <a:extLst>
              <a:ext uri="{FF2B5EF4-FFF2-40B4-BE49-F238E27FC236}">
                <a16:creationId xmlns:a16="http://schemas.microsoft.com/office/drawing/2014/main" xmlns="" id="{E1E16852-F19B-4C74-8711-911715DAAC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4450" y="5175250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5">
            <a:extLst>
              <a:ext uri="{FF2B5EF4-FFF2-40B4-BE49-F238E27FC236}">
                <a16:creationId xmlns:a16="http://schemas.microsoft.com/office/drawing/2014/main" xmlns="" id="{00D3F213-AEE9-461A-9821-E972EB5B5B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0813" y="4503738"/>
            <a:ext cx="39687" cy="52387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6">
            <a:extLst>
              <a:ext uri="{FF2B5EF4-FFF2-40B4-BE49-F238E27FC236}">
                <a16:creationId xmlns:a16="http://schemas.microsoft.com/office/drawing/2014/main" xmlns="" id="{99FAF4F1-248C-494E-8CAE-9DE0E3F9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73838" y="4545013"/>
            <a:ext cx="41275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7">
            <a:extLst>
              <a:ext uri="{FF2B5EF4-FFF2-40B4-BE49-F238E27FC236}">
                <a16:creationId xmlns:a16="http://schemas.microsoft.com/office/drawing/2014/main" xmlns="" id="{18A61A7E-06D1-4936-9D3C-BD4CF705F1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0038" y="4589463"/>
            <a:ext cx="38100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8">
            <a:extLst>
              <a:ext uri="{FF2B5EF4-FFF2-40B4-BE49-F238E27FC236}">
                <a16:creationId xmlns:a16="http://schemas.microsoft.com/office/drawing/2014/main" xmlns="" id="{0C2F7A97-0454-482A-B806-90B72401DD3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824913" y="2297113"/>
            <a:ext cx="823912" cy="433387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9">
            <a:extLst>
              <a:ext uri="{FF2B5EF4-FFF2-40B4-BE49-F238E27FC236}">
                <a16:creationId xmlns:a16="http://schemas.microsoft.com/office/drawing/2014/main" xmlns="" id="{A2FF0A01-030B-41D0-A009-026BD0FD85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30">
            <a:extLst>
              <a:ext uri="{FF2B5EF4-FFF2-40B4-BE49-F238E27FC236}">
                <a16:creationId xmlns:a16="http://schemas.microsoft.com/office/drawing/2014/main" xmlns="" id="{D7B34D66-772D-48A3-8B1B-E32BD0E7D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390063" y="2387600"/>
            <a:ext cx="15875" cy="23813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1">
            <a:extLst>
              <a:ext uri="{FF2B5EF4-FFF2-40B4-BE49-F238E27FC236}">
                <a16:creationId xmlns:a16="http://schemas.microsoft.com/office/drawing/2014/main" xmlns="" id="{F02319AF-B822-4214-8E97-6B2B659C2C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04363" y="2319338"/>
            <a:ext cx="17462" cy="26987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2">
            <a:extLst>
              <a:ext uri="{FF2B5EF4-FFF2-40B4-BE49-F238E27FC236}">
                <a16:creationId xmlns:a16="http://schemas.microsoft.com/office/drawing/2014/main" xmlns="" id="{D72589FA-ED31-4FED-B4A3-6D776324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628188" y="2297113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3">
            <a:extLst>
              <a:ext uri="{FF2B5EF4-FFF2-40B4-BE49-F238E27FC236}">
                <a16:creationId xmlns:a16="http://schemas.microsoft.com/office/drawing/2014/main" xmlns="" id="{5126ED09-4C7C-427B-AAA2-108FB7EA73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6813" y="3087688"/>
            <a:ext cx="1951037" cy="11747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4">
            <a:extLst>
              <a:ext uri="{FF2B5EF4-FFF2-40B4-BE49-F238E27FC236}">
                <a16:creationId xmlns:a16="http://schemas.microsoft.com/office/drawing/2014/main" xmlns="" id="{1792FC57-ECDB-4D6E-B7C7-77EFC910E8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4750" y="4221163"/>
            <a:ext cx="1836738" cy="1076325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1" name="组合 161">
            <a:extLst>
              <a:ext uri="{FF2B5EF4-FFF2-40B4-BE49-F238E27FC236}">
                <a16:creationId xmlns:a16="http://schemas.microsoft.com/office/drawing/2014/main" xmlns="" id="{49541F5F-FC95-468E-B89E-EA6E378B89C7}"/>
              </a:ext>
            </a:extLst>
          </p:cNvPr>
          <p:cNvGrpSpPr>
            <a:grpSpLocks/>
          </p:cNvGrpSpPr>
          <p:nvPr/>
        </p:nvGrpSpPr>
        <p:grpSpPr bwMode="auto">
          <a:xfrm>
            <a:off x="6197600" y="2320925"/>
            <a:ext cx="5260975" cy="3022600"/>
            <a:chOff x="7564437" y="4244495"/>
            <a:chExt cx="4236358" cy="2433801"/>
          </a:xfrm>
        </p:grpSpPr>
        <p:sp>
          <p:nvSpPr>
            <p:cNvPr id="42" name="Freeform 238">
              <a:extLst>
                <a:ext uri="{FF2B5EF4-FFF2-40B4-BE49-F238E27FC236}">
                  <a16:creationId xmlns:a16="http://schemas.microsoft.com/office/drawing/2014/main" xmlns="" id="{D2A5171D-E58B-49E6-8330-867C6E75D9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83D6515D-411E-4AE8-86D4-1A76E4EF5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DE1FC05-CBFC-4560-906E-DBDADF97B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BA520366-ED7A-4104-BCB8-5AFF9EFEA4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6" name="Freeform 135">
            <a:extLst>
              <a:ext uri="{FF2B5EF4-FFF2-40B4-BE49-F238E27FC236}">
                <a16:creationId xmlns:a16="http://schemas.microsoft.com/office/drawing/2014/main" xmlns="" id="{F84C648C-8347-47DF-B8BE-C1DB94BF013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80450" y="4037013"/>
            <a:ext cx="1104900" cy="64293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" name="Freeform 137">
            <a:extLst>
              <a:ext uri="{FF2B5EF4-FFF2-40B4-BE49-F238E27FC236}">
                <a16:creationId xmlns:a16="http://schemas.microsoft.com/office/drawing/2014/main" xmlns="" id="{020821C1-6477-4F16-B170-5FFE976A9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6">
            <a:extLst>
              <a:ext uri="{FF2B5EF4-FFF2-40B4-BE49-F238E27FC236}">
                <a16:creationId xmlns:a16="http://schemas.microsoft.com/office/drawing/2014/main" xmlns="" id="{6B37FE91-B408-4775-BDA3-199D009784F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736138" y="3327400"/>
            <a:ext cx="1281112" cy="639763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8">
            <a:extLst>
              <a:ext uri="{FF2B5EF4-FFF2-40B4-BE49-F238E27FC236}">
                <a16:creationId xmlns:a16="http://schemas.microsoft.com/office/drawing/2014/main" xmlns="" id="{FFD860AE-3B39-4E53-819A-3822DD4EFB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7850" y="3095625"/>
            <a:ext cx="20638" cy="7938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9">
            <a:extLst>
              <a:ext uri="{FF2B5EF4-FFF2-40B4-BE49-F238E27FC236}">
                <a16:creationId xmlns:a16="http://schemas.microsoft.com/office/drawing/2014/main" xmlns="" id="{6E1E582E-F77C-4151-B212-6AE8435741B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5788" y="2901950"/>
            <a:ext cx="1238250" cy="679450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40">
            <a:extLst>
              <a:ext uri="{FF2B5EF4-FFF2-40B4-BE49-F238E27FC236}">
                <a16:creationId xmlns:a16="http://schemas.microsoft.com/office/drawing/2014/main" xmlns="" id="{5076AC02-A9A1-41D3-8BAB-BD3445F9A6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1">
            <a:extLst>
              <a:ext uri="{FF2B5EF4-FFF2-40B4-BE49-F238E27FC236}">
                <a16:creationId xmlns:a16="http://schemas.microsoft.com/office/drawing/2014/main" xmlns="" id="{7A977D5F-3BC9-49B7-95FA-CBBBA3DE8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5150" y="3087688"/>
            <a:ext cx="23813" cy="11112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2">
            <a:extLst>
              <a:ext uri="{FF2B5EF4-FFF2-40B4-BE49-F238E27FC236}">
                <a16:creationId xmlns:a16="http://schemas.microsoft.com/office/drawing/2014/main" xmlns="" id="{CBF95F56-E509-4256-9084-654CF722C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94538" y="4676775"/>
            <a:ext cx="152400" cy="179388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3">
            <a:extLst>
              <a:ext uri="{FF2B5EF4-FFF2-40B4-BE49-F238E27FC236}">
                <a16:creationId xmlns:a16="http://schemas.microsoft.com/office/drawing/2014/main" xmlns="" id="{C44C5CC4-F21A-4C0F-875E-43907342E7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8338" y="4794250"/>
            <a:ext cx="171450" cy="142875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4">
            <a:extLst>
              <a:ext uri="{FF2B5EF4-FFF2-40B4-BE49-F238E27FC236}">
                <a16:creationId xmlns:a16="http://schemas.microsoft.com/office/drawing/2014/main" xmlns="" id="{778C8FFC-A32B-4CCA-8A70-0807EF721D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92963" y="4503738"/>
            <a:ext cx="1493837" cy="352425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5">
            <a:extLst>
              <a:ext uri="{FF2B5EF4-FFF2-40B4-BE49-F238E27FC236}">
                <a16:creationId xmlns:a16="http://schemas.microsoft.com/office/drawing/2014/main" xmlns="" id="{BABAA874-2E54-4C3F-84E3-1BCC5729F7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29513" y="3384550"/>
            <a:ext cx="909637" cy="1131888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6">
            <a:extLst>
              <a:ext uri="{FF2B5EF4-FFF2-40B4-BE49-F238E27FC236}">
                <a16:creationId xmlns:a16="http://schemas.microsoft.com/office/drawing/2014/main" xmlns="" id="{34D7C0CC-2DA1-4D77-A0C7-0DE9177F60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3659188"/>
            <a:ext cx="1541463" cy="368300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50">
            <a:extLst>
              <a:ext uri="{FF2B5EF4-FFF2-40B4-BE49-F238E27FC236}">
                <a16:creationId xmlns:a16="http://schemas.microsoft.com/office/drawing/2014/main" xmlns="" id="{6D9A3AAD-6D8A-45A0-AEFF-A8702CAC190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1">
            <a:extLst>
              <a:ext uri="{FF2B5EF4-FFF2-40B4-BE49-F238E27FC236}">
                <a16:creationId xmlns:a16="http://schemas.microsoft.com/office/drawing/2014/main" xmlns="" id="{DC69D04C-0CA7-4D0E-8BE8-424D09A6A6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2">
            <a:extLst>
              <a:ext uri="{FF2B5EF4-FFF2-40B4-BE49-F238E27FC236}">
                <a16:creationId xmlns:a16="http://schemas.microsoft.com/office/drawing/2014/main" xmlns="" id="{49345F0D-FBD5-450B-8D59-13A91F51CC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31400" y="3741738"/>
            <a:ext cx="123825" cy="73025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3">
            <a:extLst>
              <a:ext uri="{FF2B5EF4-FFF2-40B4-BE49-F238E27FC236}">
                <a16:creationId xmlns:a16="http://schemas.microsoft.com/office/drawing/2014/main" xmlns="" id="{CA10216E-F4D0-41F8-87EA-B91FA1586C5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975850" y="3741738"/>
            <a:ext cx="436563" cy="155575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7">
            <a:extLst>
              <a:ext uri="{FF2B5EF4-FFF2-40B4-BE49-F238E27FC236}">
                <a16:creationId xmlns:a16="http://schemas.microsoft.com/office/drawing/2014/main" xmlns="" id="{C47C0E1E-6B82-46D4-8A5F-4BDAA17D90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41613"/>
            <a:ext cx="3175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8">
            <a:extLst>
              <a:ext uri="{FF2B5EF4-FFF2-40B4-BE49-F238E27FC236}">
                <a16:creationId xmlns:a16="http://schemas.microsoft.com/office/drawing/2014/main" xmlns="" id="{CD37B47C-BEF0-40D7-9A1B-A0D3212F01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3675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9">
            <a:extLst>
              <a:ext uri="{FF2B5EF4-FFF2-40B4-BE49-F238E27FC236}">
                <a16:creationId xmlns:a16="http://schemas.microsoft.com/office/drawing/2014/main" xmlns="" id="{843A9F59-04DE-4D8C-B2FC-5EA650D114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36100" y="2730500"/>
            <a:ext cx="992188" cy="1179513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60">
            <a:extLst>
              <a:ext uri="{FF2B5EF4-FFF2-40B4-BE49-F238E27FC236}">
                <a16:creationId xmlns:a16="http://schemas.microsoft.com/office/drawing/2014/main" xmlns="" id="{F2F660B3-C66F-4069-8160-FA6D39A4AA9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36100" y="2738438"/>
            <a:ext cx="7938" cy="3175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4">
            <a:extLst>
              <a:ext uri="{FF2B5EF4-FFF2-40B4-BE49-F238E27FC236}">
                <a16:creationId xmlns:a16="http://schemas.microsoft.com/office/drawing/2014/main" xmlns="" id="{5E578A77-50F6-40CA-9909-4C1F599900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9444038" y="2738438"/>
            <a:ext cx="968375" cy="11826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72">
            <a:extLst>
              <a:ext uri="{FF2B5EF4-FFF2-40B4-BE49-F238E27FC236}">
                <a16:creationId xmlns:a16="http://schemas.microsoft.com/office/drawing/2014/main" xmlns="" id="{EDCF4CBF-0E29-4753-912C-649CCE95C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3">
            <a:extLst>
              <a:ext uri="{FF2B5EF4-FFF2-40B4-BE49-F238E27FC236}">
                <a16:creationId xmlns:a16="http://schemas.microsoft.com/office/drawing/2014/main" xmlns="" id="{0096B257-3E0B-4250-9C13-ACB89DE63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7913" y="4452938"/>
            <a:ext cx="122237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4">
            <a:extLst>
              <a:ext uri="{FF2B5EF4-FFF2-40B4-BE49-F238E27FC236}">
                <a16:creationId xmlns:a16="http://schemas.microsoft.com/office/drawing/2014/main" xmlns="" id="{FDF4A16E-FF3D-4B48-9CAC-B7245AA4972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743950" y="4452938"/>
            <a:ext cx="433388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95">
            <a:extLst>
              <a:ext uri="{FF2B5EF4-FFF2-40B4-BE49-F238E27FC236}">
                <a16:creationId xmlns:a16="http://schemas.microsoft.com/office/drawing/2014/main" xmlns="" id="{0FF9BE0F-759D-4F7B-8EB1-E83813E2AA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6">
            <a:extLst>
              <a:ext uri="{FF2B5EF4-FFF2-40B4-BE49-F238E27FC236}">
                <a16:creationId xmlns:a16="http://schemas.microsoft.com/office/drawing/2014/main" xmlns="" id="{77BFB1EA-368C-448C-BEA7-F400B55414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12150" y="3163888"/>
            <a:ext cx="119063" cy="204787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7">
            <a:extLst>
              <a:ext uri="{FF2B5EF4-FFF2-40B4-BE49-F238E27FC236}">
                <a16:creationId xmlns:a16="http://schemas.microsoft.com/office/drawing/2014/main" xmlns="" id="{37338B3D-4D3C-4BC3-90CC-D5ABCA8B829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8">
            <a:extLst>
              <a:ext uri="{FF2B5EF4-FFF2-40B4-BE49-F238E27FC236}">
                <a16:creationId xmlns:a16="http://schemas.microsoft.com/office/drawing/2014/main" xmlns="" id="{D3BEFF67-5D01-46EE-805B-4DDEDA44AC6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304213" y="3148013"/>
            <a:ext cx="134937" cy="228600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68">
            <a:extLst>
              <a:ext uri="{FF2B5EF4-FFF2-40B4-BE49-F238E27FC236}">
                <a16:creationId xmlns:a16="http://schemas.microsoft.com/office/drawing/2014/main" xmlns="" id="{0B960C00-8AF9-4DB8-B225-2F02704998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9">
            <a:extLst>
              <a:ext uri="{FF2B5EF4-FFF2-40B4-BE49-F238E27FC236}">
                <a16:creationId xmlns:a16="http://schemas.microsoft.com/office/drawing/2014/main" xmlns="" id="{2D024091-F83B-4ED2-81D3-22C831574F8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1025" y="3417888"/>
            <a:ext cx="1038225" cy="12207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70">
            <a:extLst>
              <a:ext uri="{FF2B5EF4-FFF2-40B4-BE49-F238E27FC236}">
                <a16:creationId xmlns:a16="http://schemas.microsoft.com/office/drawing/2014/main" xmlns="" id="{58AF1531-15EE-4560-B2CC-C0630DE3B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89913" y="3441700"/>
            <a:ext cx="987425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1">
            <a:extLst>
              <a:ext uri="{FF2B5EF4-FFF2-40B4-BE49-F238E27FC236}">
                <a16:creationId xmlns:a16="http://schemas.microsoft.com/office/drawing/2014/main" xmlns="" id="{F2056664-D23D-4A4C-8F1C-18A44ADE438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5">
            <a:extLst>
              <a:ext uri="{FF2B5EF4-FFF2-40B4-BE49-F238E27FC236}">
                <a16:creationId xmlns:a16="http://schemas.microsoft.com/office/drawing/2014/main" xmlns="" id="{F48EE775-7ED0-4436-BA2B-609D380BE4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75625" y="3460750"/>
            <a:ext cx="976313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8">
            <a:extLst>
              <a:ext uri="{FF2B5EF4-FFF2-40B4-BE49-F238E27FC236}">
                <a16:creationId xmlns:a16="http://schemas.microsoft.com/office/drawing/2014/main" xmlns="" id="{58C5F8D6-C538-4720-9D50-DEB0732D62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1225"/>
            <a:ext cx="4763" cy="4763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9">
            <a:extLst>
              <a:ext uri="{FF2B5EF4-FFF2-40B4-BE49-F238E27FC236}">
                <a16:creationId xmlns:a16="http://schemas.microsoft.com/office/drawing/2014/main" xmlns="" id="{6494ACA9-4F77-4F46-AEC6-70438F50D8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6463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80">
            <a:extLst>
              <a:ext uri="{FF2B5EF4-FFF2-40B4-BE49-F238E27FC236}">
                <a16:creationId xmlns:a16="http://schemas.microsoft.com/office/drawing/2014/main" xmlns="" id="{92EB9724-3689-4D2F-958E-87C1632CB8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41700"/>
            <a:ext cx="995363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1">
            <a:extLst>
              <a:ext uri="{FF2B5EF4-FFF2-40B4-BE49-F238E27FC236}">
                <a16:creationId xmlns:a16="http://schemas.microsoft.com/office/drawing/2014/main" xmlns="" id="{26E331AE-1E17-4526-865B-45995F2A04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Rectangle 182">
            <a:extLst>
              <a:ext uri="{FF2B5EF4-FFF2-40B4-BE49-F238E27FC236}">
                <a16:creationId xmlns:a16="http://schemas.microsoft.com/office/drawing/2014/main" xmlns="" id="{79BA8D2E-D375-4FC4-A7EF-8367FC4F9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1588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Freeform 183">
            <a:extLst>
              <a:ext uri="{FF2B5EF4-FFF2-40B4-BE49-F238E27FC236}">
                <a16:creationId xmlns:a16="http://schemas.microsoft.com/office/drawing/2014/main" xmlns="" id="{5E30F9DC-C719-47DA-A7D0-6E14FF66FF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1025" y="34559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6">
            <a:extLst>
              <a:ext uri="{FF2B5EF4-FFF2-40B4-BE49-F238E27FC236}">
                <a16:creationId xmlns:a16="http://schemas.microsoft.com/office/drawing/2014/main" xmlns="" id="{6C437F70-D115-4E2C-AD55-6A1B2801BB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08963" y="3446463"/>
            <a:ext cx="984250" cy="11890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7">
            <a:extLst>
              <a:ext uri="{FF2B5EF4-FFF2-40B4-BE49-F238E27FC236}">
                <a16:creationId xmlns:a16="http://schemas.microsoft.com/office/drawing/2014/main" xmlns="" id="{64B5063B-6199-4326-ACC8-95137C45B6A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208963" y="3451225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209">
            <a:extLst>
              <a:ext uri="{FF2B5EF4-FFF2-40B4-BE49-F238E27FC236}">
                <a16:creationId xmlns:a16="http://schemas.microsoft.com/office/drawing/2014/main" xmlns="" id="{1ED1DD6C-3E4B-408C-BD16-030FDA879F2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923338" y="3463925"/>
            <a:ext cx="15875" cy="26988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17">
            <a:extLst>
              <a:ext uri="{FF2B5EF4-FFF2-40B4-BE49-F238E27FC236}">
                <a16:creationId xmlns:a16="http://schemas.microsoft.com/office/drawing/2014/main" xmlns="" id="{C1687EDF-7A9B-4F2D-A05B-AD10A5C5BA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31188" y="2722563"/>
            <a:ext cx="122237" cy="179387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8">
            <a:extLst>
              <a:ext uri="{FF2B5EF4-FFF2-40B4-BE49-F238E27FC236}">
                <a16:creationId xmlns:a16="http://schemas.microsoft.com/office/drawing/2014/main" xmlns="" id="{72D2F478-4CDD-4028-AD16-9A931BF1D2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0" y="2806700"/>
            <a:ext cx="122238" cy="185738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9">
            <a:extLst>
              <a:ext uri="{FF2B5EF4-FFF2-40B4-BE49-F238E27FC236}">
                <a16:creationId xmlns:a16="http://schemas.microsoft.com/office/drawing/2014/main" xmlns="" id="{18008606-BD32-46B2-BCD2-F0BBB4821A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31225" y="2894013"/>
            <a:ext cx="122238" cy="185737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1" name="组合 207">
            <a:extLst>
              <a:ext uri="{FF2B5EF4-FFF2-40B4-BE49-F238E27FC236}">
                <a16:creationId xmlns:a16="http://schemas.microsoft.com/office/drawing/2014/main" xmlns="" id="{2112BA41-5450-4091-A7EC-1F09CA708324}"/>
              </a:ext>
            </a:extLst>
          </p:cNvPr>
          <p:cNvGrpSpPr>
            <a:grpSpLocks/>
          </p:cNvGrpSpPr>
          <p:nvPr/>
        </p:nvGrpSpPr>
        <p:grpSpPr bwMode="auto">
          <a:xfrm>
            <a:off x="9423400" y="2714625"/>
            <a:ext cx="1063625" cy="1231900"/>
            <a:chOff x="5332731" y="3343275"/>
            <a:chExt cx="855345" cy="992188"/>
          </a:xfrm>
        </p:grpSpPr>
        <p:sp>
          <p:nvSpPr>
            <p:cNvPr id="92" name="Freeform 168">
              <a:extLst>
                <a:ext uri="{FF2B5EF4-FFF2-40B4-BE49-F238E27FC236}">
                  <a16:creationId xmlns:a16="http://schemas.microsoft.com/office/drawing/2014/main" xmlns="" id="{D28C4D78-91DA-4AB5-9C87-639CA27589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" name="Freeform 169">
              <a:extLst>
                <a:ext uri="{FF2B5EF4-FFF2-40B4-BE49-F238E27FC236}">
                  <a16:creationId xmlns:a16="http://schemas.microsoft.com/office/drawing/2014/main" xmlns="" id="{B5DD6C6C-1837-44F6-B91C-8302D2A5BA31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70">
              <a:extLst>
                <a:ext uri="{FF2B5EF4-FFF2-40B4-BE49-F238E27FC236}">
                  <a16:creationId xmlns:a16="http://schemas.microsoft.com/office/drawing/2014/main" xmlns="" id="{C2584B54-CC5F-4A5F-AE67-36D93EA5C3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1">
              <a:extLst>
                <a:ext uri="{FF2B5EF4-FFF2-40B4-BE49-F238E27FC236}">
                  <a16:creationId xmlns:a16="http://schemas.microsoft.com/office/drawing/2014/main" xmlns="" id="{F1AA8B4F-F6C0-440C-8404-C4E151FFC422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5">
              <a:extLst>
                <a:ext uri="{FF2B5EF4-FFF2-40B4-BE49-F238E27FC236}">
                  <a16:creationId xmlns:a16="http://schemas.microsoft.com/office/drawing/2014/main" xmlns="" id="{B7125E28-3A03-48AB-B669-5A45B780DA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8">
              <a:extLst>
                <a:ext uri="{FF2B5EF4-FFF2-40B4-BE49-F238E27FC236}">
                  <a16:creationId xmlns:a16="http://schemas.microsoft.com/office/drawing/2014/main" xmlns="" id="{1A3E7CB4-3981-4480-9237-99C0C5988C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9">
              <a:extLst>
                <a:ext uri="{FF2B5EF4-FFF2-40B4-BE49-F238E27FC236}">
                  <a16:creationId xmlns:a16="http://schemas.microsoft.com/office/drawing/2014/main" xmlns="" id="{E62C92E3-A523-4D2C-A019-6D03F903B6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80">
              <a:extLst>
                <a:ext uri="{FF2B5EF4-FFF2-40B4-BE49-F238E27FC236}">
                  <a16:creationId xmlns:a16="http://schemas.microsoft.com/office/drawing/2014/main" xmlns="" id="{032D310C-E207-4135-ADD4-AF998E379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1">
              <a:extLst>
                <a:ext uri="{FF2B5EF4-FFF2-40B4-BE49-F238E27FC236}">
                  <a16:creationId xmlns:a16="http://schemas.microsoft.com/office/drawing/2014/main" xmlns="" id="{5579F719-BED4-4738-ABCA-48A4311880F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Rectangle 182">
              <a:extLst>
                <a:ext uri="{FF2B5EF4-FFF2-40B4-BE49-F238E27FC236}">
                  <a16:creationId xmlns:a16="http://schemas.microsoft.com/office/drawing/2014/main" xmlns="" id="{86EA70A5-FAAF-41F2-A551-65F490A764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Freeform 183">
              <a:extLst>
                <a:ext uri="{FF2B5EF4-FFF2-40B4-BE49-F238E27FC236}">
                  <a16:creationId xmlns:a16="http://schemas.microsoft.com/office/drawing/2014/main" xmlns="" id="{1AD9D5C3-FC81-4BEA-8F62-36932FCF3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6">
              <a:extLst>
                <a:ext uri="{FF2B5EF4-FFF2-40B4-BE49-F238E27FC236}">
                  <a16:creationId xmlns:a16="http://schemas.microsoft.com/office/drawing/2014/main" xmlns="" id="{36294BE5-D9C4-4EAB-BE9B-E8FF7D3BFA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7">
              <a:extLst>
                <a:ext uri="{FF2B5EF4-FFF2-40B4-BE49-F238E27FC236}">
                  <a16:creationId xmlns:a16="http://schemas.microsoft.com/office/drawing/2014/main" xmlns="" id="{CA21D5A8-FBA6-418E-8DC7-8B926B9B0B04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209">
              <a:extLst>
                <a:ext uri="{FF2B5EF4-FFF2-40B4-BE49-F238E27FC236}">
                  <a16:creationId xmlns:a16="http://schemas.microsoft.com/office/drawing/2014/main" xmlns="" id="{BE8E7A51-1B94-46EA-ACEA-4B178E9EE24B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6" name="Freeform 168">
            <a:extLst>
              <a:ext uri="{FF2B5EF4-FFF2-40B4-BE49-F238E27FC236}">
                <a16:creationId xmlns:a16="http://schemas.microsoft.com/office/drawing/2014/main" xmlns="" id="{8BD3E2AD-B03D-4FDE-83C2-16AA9BF21B5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7" name="Freeform 169">
            <a:extLst>
              <a:ext uri="{FF2B5EF4-FFF2-40B4-BE49-F238E27FC236}">
                <a16:creationId xmlns:a16="http://schemas.microsoft.com/office/drawing/2014/main" xmlns="" id="{67ED112B-E648-428C-8FF4-12B3CC9B554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0838" y="2276475"/>
            <a:ext cx="1036637" cy="1220788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70">
            <a:extLst>
              <a:ext uri="{FF2B5EF4-FFF2-40B4-BE49-F238E27FC236}">
                <a16:creationId xmlns:a16="http://schemas.microsoft.com/office/drawing/2014/main" xmlns="" id="{FEA53336-BAF1-480B-A7FB-594F99D60E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8138" y="2300288"/>
            <a:ext cx="989012" cy="12096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1">
            <a:extLst>
              <a:ext uri="{FF2B5EF4-FFF2-40B4-BE49-F238E27FC236}">
                <a16:creationId xmlns:a16="http://schemas.microsoft.com/office/drawing/2014/main" xmlns="" id="{3ECB9440-F5F1-4174-ACC8-4212F5F4FF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5">
            <a:extLst>
              <a:ext uri="{FF2B5EF4-FFF2-40B4-BE49-F238E27FC236}">
                <a16:creationId xmlns:a16="http://schemas.microsoft.com/office/drawing/2014/main" xmlns="" id="{F133A2C5-3374-497A-8DAE-8E9B4405E4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45438" y="2319338"/>
            <a:ext cx="976312" cy="1184275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8">
            <a:extLst>
              <a:ext uri="{FF2B5EF4-FFF2-40B4-BE49-F238E27FC236}">
                <a16:creationId xmlns:a16="http://schemas.microsoft.com/office/drawing/2014/main" xmlns="" id="{5CB13AD1-93F1-48BF-8F17-5EB3AE38FE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9813"/>
            <a:ext cx="3175" cy="4762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9">
            <a:extLst>
              <a:ext uri="{FF2B5EF4-FFF2-40B4-BE49-F238E27FC236}">
                <a16:creationId xmlns:a16="http://schemas.microsoft.com/office/drawing/2014/main" xmlns="" id="{B542772D-790A-4084-8152-4D470C6CF2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5050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80">
            <a:extLst>
              <a:ext uri="{FF2B5EF4-FFF2-40B4-BE49-F238E27FC236}">
                <a16:creationId xmlns:a16="http://schemas.microsoft.com/office/drawing/2014/main" xmlns="" id="{07638C50-1674-4D53-9F8A-2068BD3849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00288"/>
            <a:ext cx="995362" cy="11811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1">
            <a:extLst>
              <a:ext uri="{FF2B5EF4-FFF2-40B4-BE49-F238E27FC236}">
                <a16:creationId xmlns:a16="http://schemas.microsoft.com/office/drawing/2014/main" xmlns="" id="{AD7E9935-1058-4CBB-9CC0-9FC49B000E0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Rectangle 182">
            <a:extLst>
              <a:ext uri="{FF2B5EF4-FFF2-40B4-BE49-F238E27FC236}">
                <a16:creationId xmlns:a16="http://schemas.microsoft.com/office/drawing/2014/main" xmlns="" id="{35CF0C0D-BD1C-4F0C-8A49-508DC077A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1587" cy="1588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Freeform 183">
            <a:extLst>
              <a:ext uri="{FF2B5EF4-FFF2-40B4-BE49-F238E27FC236}">
                <a16:creationId xmlns:a16="http://schemas.microsoft.com/office/drawing/2014/main" xmlns="" id="{5092FAE1-A83A-48AD-B078-4A5847376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838" y="23145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6">
            <a:extLst>
              <a:ext uri="{FF2B5EF4-FFF2-40B4-BE49-F238E27FC236}">
                <a16:creationId xmlns:a16="http://schemas.microsoft.com/office/drawing/2014/main" xmlns="" id="{2FE2FBF3-8C57-434A-8D44-A919843F2E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8775" y="2305050"/>
            <a:ext cx="984250" cy="11890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7">
            <a:extLst>
              <a:ext uri="{FF2B5EF4-FFF2-40B4-BE49-F238E27FC236}">
                <a16:creationId xmlns:a16="http://schemas.microsoft.com/office/drawing/2014/main" xmlns="" id="{2C6B7A3C-415D-4C97-BC34-CF95A4F8A1B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7978775" y="2309813"/>
            <a:ext cx="968375" cy="1184275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209">
            <a:extLst>
              <a:ext uri="{FF2B5EF4-FFF2-40B4-BE49-F238E27FC236}">
                <a16:creationId xmlns:a16="http://schemas.microsoft.com/office/drawing/2014/main" xmlns="" id="{D44F4783-C5E3-43E6-8287-BBFE6E41C0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8691563" y="2322513"/>
            <a:ext cx="15875" cy="26987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increasing-stocks-graphic_38888">
            <a:extLst>
              <a:ext uri="{FF2B5EF4-FFF2-40B4-BE49-F238E27FC236}">
                <a16:creationId xmlns:a16="http://schemas.microsoft.com/office/drawing/2014/main" xmlns="" id="{D8C230C7-6C52-4527-98C1-B1C8AA3BB90A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9758363" y="3179763"/>
            <a:ext cx="315912" cy="31115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4725360-A1ED-44FC-8D4E-5B008C3C55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69300" y="3846513"/>
            <a:ext cx="544513" cy="377825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1353EC8B-61D1-4F8C-BEDB-A596757A5A88}"/>
              </a:ext>
            </a:extLst>
          </p:cNvPr>
          <p:cNvSpPr/>
          <p:nvPr userDrawn="1"/>
        </p:nvSpPr>
        <p:spPr bwMode="auto">
          <a:xfrm>
            <a:off x="8234363" y="2692400"/>
            <a:ext cx="347662" cy="401638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1344680" y="1738313"/>
            <a:ext cx="5419185" cy="1988965"/>
          </a:xfrm>
        </p:spPr>
        <p:txBody>
          <a:bodyPr>
            <a:noAutofit/>
          </a:bodyPr>
          <a:lstStyle>
            <a:lvl1pPr algn="l">
              <a:defRPr sz="11500" b="1">
                <a:solidFill>
                  <a:schemeClr val="bg1"/>
                </a:solidFill>
                <a:latin typeface="+mn-lt"/>
                <a:cs typeface="Ebrima" panose="02000000000000000000" pitchFamily="2" charset="0"/>
              </a:defRPr>
            </a:lvl1pPr>
          </a:lstStyle>
          <a:p>
            <a:r>
              <a:rPr lang="en-US" altLang="zh-CN" noProof="1"/>
              <a:t>/</a:t>
            </a:r>
            <a:endParaRPr lang="zh-CN" altLang="en-US" noProof="1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 hasCustomPrompt="1"/>
          </p:nvPr>
        </p:nvSpPr>
        <p:spPr>
          <a:xfrm>
            <a:off x="1345796" y="3727279"/>
            <a:ext cx="5419185" cy="535160"/>
          </a:xfrm>
        </p:spPr>
        <p:txBody>
          <a:bodyPr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28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1"/>
              <a:t>Edit Master text </a:t>
            </a:r>
          </a:p>
        </p:txBody>
      </p:sp>
    </p:spTree>
    <p:extLst>
      <p:ext uri="{BB962C8B-B14F-4D97-AF65-F5344CB8AC3E}">
        <p14:creationId xmlns:p14="http://schemas.microsoft.com/office/powerpoint/2010/main" val="14875171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6">
            <a:extLst>
              <a:ext uri="{FF2B5EF4-FFF2-40B4-BE49-F238E27FC236}">
                <a16:creationId xmlns:a16="http://schemas.microsoft.com/office/drawing/2014/main" xmlns="" id="{C25790C4-96E7-47B2-98D9-A90442BA1067}"/>
              </a:ext>
            </a:extLst>
          </p:cNvPr>
          <p:cNvCxnSpPr/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69925" y="0"/>
            <a:ext cx="10850563" cy="925506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zh-CN" altLang="en-US" noProof="1"/>
          </a:p>
        </p:txBody>
      </p:sp>
      <p:sp>
        <p:nvSpPr>
          <p:cNvPr id="8" name="内容占位符 7"/>
          <p:cNvSpPr>
            <a:spLocks noGrp="1"/>
          </p:cNvSpPr>
          <p:nvPr>
            <p:ph sz="quarter" idx="13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lnSpc>
                <a:spcPct val="125000"/>
              </a:lnSpc>
              <a:defRPr/>
            </a:lvl1pPr>
            <a:lvl2pPr>
              <a:lnSpc>
                <a:spcPct val="125000"/>
              </a:lnSpc>
              <a:defRPr/>
            </a:lvl2pPr>
            <a:lvl3pPr>
              <a:lnSpc>
                <a:spcPct val="125000"/>
              </a:lnSpc>
              <a:defRPr/>
            </a:lvl3pPr>
            <a:lvl4pPr>
              <a:lnSpc>
                <a:spcPct val="125000"/>
              </a:lnSpc>
              <a:defRPr/>
            </a:lvl4pPr>
            <a:lvl5pPr>
              <a:lnSpc>
                <a:spcPct val="125000"/>
              </a:lnSpc>
              <a:defRPr/>
            </a:lvl5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zh-CN" altLang="en-US" noProof="1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xmlns="" id="{B8B0DF5E-9061-4720-BB71-23728B4966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4327E7CB-9CE1-4AAA-9E8A-00EA35CC9C0E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851679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4527C82D-DABD-4BD3-B32A-CD466225A1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xmlns="" id="{746CFBB3-E2A4-40C3-AD1B-E27C29BCDC02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98054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8215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28FE39CA-7A54-4DA1-8DEC-2036FEF5582D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714375" y="1387475"/>
            <a:ext cx="2623140" cy="4247516"/>
            <a:chOff x="757282" y="1700808"/>
            <a:chExt cx="2623129" cy="4248096"/>
          </a:xfrm>
        </p:grpSpPr>
        <p:grpSp>
          <p:nvGrpSpPr>
            <p:cNvPr id="3" name="2b751056-6b97-492c-b763-340acee7e99d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>
              <a:extLst>
                <a:ext uri="{FF2B5EF4-FFF2-40B4-BE49-F238E27FC236}">
                  <a16:creationId xmlns:a16="http://schemas.microsoft.com/office/drawing/2014/main" xmlns="" id="{689D706B-B801-4A7E-97C0-CED7C9C7489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57282" y="1700808"/>
              <a:ext cx="2623129" cy="4248096"/>
              <a:chOff x="1175743" y="1700808"/>
              <a:chExt cx="2521145" cy="4248096"/>
            </a:xfrm>
          </p:grpSpPr>
          <p:cxnSp>
            <p:nvCxnSpPr>
              <p:cNvPr id="6" name="直接连接符 5">
                <a:extLst>
                  <a:ext uri="{FF2B5EF4-FFF2-40B4-BE49-F238E27FC236}">
                    <a16:creationId xmlns:a16="http://schemas.microsoft.com/office/drawing/2014/main" xmlns="" id="{14B68020-A78B-4674-A4EC-9191CDE850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3696888" y="1780800"/>
                <a:ext cx="0" cy="4168104"/>
              </a:xfrm>
              <a:prstGeom prst="line">
                <a:avLst/>
              </a:prstGeom>
              <a:noFill/>
              <a:ln w="3175">
                <a:solidFill>
                  <a:srgbClr val="BFBFB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" name="išľïḋé">
                <a:extLst>
                  <a:ext uri="{FF2B5EF4-FFF2-40B4-BE49-F238E27FC236}">
                    <a16:creationId xmlns:a16="http://schemas.microsoft.com/office/drawing/2014/main" xmlns="" id="{94D24CD7-7253-45D8-843B-80B2009F33E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175743" y="1700808"/>
                <a:ext cx="2521108" cy="523220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algn="r"/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C</a:t>
                </a:r>
                <a:r>
                  <a:rPr lang="tr-TR" altLang="zh-CN" sz="1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 </a:t>
                </a:r>
                <a:r>
                  <a:rPr lang="tr-TR" altLang="zh-CN" sz="2800" b="1" dirty="0">
                    <a:solidFill>
                      <a:schemeClr val="accent1"/>
                    </a:solidFill>
                    <a:sym typeface="Arial" panose="020B0604020202020204" pitchFamily="34" charset="0"/>
                  </a:rPr>
                  <a:t>ONTENTS</a:t>
                </a:r>
              </a:p>
            </p:txBody>
          </p:sp>
        </p:grpSp>
        <p:sp>
          <p:nvSpPr>
            <p:cNvPr id="4" name="poetry_91022">
              <a:extLst>
                <a:ext uri="{FF2B5EF4-FFF2-40B4-BE49-F238E27FC236}">
                  <a16:creationId xmlns:a16="http://schemas.microsoft.com/office/drawing/2014/main" xmlns="" id="{0D6BB768-9400-4234-B0A6-052E3568243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379533" y="5008561"/>
              <a:ext cx="870506" cy="915667"/>
            </a:xfrm>
            <a:custGeom>
              <a:avLst/>
              <a:gdLst>
                <a:gd name="T0" fmla="*/ 3353 w 5127"/>
                <a:gd name="T1" fmla="*/ 1728 h 5401"/>
                <a:gd name="T2" fmla="*/ 2183 w 5127"/>
                <a:gd name="T3" fmla="*/ 1608 h 5401"/>
                <a:gd name="T4" fmla="*/ 3353 w 5127"/>
                <a:gd name="T5" fmla="*/ 1488 h 5401"/>
                <a:gd name="T6" fmla="*/ 3103 w 5127"/>
                <a:gd name="T7" fmla="*/ 2231 h 5401"/>
                <a:gd name="T8" fmla="*/ 3103 w 5127"/>
                <a:gd name="T9" fmla="*/ 1991 h 5401"/>
                <a:gd name="T10" fmla="*/ 2432 w 5127"/>
                <a:gd name="T11" fmla="*/ 2111 h 5401"/>
                <a:gd name="T12" fmla="*/ 3103 w 5127"/>
                <a:gd name="T13" fmla="*/ 2231 h 5401"/>
                <a:gd name="T14" fmla="*/ 3353 w 5127"/>
                <a:gd name="T15" fmla="*/ 2648 h 5401"/>
                <a:gd name="T16" fmla="*/ 2183 w 5127"/>
                <a:gd name="T17" fmla="*/ 2768 h 5401"/>
                <a:gd name="T18" fmla="*/ 3353 w 5127"/>
                <a:gd name="T19" fmla="*/ 2888 h 5401"/>
                <a:gd name="T20" fmla="*/ 2552 w 5127"/>
                <a:gd name="T21" fmla="*/ 3151 h 5401"/>
                <a:gd name="T22" fmla="*/ 2552 w 5127"/>
                <a:gd name="T23" fmla="*/ 3391 h 5401"/>
                <a:gd name="T24" fmla="*/ 3223 w 5127"/>
                <a:gd name="T25" fmla="*/ 3271 h 5401"/>
                <a:gd name="T26" fmla="*/ 2552 w 5127"/>
                <a:gd name="T27" fmla="*/ 3151 h 5401"/>
                <a:gd name="T28" fmla="*/ 4448 w 5127"/>
                <a:gd name="T29" fmla="*/ 1442 h 5401"/>
                <a:gd name="T30" fmla="*/ 4688 w 5127"/>
                <a:gd name="T31" fmla="*/ 1442 h 5401"/>
                <a:gd name="T32" fmla="*/ 3988 w 5127"/>
                <a:gd name="T33" fmla="*/ 0 h 5401"/>
                <a:gd name="T34" fmla="*/ 0 w 5127"/>
                <a:gd name="T35" fmla="*/ 604 h 5401"/>
                <a:gd name="T36" fmla="*/ 120 w 5127"/>
                <a:gd name="T37" fmla="*/ 1792 h 5401"/>
                <a:gd name="T38" fmla="*/ 686 w 5127"/>
                <a:gd name="T39" fmla="*/ 1672 h 5401"/>
                <a:gd name="T40" fmla="*/ 240 w 5127"/>
                <a:gd name="T41" fmla="*/ 1552 h 5401"/>
                <a:gd name="T42" fmla="*/ 604 w 5127"/>
                <a:gd name="T43" fmla="*/ 240 h 5401"/>
                <a:gd name="T44" fmla="*/ 968 w 5127"/>
                <a:gd name="T45" fmla="*/ 4179 h 5401"/>
                <a:gd name="T46" fmla="*/ 3904 w 5127"/>
                <a:gd name="T47" fmla="*/ 4879 h 5401"/>
                <a:gd name="T48" fmla="*/ 3904 w 5127"/>
                <a:gd name="T49" fmla="*/ 4639 h 5401"/>
                <a:gd name="T50" fmla="*/ 1208 w 5127"/>
                <a:gd name="T51" fmla="*/ 4179 h 5401"/>
                <a:gd name="T52" fmla="*/ 1086 w 5127"/>
                <a:gd name="T53" fmla="*/ 240 h 5401"/>
                <a:gd name="T54" fmla="*/ 4448 w 5127"/>
                <a:gd name="T55" fmla="*/ 700 h 5401"/>
                <a:gd name="T56" fmla="*/ 4568 w 5127"/>
                <a:gd name="T57" fmla="*/ 2000 h 5401"/>
                <a:gd name="T58" fmla="*/ 4568 w 5127"/>
                <a:gd name="T59" fmla="*/ 2240 h 5401"/>
                <a:gd name="T60" fmla="*/ 4887 w 5127"/>
                <a:gd name="T61" fmla="*/ 2340 h 5401"/>
                <a:gd name="T62" fmla="*/ 5007 w 5127"/>
                <a:gd name="T63" fmla="*/ 3838 h 5401"/>
                <a:gd name="T64" fmla="*/ 5127 w 5127"/>
                <a:gd name="T65" fmla="*/ 2340 h 5401"/>
                <a:gd name="T66" fmla="*/ 4568 w 5127"/>
                <a:gd name="T67" fmla="*/ 5139 h 5401"/>
                <a:gd name="T68" fmla="*/ 4448 w 5127"/>
                <a:gd name="T69" fmla="*/ 5281 h 5401"/>
                <a:gd name="T70" fmla="*/ 4688 w 5127"/>
                <a:gd name="T71" fmla="*/ 5281 h 5401"/>
                <a:gd name="T72" fmla="*/ 4568 w 5127"/>
                <a:gd name="T73" fmla="*/ 5139 h 5401"/>
                <a:gd name="T74" fmla="*/ 4448 w 5127"/>
                <a:gd name="T75" fmla="*/ 2559 h 5401"/>
                <a:gd name="T76" fmla="*/ 4568 w 5127"/>
                <a:gd name="T77" fmla="*/ 4974 h 5401"/>
                <a:gd name="T78" fmla="*/ 4688 w 5127"/>
                <a:gd name="T79" fmla="*/ 2559 h 54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5127" h="5401">
                  <a:moveTo>
                    <a:pt x="3473" y="1608"/>
                  </a:moveTo>
                  <a:cubicBezTo>
                    <a:pt x="3473" y="1674"/>
                    <a:pt x="3419" y="1728"/>
                    <a:pt x="3353" y="1728"/>
                  </a:cubicBezTo>
                  <a:lnTo>
                    <a:pt x="2303" y="1728"/>
                  </a:lnTo>
                  <a:cubicBezTo>
                    <a:pt x="2236" y="1728"/>
                    <a:pt x="2183" y="1674"/>
                    <a:pt x="2183" y="1608"/>
                  </a:cubicBezTo>
                  <a:cubicBezTo>
                    <a:pt x="2183" y="1542"/>
                    <a:pt x="2236" y="1488"/>
                    <a:pt x="2303" y="1488"/>
                  </a:cubicBezTo>
                  <a:lnTo>
                    <a:pt x="3353" y="1488"/>
                  </a:lnTo>
                  <a:cubicBezTo>
                    <a:pt x="3419" y="1488"/>
                    <a:pt x="3473" y="1542"/>
                    <a:pt x="3473" y="1608"/>
                  </a:cubicBezTo>
                  <a:close/>
                  <a:moveTo>
                    <a:pt x="3103" y="2231"/>
                  </a:moveTo>
                  <a:cubicBezTo>
                    <a:pt x="3170" y="2231"/>
                    <a:pt x="3223" y="2178"/>
                    <a:pt x="3223" y="2111"/>
                  </a:cubicBezTo>
                  <a:cubicBezTo>
                    <a:pt x="3223" y="2045"/>
                    <a:pt x="3170" y="1991"/>
                    <a:pt x="3103" y="1991"/>
                  </a:cubicBezTo>
                  <a:lnTo>
                    <a:pt x="2552" y="1991"/>
                  </a:lnTo>
                  <a:cubicBezTo>
                    <a:pt x="2486" y="1991"/>
                    <a:pt x="2432" y="2045"/>
                    <a:pt x="2432" y="2111"/>
                  </a:cubicBezTo>
                  <a:cubicBezTo>
                    <a:pt x="2432" y="2178"/>
                    <a:pt x="2486" y="2231"/>
                    <a:pt x="2552" y="2231"/>
                  </a:cubicBezTo>
                  <a:lnTo>
                    <a:pt x="3103" y="2231"/>
                  </a:lnTo>
                  <a:close/>
                  <a:moveTo>
                    <a:pt x="3473" y="2768"/>
                  </a:moveTo>
                  <a:cubicBezTo>
                    <a:pt x="3473" y="2701"/>
                    <a:pt x="3419" y="2648"/>
                    <a:pt x="3353" y="2648"/>
                  </a:cubicBezTo>
                  <a:lnTo>
                    <a:pt x="2303" y="2648"/>
                  </a:lnTo>
                  <a:cubicBezTo>
                    <a:pt x="2236" y="2648"/>
                    <a:pt x="2183" y="2701"/>
                    <a:pt x="2183" y="2768"/>
                  </a:cubicBezTo>
                  <a:cubicBezTo>
                    <a:pt x="2183" y="2834"/>
                    <a:pt x="2236" y="2888"/>
                    <a:pt x="2303" y="2888"/>
                  </a:cubicBezTo>
                  <a:lnTo>
                    <a:pt x="3353" y="2888"/>
                  </a:lnTo>
                  <a:cubicBezTo>
                    <a:pt x="3419" y="2888"/>
                    <a:pt x="3473" y="2834"/>
                    <a:pt x="3473" y="2768"/>
                  </a:cubicBezTo>
                  <a:close/>
                  <a:moveTo>
                    <a:pt x="2552" y="3151"/>
                  </a:moveTo>
                  <a:cubicBezTo>
                    <a:pt x="2486" y="3151"/>
                    <a:pt x="2432" y="3205"/>
                    <a:pt x="2432" y="3271"/>
                  </a:cubicBezTo>
                  <a:cubicBezTo>
                    <a:pt x="2432" y="3338"/>
                    <a:pt x="2486" y="3391"/>
                    <a:pt x="2552" y="3391"/>
                  </a:cubicBezTo>
                  <a:lnTo>
                    <a:pt x="3103" y="3391"/>
                  </a:lnTo>
                  <a:cubicBezTo>
                    <a:pt x="3170" y="3391"/>
                    <a:pt x="3223" y="3338"/>
                    <a:pt x="3223" y="3271"/>
                  </a:cubicBezTo>
                  <a:cubicBezTo>
                    <a:pt x="3223" y="3205"/>
                    <a:pt x="3170" y="3151"/>
                    <a:pt x="3103" y="3151"/>
                  </a:cubicBezTo>
                  <a:lnTo>
                    <a:pt x="2552" y="3151"/>
                  </a:lnTo>
                  <a:close/>
                  <a:moveTo>
                    <a:pt x="4448" y="700"/>
                  </a:moveTo>
                  <a:lnTo>
                    <a:pt x="4448" y="1442"/>
                  </a:lnTo>
                  <a:cubicBezTo>
                    <a:pt x="4448" y="1509"/>
                    <a:pt x="4501" y="1562"/>
                    <a:pt x="4568" y="1562"/>
                  </a:cubicBezTo>
                  <a:cubicBezTo>
                    <a:pt x="4634" y="1562"/>
                    <a:pt x="4688" y="1509"/>
                    <a:pt x="4688" y="1442"/>
                  </a:cubicBezTo>
                  <a:lnTo>
                    <a:pt x="4688" y="700"/>
                  </a:lnTo>
                  <a:cubicBezTo>
                    <a:pt x="4688" y="314"/>
                    <a:pt x="4374" y="0"/>
                    <a:pt x="3988" y="0"/>
                  </a:cubicBezTo>
                  <a:lnTo>
                    <a:pt x="604" y="0"/>
                  </a:lnTo>
                  <a:cubicBezTo>
                    <a:pt x="271" y="0"/>
                    <a:pt x="0" y="271"/>
                    <a:pt x="0" y="604"/>
                  </a:cubicBezTo>
                  <a:lnTo>
                    <a:pt x="0" y="1672"/>
                  </a:lnTo>
                  <a:cubicBezTo>
                    <a:pt x="0" y="1738"/>
                    <a:pt x="53" y="1792"/>
                    <a:pt x="120" y="1792"/>
                  </a:cubicBezTo>
                  <a:lnTo>
                    <a:pt x="566" y="1792"/>
                  </a:lnTo>
                  <a:cubicBezTo>
                    <a:pt x="632" y="1792"/>
                    <a:pt x="686" y="1738"/>
                    <a:pt x="686" y="1672"/>
                  </a:cubicBezTo>
                  <a:cubicBezTo>
                    <a:pt x="686" y="1606"/>
                    <a:pt x="632" y="1552"/>
                    <a:pt x="566" y="1552"/>
                  </a:cubicBezTo>
                  <a:lnTo>
                    <a:pt x="240" y="1552"/>
                  </a:lnTo>
                  <a:lnTo>
                    <a:pt x="240" y="604"/>
                  </a:lnTo>
                  <a:cubicBezTo>
                    <a:pt x="240" y="403"/>
                    <a:pt x="403" y="240"/>
                    <a:pt x="604" y="240"/>
                  </a:cubicBezTo>
                  <a:cubicBezTo>
                    <a:pt x="805" y="240"/>
                    <a:pt x="968" y="403"/>
                    <a:pt x="968" y="604"/>
                  </a:cubicBezTo>
                  <a:lnTo>
                    <a:pt x="968" y="4179"/>
                  </a:lnTo>
                  <a:cubicBezTo>
                    <a:pt x="968" y="4565"/>
                    <a:pt x="1282" y="4879"/>
                    <a:pt x="1668" y="4879"/>
                  </a:cubicBezTo>
                  <a:lnTo>
                    <a:pt x="3904" y="4879"/>
                  </a:lnTo>
                  <a:cubicBezTo>
                    <a:pt x="3970" y="4879"/>
                    <a:pt x="4024" y="4825"/>
                    <a:pt x="4024" y="4759"/>
                  </a:cubicBezTo>
                  <a:cubicBezTo>
                    <a:pt x="4024" y="4693"/>
                    <a:pt x="3970" y="4639"/>
                    <a:pt x="3904" y="4639"/>
                  </a:cubicBezTo>
                  <a:lnTo>
                    <a:pt x="1668" y="4639"/>
                  </a:lnTo>
                  <a:cubicBezTo>
                    <a:pt x="1415" y="4639"/>
                    <a:pt x="1208" y="4433"/>
                    <a:pt x="1208" y="4179"/>
                  </a:cubicBezTo>
                  <a:lnTo>
                    <a:pt x="1208" y="604"/>
                  </a:lnTo>
                  <a:cubicBezTo>
                    <a:pt x="1208" y="468"/>
                    <a:pt x="1163" y="341"/>
                    <a:pt x="1086" y="240"/>
                  </a:cubicBezTo>
                  <a:lnTo>
                    <a:pt x="3988" y="240"/>
                  </a:lnTo>
                  <a:cubicBezTo>
                    <a:pt x="4241" y="240"/>
                    <a:pt x="4448" y="446"/>
                    <a:pt x="4448" y="700"/>
                  </a:cubicBezTo>
                  <a:close/>
                  <a:moveTo>
                    <a:pt x="4787" y="2000"/>
                  </a:moveTo>
                  <a:lnTo>
                    <a:pt x="4568" y="2000"/>
                  </a:lnTo>
                  <a:cubicBezTo>
                    <a:pt x="4501" y="2000"/>
                    <a:pt x="4448" y="2054"/>
                    <a:pt x="4448" y="2120"/>
                  </a:cubicBezTo>
                  <a:cubicBezTo>
                    <a:pt x="4448" y="2187"/>
                    <a:pt x="4501" y="2240"/>
                    <a:pt x="4568" y="2240"/>
                  </a:cubicBezTo>
                  <a:lnTo>
                    <a:pt x="4787" y="2240"/>
                  </a:lnTo>
                  <a:cubicBezTo>
                    <a:pt x="4842" y="2240"/>
                    <a:pt x="4887" y="2285"/>
                    <a:pt x="4887" y="2340"/>
                  </a:cubicBezTo>
                  <a:lnTo>
                    <a:pt x="4887" y="3718"/>
                  </a:lnTo>
                  <a:cubicBezTo>
                    <a:pt x="4887" y="3785"/>
                    <a:pt x="4941" y="3838"/>
                    <a:pt x="5007" y="3838"/>
                  </a:cubicBezTo>
                  <a:cubicBezTo>
                    <a:pt x="5073" y="3838"/>
                    <a:pt x="5127" y="3785"/>
                    <a:pt x="5127" y="3718"/>
                  </a:cubicBezTo>
                  <a:lnTo>
                    <a:pt x="5127" y="2340"/>
                  </a:lnTo>
                  <a:cubicBezTo>
                    <a:pt x="5127" y="2153"/>
                    <a:pt x="4975" y="2000"/>
                    <a:pt x="4787" y="2000"/>
                  </a:cubicBezTo>
                  <a:close/>
                  <a:moveTo>
                    <a:pt x="4568" y="5139"/>
                  </a:moveTo>
                  <a:cubicBezTo>
                    <a:pt x="4501" y="5139"/>
                    <a:pt x="4448" y="5193"/>
                    <a:pt x="4448" y="5259"/>
                  </a:cubicBezTo>
                  <a:lnTo>
                    <a:pt x="4448" y="5281"/>
                  </a:lnTo>
                  <a:cubicBezTo>
                    <a:pt x="4448" y="5347"/>
                    <a:pt x="4501" y="5401"/>
                    <a:pt x="4568" y="5401"/>
                  </a:cubicBezTo>
                  <a:cubicBezTo>
                    <a:pt x="4634" y="5401"/>
                    <a:pt x="4688" y="5347"/>
                    <a:pt x="4688" y="5281"/>
                  </a:cubicBezTo>
                  <a:lnTo>
                    <a:pt x="4688" y="5259"/>
                  </a:lnTo>
                  <a:cubicBezTo>
                    <a:pt x="4688" y="5193"/>
                    <a:pt x="4634" y="5139"/>
                    <a:pt x="4568" y="5139"/>
                  </a:cubicBezTo>
                  <a:close/>
                  <a:moveTo>
                    <a:pt x="4568" y="2439"/>
                  </a:moveTo>
                  <a:cubicBezTo>
                    <a:pt x="4501" y="2439"/>
                    <a:pt x="4448" y="2492"/>
                    <a:pt x="4448" y="2559"/>
                  </a:cubicBezTo>
                  <a:lnTo>
                    <a:pt x="4448" y="4854"/>
                  </a:lnTo>
                  <a:cubicBezTo>
                    <a:pt x="4448" y="4920"/>
                    <a:pt x="4501" y="4974"/>
                    <a:pt x="4568" y="4974"/>
                  </a:cubicBezTo>
                  <a:cubicBezTo>
                    <a:pt x="4634" y="4974"/>
                    <a:pt x="4688" y="4920"/>
                    <a:pt x="4688" y="4854"/>
                  </a:cubicBezTo>
                  <a:lnTo>
                    <a:pt x="4688" y="2559"/>
                  </a:lnTo>
                  <a:cubicBezTo>
                    <a:pt x="4688" y="2492"/>
                    <a:pt x="4634" y="2439"/>
                    <a:pt x="4568" y="2439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dirty="0"/>
            </a:p>
          </p:txBody>
        </p:sp>
      </p:grpSp>
      <p:sp>
        <p:nvSpPr>
          <p:cNvPr id="11" name="内容占位符 10">
            <a:extLst>
              <a:ext uri="{FF2B5EF4-FFF2-40B4-BE49-F238E27FC236}">
                <a16:creationId xmlns:a16="http://schemas.microsoft.com/office/drawing/2014/main" xmlns="" id="{5EFB80EA-1C0D-45B6-A698-96B981D217CF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706832" y="1472484"/>
            <a:ext cx="6816725" cy="4167188"/>
          </a:xfrm>
        </p:spPr>
        <p:txBody>
          <a:bodyPr/>
          <a:lstStyle>
            <a:lvl1pPr marL="342900" indent="-342900">
              <a:lnSpc>
                <a:spcPct val="125000"/>
              </a:lnSpc>
              <a:defRPr kumimoji="0" lang="zh-CN" altLang="en-US" sz="1600" b="1" i="0" u="none" strike="noStrike" kern="1200" cap="none" spc="0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1pPr>
            <a:lvl2pPr marL="800100" indent="-342900">
              <a:lnSpc>
                <a:spcPct val="125000"/>
              </a:lnSpc>
              <a:defRPr kumimoji="0" lang="zh-CN" altLang="en-US" sz="1400" b="0" i="0" u="none" strike="noStrike" kern="1200" cap="none" spc="0" normalizeH="0" baseline="0" dirty="0" smtClean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</a:defRPr>
            </a:lvl2pPr>
          </a:lstStyle>
          <a:p>
            <a:pPr marL="0" marR="0" lvl="0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单击此处编辑母版文本样式</a:t>
            </a:r>
          </a:p>
          <a:p>
            <a:pPr marL="0" marR="0" lvl="1" indent="0" algn="l" defTabSz="914400" rtl="0" eaLnBrk="1" fontAlgn="base" latinLnBrk="0" hangingPunct="1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AutoNum type="arabicPeriod"/>
              <a:tabLst/>
            </a:pPr>
            <a:r>
              <a:rPr lang="zh-CN" altLang="en-US" smtClean="0"/>
              <a:t>第二级</a:t>
            </a:r>
          </a:p>
        </p:txBody>
      </p:sp>
    </p:spTree>
    <p:extLst>
      <p:ext uri="{BB962C8B-B14F-4D97-AF65-F5344CB8AC3E}">
        <p14:creationId xmlns:p14="http://schemas.microsoft.com/office/powerpoint/2010/main" val="1220240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D1501A3B-3447-4F2B-ADAE-503830AA78F6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3"/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/>
            <a:endParaRPr lang="zh-CN" altLang="en-US" noProof="1"/>
          </a:p>
        </p:txBody>
      </p:sp>
      <p:sp>
        <p:nvSpPr>
          <p:cNvPr id="7" name="Freeform 100">
            <a:extLst>
              <a:ext uri="{FF2B5EF4-FFF2-40B4-BE49-F238E27FC236}">
                <a16:creationId xmlns:a16="http://schemas.microsoft.com/office/drawing/2014/main" xmlns="" id="{9E9B1B0A-F147-48AA-A5DE-03B8826F8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8625" y="1476375"/>
            <a:ext cx="1931988" cy="1465263"/>
          </a:xfrm>
          <a:custGeom>
            <a:avLst/>
            <a:gdLst>
              <a:gd name="T0" fmla="*/ 465 w 467"/>
              <a:gd name="T1" fmla="*/ 354 h 354"/>
              <a:gd name="T2" fmla="*/ 463 w 467"/>
              <a:gd name="T3" fmla="*/ 352 h 354"/>
              <a:gd name="T4" fmla="*/ 463 w 467"/>
              <a:gd name="T5" fmla="*/ 105 h 354"/>
              <a:gd name="T6" fmla="*/ 362 w 467"/>
              <a:gd name="T7" fmla="*/ 4 h 354"/>
              <a:gd name="T8" fmla="*/ 2 w 467"/>
              <a:gd name="T9" fmla="*/ 4 h 354"/>
              <a:gd name="T10" fmla="*/ 0 w 467"/>
              <a:gd name="T11" fmla="*/ 2 h 354"/>
              <a:gd name="T12" fmla="*/ 2 w 467"/>
              <a:gd name="T13" fmla="*/ 0 h 354"/>
              <a:gd name="T14" fmla="*/ 362 w 467"/>
              <a:gd name="T15" fmla="*/ 0 h 354"/>
              <a:gd name="T16" fmla="*/ 467 w 467"/>
              <a:gd name="T17" fmla="*/ 105 h 354"/>
              <a:gd name="T18" fmla="*/ 467 w 467"/>
              <a:gd name="T19" fmla="*/ 352 h 354"/>
              <a:gd name="T20" fmla="*/ 465 w 467"/>
              <a:gd name="T21" fmla="*/ 354 h 3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67" h="354">
                <a:moveTo>
                  <a:pt x="465" y="354"/>
                </a:moveTo>
                <a:cubicBezTo>
                  <a:pt x="464" y="354"/>
                  <a:pt x="463" y="353"/>
                  <a:pt x="463" y="352"/>
                </a:cubicBezTo>
                <a:cubicBezTo>
                  <a:pt x="463" y="105"/>
                  <a:pt x="463" y="105"/>
                  <a:pt x="463" y="105"/>
                </a:cubicBezTo>
                <a:cubicBezTo>
                  <a:pt x="463" y="49"/>
                  <a:pt x="417" y="4"/>
                  <a:pt x="362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1"/>
                  <a:pt x="1" y="0"/>
                  <a:pt x="2" y="0"/>
                </a:cubicBezTo>
                <a:cubicBezTo>
                  <a:pt x="362" y="0"/>
                  <a:pt x="362" y="0"/>
                  <a:pt x="362" y="0"/>
                </a:cubicBezTo>
                <a:cubicBezTo>
                  <a:pt x="420" y="0"/>
                  <a:pt x="467" y="47"/>
                  <a:pt x="467" y="105"/>
                </a:cubicBezTo>
                <a:cubicBezTo>
                  <a:pt x="467" y="352"/>
                  <a:pt x="467" y="352"/>
                  <a:pt x="467" y="352"/>
                </a:cubicBezTo>
                <a:cubicBezTo>
                  <a:pt x="467" y="353"/>
                  <a:pt x="466" y="354"/>
                  <a:pt x="465" y="354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" name="Freeform 101">
            <a:extLst>
              <a:ext uri="{FF2B5EF4-FFF2-40B4-BE49-F238E27FC236}">
                <a16:creationId xmlns:a16="http://schemas.microsoft.com/office/drawing/2014/main" xmlns="" id="{B754F84E-8490-4166-BFA5-A5D0332C08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3388" y="1347788"/>
            <a:ext cx="774700" cy="1593850"/>
          </a:xfrm>
          <a:custGeom>
            <a:avLst/>
            <a:gdLst>
              <a:gd name="T0" fmla="*/ 185 w 187"/>
              <a:gd name="T1" fmla="*/ 385 h 385"/>
              <a:gd name="T2" fmla="*/ 183 w 187"/>
              <a:gd name="T3" fmla="*/ 383 h 385"/>
              <a:gd name="T4" fmla="*/ 183 w 187"/>
              <a:gd name="T5" fmla="*/ 131 h 385"/>
              <a:gd name="T6" fmla="*/ 56 w 187"/>
              <a:gd name="T7" fmla="*/ 4 h 385"/>
              <a:gd name="T8" fmla="*/ 2 w 187"/>
              <a:gd name="T9" fmla="*/ 4 h 385"/>
              <a:gd name="T10" fmla="*/ 0 w 187"/>
              <a:gd name="T11" fmla="*/ 2 h 385"/>
              <a:gd name="T12" fmla="*/ 2 w 187"/>
              <a:gd name="T13" fmla="*/ 0 h 385"/>
              <a:gd name="T14" fmla="*/ 56 w 187"/>
              <a:gd name="T15" fmla="*/ 0 h 385"/>
              <a:gd name="T16" fmla="*/ 187 w 187"/>
              <a:gd name="T17" fmla="*/ 131 h 385"/>
              <a:gd name="T18" fmla="*/ 187 w 187"/>
              <a:gd name="T19" fmla="*/ 383 h 385"/>
              <a:gd name="T20" fmla="*/ 185 w 187"/>
              <a:gd name="T21" fmla="*/ 385 h 3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7" h="385">
                <a:moveTo>
                  <a:pt x="185" y="385"/>
                </a:moveTo>
                <a:cubicBezTo>
                  <a:pt x="184" y="385"/>
                  <a:pt x="183" y="384"/>
                  <a:pt x="183" y="383"/>
                </a:cubicBezTo>
                <a:cubicBezTo>
                  <a:pt x="183" y="131"/>
                  <a:pt x="183" y="131"/>
                  <a:pt x="183" y="131"/>
                </a:cubicBezTo>
                <a:cubicBezTo>
                  <a:pt x="183" y="61"/>
                  <a:pt x="126" y="4"/>
                  <a:pt x="56" y="4"/>
                </a:cubicBezTo>
                <a:cubicBezTo>
                  <a:pt x="2" y="4"/>
                  <a:pt x="2" y="4"/>
                  <a:pt x="2" y="4"/>
                </a:cubicBezTo>
                <a:cubicBezTo>
                  <a:pt x="1" y="4"/>
                  <a:pt x="0" y="3"/>
                  <a:pt x="0" y="2"/>
                </a:cubicBezTo>
                <a:cubicBezTo>
                  <a:pt x="0" y="0"/>
                  <a:pt x="1" y="0"/>
                  <a:pt x="2" y="0"/>
                </a:cubicBezTo>
                <a:cubicBezTo>
                  <a:pt x="56" y="0"/>
                  <a:pt x="56" y="0"/>
                  <a:pt x="56" y="0"/>
                </a:cubicBezTo>
                <a:cubicBezTo>
                  <a:pt x="128" y="0"/>
                  <a:pt x="187" y="58"/>
                  <a:pt x="187" y="131"/>
                </a:cubicBezTo>
                <a:cubicBezTo>
                  <a:pt x="187" y="383"/>
                  <a:pt x="187" y="383"/>
                  <a:pt x="187" y="383"/>
                </a:cubicBezTo>
                <a:cubicBezTo>
                  <a:pt x="187" y="384"/>
                  <a:pt x="186" y="385"/>
                  <a:pt x="185" y="38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" name="Freeform 102">
            <a:extLst>
              <a:ext uri="{FF2B5EF4-FFF2-40B4-BE49-F238E27FC236}">
                <a16:creationId xmlns:a16="http://schemas.microsoft.com/office/drawing/2014/main" xmlns="" id="{A5859E9E-C291-4776-AD2A-547BB52A5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2263" y="1208088"/>
            <a:ext cx="1009650" cy="1733550"/>
          </a:xfrm>
          <a:custGeom>
            <a:avLst/>
            <a:gdLst>
              <a:gd name="T0" fmla="*/ 242 w 244"/>
              <a:gd name="T1" fmla="*/ 419 h 419"/>
              <a:gd name="T2" fmla="*/ 240 w 244"/>
              <a:gd name="T3" fmla="*/ 417 h 419"/>
              <a:gd name="T4" fmla="*/ 240 w 244"/>
              <a:gd name="T5" fmla="*/ 161 h 419"/>
              <a:gd name="T6" fmla="*/ 84 w 244"/>
              <a:gd name="T7" fmla="*/ 4 h 419"/>
              <a:gd name="T8" fmla="*/ 2 w 244"/>
              <a:gd name="T9" fmla="*/ 4 h 419"/>
              <a:gd name="T10" fmla="*/ 0 w 244"/>
              <a:gd name="T11" fmla="*/ 2 h 419"/>
              <a:gd name="T12" fmla="*/ 2 w 244"/>
              <a:gd name="T13" fmla="*/ 0 h 419"/>
              <a:gd name="T14" fmla="*/ 84 w 244"/>
              <a:gd name="T15" fmla="*/ 0 h 419"/>
              <a:gd name="T16" fmla="*/ 244 w 244"/>
              <a:gd name="T17" fmla="*/ 161 h 419"/>
              <a:gd name="T18" fmla="*/ 244 w 244"/>
              <a:gd name="T19" fmla="*/ 417 h 419"/>
              <a:gd name="T20" fmla="*/ 242 w 244"/>
              <a:gd name="T21" fmla="*/ 419 h 4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44" h="419">
                <a:moveTo>
                  <a:pt x="242" y="419"/>
                </a:moveTo>
                <a:cubicBezTo>
                  <a:pt x="241" y="419"/>
                  <a:pt x="240" y="418"/>
                  <a:pt x="240" y="417"/>
                </a:cubicBezTo>
                <a:cubicBezTo>
                  <a:pt x="240" y="161"/>
                  <a:pt x="240" y="161"/>
                  <a:pt x="240" y="161"/>
                </a:cubicBezTo>
                <a:cubicBezTo>
                  <a:pt x="240" y="74"/>
                  <a:pt x="170" y="4"/>
                  <a:pt x="84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84" y="0"/>
                  <a:pt x="84" y="0"/>
                  <a:pt x="84" y="0"/>
                </a:cubicBezTo>
                <a:cubicBezTo>
                  <a:pt x="172" y="0"/>
                  <a:pt x="244" y="72"/>
                  <a:pt x="244" y="161"/>
                </a:cubicBezTo>
                <a:cubicBezTo>
                  <a:pt x="244" y="417"/>
                  <a:pt x="244" y="417"/>
                  <a:pt x="244" y="417"/>
                </a:cubicBezTo>
                <a:cubicBezTo>
                  <a:pt x="244" y="418"/>
                  <a:pt x="243" y="419"/>
                  <a:pt x="242" y="419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" name="Freeform 103">
            <a:extLst>
              <a:ext uri="{FF2B5EF4-FFF2-40B4-BE49-F238E27FC236}">
                <a16:creationId xmlns:a16="http://schemas.microsoft.com/office/drawing/2014/main" xmlns="" id="{84012C9C-CCEF-4B10-BD34-2BA7046AE088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1636713" y="1446213"/>
            <a:ext cx="74612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" name="Freeform 104">
            <a:extLst>
              <a:ext uri="{FF2B5EF4-FFF2-40B4-BE49-F238E27FC236}">
                <a16:creationId xmlns:a16="http://schemas.microsoft.com/office/drawing/2014/main" xmlns="" id="{6C2C5392-8085-47E5-ADA2-0121AB4237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11475" y="1319213"/>
            <a:ext cx="74613" cy="74612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1"/>
                  <a:pt x="6" y="14"/>
                  <a:pt x="9" y="14"/>
                </a:cubicBezTo>
                <a:cubicBezTo>
                  <a:pt x="12" y="14"/>
                  <a:pt x="14" y="11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" name="Freeform 105">
            <a:extLst>
              <a:ext uri="{FF2B5EF4-FFF2-40B4-BE49-F238E27FC236}">
                <a16:creationId xmlns:a16="http://schemas.microsoft.com/office/drawing/2014/main" xmlns="" id="{DEBD5C80-6B4B-4324-B775-6F17D2D0DE04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00350" y="1177925"/>
            <a:ext cx="74613" cy="73025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Freeform 106">
            <a:extLst>
              <a:ext uri="{FF2B5EF4-FFF2-40B4-BE49-F238E27FC236}">
                <a16:creationId xmlns:a16="http://schemas.microsoft.com/office/drawing/2014/main" xmlns="" id="{56C9CF85-CF6D-46EB-B1B9-359294F7F2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5075" y="1100138"/>
            <a:ext cx="1487488" cy="1841500"/>
          </a:xfrm>
          <a:custGeom>
            <a:avLst/>
            <a:gdLst>
              <a:gd name="T0" fmla="*/ 357 w 359"/>
              <a:gd name="T1" fmla="*/ 445 h 445"/>
              <a:gd name="T2" fmla="*/ 355 w 359"/>
              <a:gd name="T3" fmla="*/ 443 h 445"/>
              <a:gd name="T4" fmla="*/ 355 w 359"/>
              <a:gd name="T5" fmla="*/ 180 h 445"/>
              <a:gd name="T6" fmla="*/ 179 w 359"/>
              <a:gd name="T7" fmla="*/ 4 h 445"/>
              <a:gd name="T8" fmla="*/ 2 w 359"/>
              <a:gd name="T9" fmla="*/ 4 h 445"/>
              <a:gd name="T10" fmla="*/ 0 w 359"/>
              <a:gd name="T11" fmla="*/ 2 h 445"/>
              <a:gd name="T12" fmla="*/ 2 w 359"/>
              <a:gd name="T13" fmla="*/ 0 h 445"/>
              <a:gd name="T14" fmla="*/ 179 w 359"/>
              <a:gd name="T15" fmla="*/ 0 h 445"/>
              <a:gd name="T16" fmla="*/ 359 w 359"/>
              <a:gd name="T17" fmla="*/ 180 h 445"/>
              <a:gd name="T18" fmla="*/ 359 w 359"/>
              <a:gd name="T19" fmla="*/ 443 h 445"/>
              <a:gd name="T20" fmla="*/ 357 w 359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359" h="445">
                <a:moveTo>
                  <a:pt x="357" y="445"/>
                </a:moveTo>
                <a:cubicBezTo>
                  <a:pt x="355" y="445"/>
                  <a:pt x="355" y="444"/>
                  <a:pt x="355" y="443"/>
                </a:cubicBezTo>
                <a:cubicBezTo>
                  <a:pt x="355" y="180"/>
                  <a:pt x="355" y="180"/>
                  <a:pt x="355" y="180"/>
                </a:cubicBezTo>
                <a:cubicBezTo>
                  <a:pt x="355" y="83"/>
                  <a:pt x="276" y="4"/>
                  <a:pt x="179" y="4"/>
                </a:cubicBezTo>
                <a:cubicBezTo>
                  <a:pt x="2" y="4"/>
                  <a:pt x="2" y="4"/>
                  <a:pt x="2" y="4"/>
                </a:cubicBezTo>
                <a:cubicBezTo>
                  <a:pt x="0" y="4"/>
                  <a:pt x="0" y="3"/>
                  <a:pt x="0" y="2"/>
                </a:cubicBezTo>
                <a:cubicBezTo>
                  <a:pt x="0" y="1"/>
                  <a:pt x="0" y="0"/>
                  <a:pt x="2" y="0"/>
                </a:cubicBezTo>
                <a:cubicBezTo>
                  <a:pt x="179" y="0"/>
                  <a:pt x="179" y="0"/>
                  <a:pt x="179" y="0"/>
                </a:cubicBezTo>
                <a:cubicBezTo>
                  <a:pt x="278" y="0"/>
                  <a:pt x="359" y="80"/>
                  <a:pt x="359" y="180"/>
                </a:cubicBezTo>
                <a:cubicBezTo>
                  <a:pt x="359" y="443"/>
                  <a:pt x="359" y="443"/>
                  <a:pt x="359" y="443"/>
                </a:cubicBezTo>
                <a:cubicBezTo>
                  <a:pt x="359" y="444"/>
                  <a:pt x="358" y="445"/>
                  <a:pt x="357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" name="Freeform 107">
            <a:extLst>
              <a:ext uri="{FF2B5EF4-FFF2-40B4-BE49-F238E27FC236}">
                <a16:creationId xmlns:a16="http://schemas.microsoft.com/office/drawing/2014/main" xmlns="" id="{D84B2DD6-3814-4F72-AA23-465C261DC72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4316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7" y="4"/>
                  <a:pt x="4" y="6"/>
                  <a:pt x="4" y="9"/>
                </a:cubicBezTo>
                <a:cubicBezTo>
                  <a:pt x="4" y="12"/>
                  <a:pt x="7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" name="Freeform 108">
            <a:extLst>
              <a:ext uri="{FF2B5EF4-FFF2-40B4-BE49-F238E27FC236}">
                <a16:creationId xmlns:a16="http://schemas.microsoft.com/office/drawing/2014/main" xmlns="" id="{169DB64A-D1FB-4A03-A513-76F01D589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03688" y="1100138"/>
            <a:ext cx="1052512" cy="1841500"/>
          </a:xfrm>
          <a:custGeom>
            <a:avLst/>
            <a:gdLst>
              <a:gd name="T0" fmla="*/ 2 w 254"/>
              <a:gd name="T1" fmla="*/ 445 h 445"/>
              <a:gd name="T2" fmla="*/ 0 w 254"/>
              <a:gd name="T3" fmla="*/ 443 h 445"/>
              <a:gd name="T4" fmla="*/ 0 w 254"/>
              <a:gd name="T5" fmla="*/ 180 h 445"/>
              <a:gd name="T6" fmla="*/ 180 w 254"/>
              <a:gd name="T7" fmla="*/ 0 h 445"/>
              <a:gd name="T8" fmla="*/ 252 w 254"/>
              <a:gd name="T9" fmla="*/ 0 h 445"/>
              <a:gd name="T10" fmla="*/ 254 w 254"/>
              <a:gd name="T11" fmla="*/ 2 h 445"/>
              <a:gd name="T12" fmla="*/ 252 w 254"/>
              <a:gd name="T13" fmla="*/ 4 h 445"/>
              <a:gd name="T14" fmla="*/ 180 w 254"/>
              <a:gd name="T15" fmla="*/ 4 h 445"/>
              <a:gd name="T16" fmla="*/ 4 w 254"/>
              <a:gd name="T17" fmla="*/ 180 h 445"/>
              <a:gd name="T18" fmla="*/ 4 w 254"/>
              <a:gd name="T19" fmla="*/ 443 h 445"/>
              <a:gd name="T20" fmla="*/ 2 w 254"/>
              <a:gd name="T21" fmla="*/ 445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54" h="445">
                <a:moveTo>
                  <a:pt x="2" y="445"/>
                </a:moveTo>
                <a:cubicBezTo>
                  <a:pt x="1" y="445"/>
                  <a:pt x="0" y="444"/>
                  <a:pt x="0" y="443"/>
                </a:cubicBezTo>
                <a:cubicBezTo>
                  <a:pt x="0" y="180"/>
                  <a:pt x="0" y="180"/>
                  <a:pt x="0" y="180"/>
                </a:cubicBezTo>
                <a:cubicBezTo>
                  <a:pt x="0" y="80"/>
                  <a:pt x="81" y="0"/>
                  <a:pt x="180" y="0"/>
                </a:cubicBezTo>
                <a:cubicBezTo>
                  <a:pt x="252" y="0"/>
                  <a:pt x="252" y="0"/>
                  <a:pt x="252" y="0"/>
                </a:cubicBezTo>
                <a:cubicBezTo>
                  <a:pt x="253" y="0"/>
                  <a:pt x="254" y="1"/>
                  <a:pt x="254" y="2"/>
                </a:cubicBezTo>
                <a:cubicBezTo>
                  <a:pt x="254" y="3"/>
                  <a:pt x="253" y="4"/>
                  <a:pt x="252" y="4"/>
                </a:cubicBezTo>
                <a:cubicBezTo>
                  <a:pt x="180" y="4"/>
                  <a:pt x="180" y="4"/>
                  <a:pt x="180" y="4"/>
                </a:cubicBezTo>
                <a:cubicBezTo>
                  <a:pt x="83" y="4"/>
                  <a:pt x="4" y="83"/>
                  <a:pt x="4" y="180"/>
                </a:cubicBezTo>
                <a:cubicBezTo>
                  <a:pt x="4" y="443"/>
                  <a:pt x="4" y="443"/>
                  <a:pt x="4" y="443"/>
                </a:cubicBezTo>
                <a:cubicBezTo>
                  <a:pt x="4" y="444"/>
                  <a:pt x="3" y="445"/>
                  <a:pt x="2" y="445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" name="Freeform 109">
            <a:extLst>
              <a:ext uri="{FF2B5EF4-FFF2-40B4-BE49-F238E27FC236}">
                <a16:creationId xmlns:a16="http://schemas.microsoft.com/office/drawing/2014/main" xmlns="" id="{C761D5EA-1D1C-4992-9AF7-333C4BADAD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140325" y="1069975"/>
            <a:ext cx="73025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9" name="Freeform 110">
            <a:extLst>
              <a:ext uri="{FF2B5EF4-FFF2-40B4-BE49-F238E27FC236}">
                <a16:creationId xmlns:a16="http://schemas.microsoft.com/office/drawing/2014/main" xmlns="" id="{F6CFCDF6-27D8-4082-9743-1DDF0204732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284788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2" y="14"/>
                  <a:pt x="14" y="12"/>
                  <a:pt x="14" y="9"/>
                </a:cubicBezTo>
                <a:cubicBezTo>
                  <a:pt x="14" y="6"/>
                  <a:pt x="12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" name="Freeform 111">
            <a:extLst>
              <a:ext uri="{FF2B5EF4-FFF2-40B4-BE49-F238E27FC236}">
                <a16:creationId xmlns:a16="http://schemas.microsoft.com/office/drawing/2014/main" xmlns="" id="{5AF066AD-2A75-4CE0-9985-9E485D212BE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34013" y="1069975"/>
            <a:ext cx="74612" cy="74613"/>
          </a:xfrm>
          <a:custGeom>
            <a:avLst/>
            <a:gdLst>
              <a:gd name="T0" fmla="*/ 9 w 18"/>
              <a:gd name="T1" fmla="*/ 18 h 18"/>
              <a:gd name="T2" fmla="*/ 0 w 18"/>
              <a:gd name="T3" fmla="*/ 9 h 18"/>
              <a:gd name="T4" fmla="*/ 9 w 18"/>
              <a:gd name="T5" fmla="*/ 0 h 18"/>
              <a:gd name="T6" fmla="*/ 18 w 18"/>
              <a:gd name="T7" fmla="*/ 9 h 18"/>
              <a:gd name="T8" fmla="*/ 9 w 18"/>
              <a:gd name="T9" fmla="*/ 18 h 18"/>
              <a:gd name="T10" fmla="*/ 9 w 18"/>
              <a:gd name="T11" fmla="*/ 4 h 18"/>
              <a:gd name="T12" fmla="*/ 4 w 18"/>
              <a:gd name="T13" fmla="*/ 9 h 18"/>
              <a:gd name="T14" fmla="*/ 9 w 18"/>
              <a:gd name="T15" fmla="*/ 14 h 18"/>
              <a:gd name="T16" fmla="*/ 14 w 18"/>
              <a:gd name="T17" fmla="*/ 9 h 18"/>
              <a:gd name="T18" fmla="*/ 9 w 18"/>
              <a:gd name="T19" fmla="*/ 4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8"/>
                </a:moveTo>
                <a:cubicBezTo>
                  <a:pt x="4" y="18"/>
                  <a:pt x="0" y="14"/>
                  <a:pt x="0" y="9"/>
                </a:cubicBezTo>
                <a:cubicBezTo>
                  <a:pt x="0" y="4"/>
                  <a:pt x="4" y="0"/>
                  <a:pt x="9" y="0"/>
                </a:cubicBezTo>
                <a:cubicBezTo>
                  <a:pt x="14" y="0"/>
                  <a:pt x="18" y="4"/>
                  <a:pt x="18" y="9"/>
                </a:cubicBezTo>
                <a:cubicBezTo>
                  <a:pt x="18" y="14"/>
                  <a:pt x="14" y="18"/>
                  <a:pt x="9" y="18"/>
                </a:cubicBezTo>
                <a:close/>
                <a:moveTo>
                  <a:pt x="9" y="4"/>
                </a:moveTo>
                <a:cubicBezTo>
                  <a:pt x="6" y="4"/>
                  <a:pt x="4" y="6"/>
                  <a:pt x="4" y="9"/>
                </a:cubicBezTo>
                <a:cubicBezTo>
                  <a:pt x="4" y="12"/>
                  <a:pt x="6" y="14"/>
                  <a:pt x="9" y="14"/>
                </a:cubicBezTo>
                <a:cubicBezTo>
                  <a:pt x="11" y="14"/>
                  <a:pt x="14" y="12"/>
                  <a:pt x="14" y="9"/>
                </a:cubicBezTo>
                <a:cubicBezTo>
                  <a:pt x="14" y="6"/>
                  <a:pt x="11" y="4"/>
                  <a:pt x="9" y="4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1" name="Freeform 112">
            <a:extLst>
              <a:ext uri="{FF2B5EF4-FFF2-40B4-BE49-F238E27FC236}">
                <a16:creationId xmlns:a16="http://schemas.microsoft.com/office/drawing/2014/main" xmlns="" id="{430A2212-C0FC-49AD-8682-A12C1F9D0EE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578475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CD17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" name="Freeform 113">
            <a:extLst>
              <a:ext uri="{FF2B5EF4-FFF2-40B4-BE49-F238E27FC236}">
                <a16:creationId xmlns:a16="http://schemas.microsoft.com/office/drawing/2014/main" xmlns="" id="{D046BB3D-BC01-42D9-BA04-8CCE94C1856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727700" y="1069975"/>
            <a:ext cx="74613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1" y="4"/>
                  <a:pt x="14" y="6"/>
                  <a:pt x="14" y="9"/>
                </a:cubicBezTo>
                <a:cubicBezTo>
                  <a:pt x="14" y="12"/>
                  <a:pt x="11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DB9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" name="Freeform 114">
            <a:extLst>
              <a:ext uri="{FF2B5EF4-FFF2-40B4-BE49-F238E27FC236}">
                <a16:creationId xmlns:a16="http://schemas.microsoft.com/office/drawing/2014/main" xmlns="" id="{1A57CF94-A167-4B8C-9CAB-F801ED5A5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872163" y="1069975"/>
            <a:ext cx="74612" cy="74613"/>
          </a:xfrm>
          <a:custGeom>
            <a:avLst/>
            <a:gdLst>
              <a:gd name="T0" fmla="*/ 9 w 18"/>
              <a:gd name="T1" fmla="*/ 14 h 18"/>
              <a:gd name="T2" fmla="*/ 4 w 18"/>
              <a:gd name="T3" fmla="*/ 9 h 18"/>
              <a:gd name="T4" fmla="*/ 9 w 18"/>
              <a:gd name="T5" fmla="*/ 4 h 18"/>
              <a:gd name="T6" fmla="*/ 14 w 18"/>
              <a:gd name="T7" fmla="*/ 9 h 18"/>
              <a:gd name="T8" fmla="*/ 9 w 18"/>
              <a:gd name="T9" fmla="*/ 14 h 18"/>
              <a:gd name="T10" fmla="*/ 9 w 18"/>
              <a:gd name="T11" fmla="*/ 0 h 18"/>
              <a:gd name="T12" fmla="*/ 0 w 18"/>
              <a:gd name="T13" fmla="*/ 9 h 18"/>
              <a:gd name="T14" fmla="*/ 9 w 18"/>
              <a:gd name="T15" fmla="*/ 18 h 18"/>
              <a:gd name="T16" fmla="*/ 18 w 18"/>
              <a:gd name="T17" fmla="*/ 9 h 18"/>
              <a:gd name="T18" fmla="*/ 9 w 18"/>
              <a:gd name="T19" fmla="*/ 0 h 1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8" h="18">
                <a:moveTo>
                  <a:pt x="9" y="14"/>
                </a:moveTo>
                <a:cubicBezTo>
                  <a:pt x="6" y="14"/>
                  <a:pt x="4" y="12"/>
                  <a:pt x="4" y="9"/>
                </a:cubicBezTo>
                <a:cubicBezTo>
                  <a:pt x="4" y="6"/>
                  <a:pt x="6" y="4"/>
                  <a:pt x="9" y="4"/>
                </a:cubicBezTo>
                <a:cubicBezTo>
                  <a:pt x="12" y="4"/>
                  <a:pt x="14" y="6"/>
                  <a:pt x="14" y="9"/>
                </a:cubicBezTo>
                <a:cubicBezTo>
                  <a:pt x="14" y="12"/>
                  <a:pt x="12" y="14"/>
                  <a:pt x="9" y="14"/>
                </a:cubicBezTo>
                <a:moveTo>
                  <a:pt x="9" y="0"/>
                </a:moveTo>
                <a:cubicBezTo>
                  <a:pt x="4" y="0"/>
                  <a:pt x="0" y="4"/>
                  <a:pt x="0" y="9"/>
                </a:cubicBezTo>
                <a:cubicBezTo>
                  <a:pt x="0" y="14"/>
                  <a:pt x="4" y="18"/>
                  <a:pt x="9" y="18"/>
                </a:cubicBezTo>
                <a:cubicBezTo>
                  <a:pt x="14" y="18"/>
                  <a:pt x="18" y="14"/>
                  <a:pt x="18" y="9"/>
                </a:cubicBezTo>
                <a:cubicBezTo>
                  <a:pt x="18" y="4"/>
                  <a:pt x="14" y="0"/>
                  <a:pt x="9" y="0"/>
                </a:cubicBezTo>
              </a:path>
            </a:pathLst>
          </a:custGeom>
          <a:solidFill>
            <a:srgbClr val="FDE5B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" name="Freeform 117">
            <a:extLst>
              <a:ext uri="{FF2B5EF4-FFF2-40B4-BE49-F238E27FC236}">
                <a16:creationId xmlns:a16="http://schemas.microsoft.com/office/drawing/2014/main" xmlns="" id="{0AC5C741-51D7-459F-9144-1E944F3744F6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547688" y="2646363"/>
            <a:ext cx="5056187" cy="2938462"/>
          </a:xfrm>
          <a:custGeom>
            <a:avLst/>
            <a:gdLst>
              <a:gd name="T0" fmla="*/ 426 w 1221"/>
              <a:gd name="T1" fmla="*/ 710 h 710"/>
              <a:gd name="T2" fmla="*/ 400 w 1221"/>
              <a:gd name="T3" fmla="*/ 704 h 710"/>
              <a:gd name="T4" fmla="*/ 11 w 1221"/>
              <a:gd name="T5" fmla="*/ 479 h 710"/>
              <a:gd name="T6" fmla="*/ 0 w 1221"/>
              <a:gd name="T7" fmla="*/ 463 h 710"/>
              <a:gd name="T8" fmla="*/ 15 w 1221"/>
              <a:gd name="T9" fmla="*/ 443 h 710"/>
              <a:gd name="T10" fmla="*/ 762 w 1221"/>
              <a:gd name="T11" fmla="*/ 11 h 710"/>
              <a:gd name="T12" fmla="*/ 821 w 1221"/>
              <a:gd name="T13" fmla="*/ 9 h 710"/>
              <a:gd name="T14" fmla="*/ 1210 w 1221"/>
              <a:gd name="T15" fmla="*/ 234 h 710"/>
              <a:gd name="T16" fmla="*/ 1221 w 1221"/>
              <a:gd name="T17" fmla="*/ 250 h 710"/>
              <a:gd name="T18" fmla="*/ 1206 w 1221"/>
              <a:gd name="T19" fmla="*/ 270 h 710"/>
              <a:gd name="T20" fmla="*/ 459 w 1221"/>
              <a:gd name="T21" fmla="*/ 702 h 710"/>
              <a:gd name="T22" fmla="*/ 426 w 1221"/>
              <a:gd name="T23" fmla="*/ 710 h 710"/>
              <a:gd name="T24" fmla="*/ 795 w 1221"/>
              <a:gd name="T25" fmla="*/ 7 h 710"/>
              <a:gd name="T26" fmla="*/ 764 w 1221"/>
              <a:gd name="T27" fmla="*/ 15 h 710"/>
              <a:gd name="T28" fmla="*/ 17 w 1221"/>
              <a:gd name="T29" fmla="*/ 446 h 710"/>
              <a:gd name="T30" fmla="*/ 4 w 1221"/>
              <a:gd name="T31" fmla="*/ 463 h 710"/>
              <a:gd name="T32" fmla="*/ 13 w 1221"/>
              <a:gd name="T33" fmla="*/ 476 h 710"/>
              <a:gd name="T34" fmla="*/ 402 w 1221"/>
              <a:gd name="T35" fmla="*/ 701 h 710"/>
              <a:gd name="T36" fmla="*/ 457 w 1221"/>
              <a:gd name="T37" fmla="*/ 698 h 710"/>
              <a:gd name="T38" fmla="*/ 1204 w 1221"/>
              <a:gd name="T39" fmla="*/ 267 h 710"/>
              <a:gd name="T40" fmla="*/ 1217 w 1221"/>
              <a:gd name="T41" fmla="*/ 250 h 710"/>
              <a:gd name="T42" fmla="*/ 1208 w 1221"/>
              <a:gd name="T43" fmla="*/ 238 h 710"/>
              <a:gd name="T44" fmla="*/ 819 w 1221"/>
              <a:gd name="T45" fmla="*/ 13 h 710"/>
              <a:gd name="T46" fmla="*/ 795 w 1221"/>
              <a:gd name="T47" fmla="*/ 7 h 71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1221" h="710">
                <a:moveTo>
                  <a:pt x="426" y="710"/>
                </a:moveTo>
                <a:cubicBezTo>
                  <a:pt x="416" y="710"/>
                  <a:pt x="407" y="708"/>
                  <a:pt x="400" y="704"/>
                </a:cubicBezTo>
                <a:cubicBezTo>
                  <a:pt x="11" y="479"/>
                  <a:pt x="11" y="479"/>
                  <a:pt x="11" y="479"/>
                </a:cubicBezTo>
                <a:cubicBezTo>
                  <a:pt x="4" y="475"/>
                  <a:pt x="0" y="469"/>
                  <a:pt x="0" y="463"/>
                </a:cubicBezTo>
                <a:cubicBezTo>
                  <a:pt x="0" y="456"/>
                  <a:pt x="5" y="448"/>
                  <a:pt x="15" y="443"/>
                </a:cubicBezTo>
                <a:cubicBezTo>
                  <a:pt x="762" y="11"/>
                  <a:pt x="762" y="11"/>
                  <a:pt x="762" y="11"/>
                </a:cubicBezTo>
                <a:cubicBezTo>
                  <a:pt x="779" y="1"/>
                  <a:pt x="805" y="0"/>
                  <a:pt x="821" y="9"/>
                </a:cubicBezTo>
                <a:cubicBezTo>
                  <a:pt x="1210" y="234"/>
                  <a:pt x="1210" y="234"/>
                  <a:pt x="1210" y="234"/>
                </a:cubicBezTo>
                <a:cubicBezTo>
                  <a:pt x="1217" y="238"/>
                  <a:pt x="1221" y="244"/>
                  <a:pt x="1221" y="250"/>
                </a:cubicBezTo>
                <a:cubicBezTo>
                  <a:pt x="1221" y="258"/>
                  <a:pt x="1216" y="265"/>
                  <a:pt x="1206" y="270"/>
                </a:cubicBezTo>
                <a:cubicBezTo>
                  <a:pt x="459" y="702"/>
                  <a:pt x="459" y="702"/>
                  <a:pt x="459" y="702"/>
                </a:cubicBezTo>
                <a:cubicBezTo>
                  <a:pt x="450" y="707"/>
                  <a:pt x="438" y="710"/>
                  <a:pt x="426" y="710"/>
                </a:cubicBezTo>
                <a:moveTo>
                  <a:pt x="795" y="7"/>
                </a:moveTo>
                <a:cubicBezTo>
                  <a:pt x="784" y="7"/>
                  <a:pt x="773" y="10"/>
                  <a:pt x="764" y="15"/>
                </a:cubicBezTo>
                <a:cubicBezTo>
                  <a:pt x="17" y="446"/>
                  <a:pt x="17" y="446"/>
                  <a:pt x="17" y="446"/>
                </a:cubicBezTo>
                <a:cubicBezTo>
                  <a:pt x="8" y="451"/>
                  <a:pt x="4" y="457"/>
                  <a:pt x="4" y="463"/>
                </a:cubicBezTo>
                <a:cubicBezTo>
                  <a:pt x="4" y="468"/>
                  <a:pt x="7" y="472"/>
                  <a:pt x="13" y="476"/>
                </a:cubicBezTo>
                <a:cubicBezTo>
                  <a:pt x="402" y="701"/>
                  <a:pt x="402" y="701"/>
                  <a:pt x="402" y="701"/>
                </a:cubicBezTo>
                <a:cubicBezTo>
                  <a:pt x="416" y="709"/>
                  <a:pt x="441" y="708"/>
                  <a:pt x="457" y="698"/>
                </a:cubicBezTo>
                <a:cubicBezTo>
                  <a:pt x="1204" y="267"/>
                  <a:pt x="1204" y="267"/>
                  <a:pt x="1204" y="267"/>
                </a:cubicBezTo>
                <a:cubicBezTo>
                  <a:pt x="1212" y="262"/>
                  <a:pt x="1217" y="256"/>
                  <a:pt x="1217" y="250"/>
                </a:cubicBezTo>
                <a:cubicBezTo>
                  <a:pt x="1217" y="245"/>
                  <a:pt x="1214" y="241"/>
                  <a:pt x="1208" y="238"/>
                </a:cubicBezTo>
                <a:cubicBezTo>
                  <a:pt x="819" y="13"/>
                  <a:pt x="819" y="13"/>
                  <a:pt x="819" y="13"/>
                </a:cubicBezTo>
                <a:cubicBezTo>
                  <a:pt x="812" y="9"/>
                  <a:pt x="804" y="7"/>
                  <a:pt x="795" y="7"/>
                </a:cubicBezTo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" name="Freeform 118">
            <a:extLst>
              <a:ext uri="{FF2B5EF4-FFF2-40B4-BE49-F238E27FC236}">
                <a16:creationId xmlns:a16="http://schemas.microsoft.com/office/drawing/2014/main" xmlns="" id="{86C4773B-B1B7-4080-BA05-440FB6AAC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2295525"/>
            <a:ext cx="5260975" cy="2982913"/>
          </a:xfrm>
          <a:custGeom>
            <a:avLst/>
            <a:gdLst>
              <a:gd name="T0" fmla="*/ 1270 w 1270"/>
              <a:gd name="T1" fmla="*/ 210 h 721"/>
              <a:gd name="T2" fmla="*/ 1218 w 1270"/>
              <a:gd name="T3" fmla="*/ 219 h 721"/>
              <a:gd name="T4" fmla="*/ 854 w 1270"/>
              <a:gd name="T5" fmla="*/ 9 h 721"/>
              <a:gd name="T6" fmla="*/ 794 w 1270"/>
              <a:gd name="T7" fmla="*/ 11 h 721"/>
              <a:gd name="T8" fmla="*/ 92 w 1270"/>
              <a:gd name="T9" fmla="*/ 417 h 721"/>
              <a:gd name="T10" fmla="*/ 1 w 1270"/>
              <a:gd name="T11" fmla="*/ 433 h 721"/>
              <a:gd name="T12" fmla="*/ 1 w 1270"/>
              <a:gd name="T13" fmla="*/ 462 h 721"/>
              <a:gd name="T14" fmla="*/ 1 w 1270"/>
              <a:gd name="T15" fmla="*/ 462 h 721"/>
              <a:gd name="T16" fmla="*/ 11 w 1270"/>
              <a:gd name="T17" fmla="*/ 478 h 721"/>
              <a:gd name="T18" fmla="*/ 417 w 1270"/>
              <a:gd name="T19" fmla="*/ 712 h 721"/>
              <a:gd name="T20" fmla="*/ 477 w 1270"/>
              <a:gd name="T21" fmla="*/ 710 h 721"/>
              <a:gd name="T22" fmla="*/ 1256 w 1270"/>
              <a:gd name="T23" fmla="*/ 260 h 721"/>
              <a:gd name="T24" fmla="*/ 1270 w 1270"/>
              <a:gd name="T25" fmla="*/ 241 h 721"/>
              <a:gd name="T26" fmla="*/ 1270 w 1270"/>
              <a:gd name="T27" fmla="*/ 241 h 721"/>
              <a:gd name="T28" fmla="*/ 1270 w 1270"/>
              <a:gd name="T29" fmla="*/ 210 h 7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1270" h="721">
                <a:moveTo>
                  <a:pt x="1270" y="210"/>
                </a:moveTo>
                <a:cubicBezTo>
                  <a:pt x="1218" y="219"/>
                  <a:pt x="1218" y="219"/>
                  <a:pt x="1218" y="219"/>
                </a:cubicBezTo>
                <a:cubicBezTo>
                  <a:pt x="854" y="9"/>
                  <a:pt x="854" y="9"/>
                  <a:pt x="854" y="9"/>
                </a:cubicBezTo>
                <a:cubicBezTo>
                  <a:pt x="838" y="0"/>
                  <a:pt x="812" y="1"/>
                  <a:pt x="794" y="11"/>
                </a:cubicBezTo>
                <a:cubicBezTo>
                  <a:pt x="92" y="417"/>
                  <a:pt x="92" y="417"/>
                  <a:pt x="92" y="417"/>
                </a:cubicBezTo>
                <a:cubicBezTo>
                  <a:pt x="1" y="433"/>
                  <a:pt x="1" y="433"/>
                  <a:pt x="1" y="433"/>
                </a:cubicBezTo>
                <a:cubicBezTo>
                  <a:pt x="1" y="462"/>
                  <a:pt x="1" y="462"/>
                  <a:pt x="1" y="462"/>
                </a:cubicBezTo>
                <a:cubicBezTo>
                  <a:pt x="1" y="462"/>
                  <a:pt x="1" y="462"/>
                  <a:pt x="1" y="462"/>
                </a:cubicBezTo>
                <a:cubicBezTo>
                  <a:pt x="0" y="468"/>
                  <a:pt x="4" y="473"/>
                  <a:pt x="11" y="478"/>
                </a:cubicBezTo>
                <a:cubicBezTo>
                  <a:pt x="417" y="712"/>
                  <a:pt x="417" y="712"/>
                  <a:pt x="417" y="712"/>
                </a:cubicBezTo>
                <a:cubicBezTo>
                  <a:pt x="433" y="721"/>
                  <a:pt x="459" y="720"/>
                  <a:pt x="477" y="710"/>
                </a:cubicBezTo>
                <a:cubicBezTo>
                  <a:pt x="1256" y="260"/>
                  <a:pt x="1256" y="260"/>
                  <a:pt x="1256" y="260"/>
                </a:cubicBezTo>
                <a:cubicBezTo>
                  <a:pt x="1265" y="254"/>
                  <a:pt x="1270" y="247"/>
                  <a:pt x="1270" y="241"/>
                </a:cubicBezTo>
                <a:cubicBezTo>
                  <a:pt x="1270" y="241"/>
                  <a:pt x="1270" y="241"/>
                  <a:pt x="1270" y="241"/>
                </a:cubicBezTo>
                <a:cubicBezTo>
                  <a:pt x="1270" y="210"/>
                  <a:pt x="1270" y="210"/>
                  <a:pt x="1270" y="21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" name="Freeform 119">
            <a:extLst>
              <a:ext uri="{FF2B5EF4-FFF2-40B4-BE49-F238E27FC236}">
                <a16:creationId xmlns:a16="http://schemas.microsoft.com/office/drawing/2014/main" xmlns="" id="{AC4D9720-5100-411A-901D-B888CE00D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168650"/>
            <a:ext cx="5260975" cy="2097088"/>
          </a:xfrm>
          <a:custGeom>
            <a:avLst/>
            <a:gdLst>
              <a:gd name="T0" fmla="*/ 1270 w 1270"/>
              <a:gd name="T1" fmla="*/ 0 h 507"/>
              <a:gd name="T2" fmla="*/ 1256 w 1270"/>
              <a:gd name="T3" fmla="*/ 19 h 507"/>
              <a:gd name="T4" fmla="*/ 477 w 1270"/>
              <a:gd name="T5" fmla="*/ 469 h 507"/>
              <a:gd name="T6" fmla="*/ 443 w 1270"/>
              <a:gd name="T7" fmla="*/ 477 h 507"/>
              <a:gd name="T8" fmla="*/ 417 w 1270"/>
              <a:gd name="T9" fmla="*/ 471 h 507"/>
              <a:gd name="T10" fmla="*/ 11 w 1270"/>
              <a:gd name="T11" fmla="*/ 236 h 507"/>
              <a:gd name="T12" fmla="*/ 1 w 1270"/>
              <a:gd name="T13" fmla="*/ 222 h 507"/>
              <a:gd name="T14" fmla="*/ 1 w 1270"/>
              <a:gd name="T15" fmla="*/ 251 h 507"/>
              <a:gd name="T16" fmla="*/ 1 w 1270"/>
              <a:gd name="T17" fmla="*/ 251 h 507"/>
              <a:gd name="T18" fmla="*/ 1 w 1270"/>
              <a:gd name="T19" fmla="*/ 251 h 507"/>
              <a:gd name="T20" fmla="*/ 1 w 1270"/>
              <a:gd name="T21" fmla="*/ 252 h 507"/>
              <a:gd name="T22" fmla="*/ 11 w 1270"/>
              <a:gd name="T23" fmla="*/ 267 h 507"/>
              <a:gd name="T24" fmla="*/ 417 w 1270"/>
              <a:gd name="T25" fmla="*/ 501 h 507"/>
              <a:gd name="T26" fmla="*/ 443 w 1270"/>
              <a:gd name="T27" fmla="*/ 507 h 507"/>
              <a:gd name="T28" fmla="*/ 477 w 1270"/>
              <a:gd name="T29" fmla="*/ 499 h 507"/>
              <a:gd name="T30" fmla="*/ 1256 w 1270"/>
              <a:gd name="T31" fmla="*/ 49 h 507"/>
              <a:gd name="T32" fmla="*/ 1270 w 1270"/>
              <a:gd name="T33" fmla="*/ 30 h 507"/>
              <a:gd name="T34" fmla="*/ 1270 w 1270"/>
              <a:gd name="T35" fmla="*/ 30 h 507"/>
              <a:gd name="T36" fmla="*/ 1270 w 1270"/>
              <a:gd name="T37" fmla="*/ 19 h 507"/>
              <a:gd name="T38" fmla="*/ 1270 w 1270"/>
              <a:gd name="T39" fmla="*/ 19 h 507"/>
              <a:gd name="T40" fmla="*/ 1256 w 1270"/>
              <a:gd name="T41" fmla="*/ 38 h 507"/>
              <a:gd name="T42" fmla="*/ 477 w 1270"/>
              <a:gd name="T43" fmla="*/ 488 h 507"/>
              <a:gd name="T44" fmla="*/ 443 w 1270"/>
              <a:gd name="T45" fmla="*/ 497 h 507"/>
              <a:gd name="T46" fmla="*/ 417 w 1270"/>
              <a:gd name="T47" fmla="*/ 491 h 507"/>
              <a:gd name="T48" fmla="*/ 11 w 1270"/>
              <a:gd name="T49" fmla="*/ 256 h 507"/>
              <a:gd name="T50" fmla="*/ 1 w 1270"/>
              <a:gd name="T51" fmla="*/ 241 h 507"/>
              <a:gd name="T52" fmla="*/ 1 w 1270"/>
              <a:gd name="T53" fmla="*/ 241 h 507"/>
              <a:gd name="T54" fmla="*/ 1 w 1270"/>
              <a:gd name="T55" fmla="*/ 233 h 507"/>
              <a:gd name="T56" fmla="*/ 1 w 1270"/>
              <a:gd name="T57" fmla="*/ 233 h 507"/>
              <a:gd name="T58" fmla="*/ 11 w 1270"/>
              <a:gd name="T59" fmla="*/ 248 h 507"/>
              <a:gd name="T60" fmla="*/ 417 w 1270"/>
              <a:gd name="T61" fmla="*/ 483 h 507"/>
              <a:gd name="T62" fmla="*/ 443 w 1270"/>
              <a:gd name="T63" fmla="*/ 489 h 507"/>
              <a:gd name="T64" fmla="*/ 477 w 1270"/>
              <a:gd name="T65" fmla="*/ 480 h 507"/>
              <a:gd name="T66" fmla="*/ 1256 w 1270"/>
              <a:gd name="T67" fmla="*/ 31 h 507"/>
              <a:gd name="T68" fmla="*/ 1270 w 1270"/>
              <a:gd name="T69" fmla="*/ 11 h 507"/>
              <a:gd name="T70" fmla="*/ 1270 w 1270"/>
              <a:gd name="T71" fmla="*/ 11 h 507"/>
              <a:gd name="T72" fmla="*/ 1270 w 1270"/>
              <a:gd name="T73" fmla="*/ 0 h 5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1270" h="507">
                <a:moveTo>
                  <a:pt x="1270" y="0"/>
                </a:moveTo>
                <a:cubicBezTo>
                  <a:pt x="1270" y="6"/>
                  <a:pt x="1265" y="13"/>
                  <a:pt x="1256" y="19"/>
                </a:cubicBezTo>
                <a:cubicBezTo>
                  <a:pt x="477" y="469"/>
                  <a:pt x="477" y="469"/>
                  <a:pt x="477" y="469"/>
                </a:cubicBezTo>
                <a:cubicBezTo>
                  <a:pt x="467" y="474"/>
                  <a:pt x="455" y="477"/>
                  <a:pt x="443" y="477"/>
                </a:cubicBezTo>
                <a:cubicBezTo>
                  <a:pt x="433" y="477"/>
                  <a:pt x="424" y="475"/>
                  <a:pt x="417" y="471"/>
                </a:cubicBezTo>
                <a:cubicBezTo>
                  <a:pt x="11" y="236"/>
                  <a:pt x="11" y="236"/>
                  <a:pt x="11" y="236"/>
                </a:cubicBezTo>
                <a:cubicBezTo>
                  <a:pt x="4" y="232"/>
                  <a:pt x="1" y="227"/>
                  <a:pt x="1" y="222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1"/>
                  <a:pt x="1" y="251"/>
                </a:cubicBezTo>
                <a:cubicBezTo>
                  <a:pt x="1" y="251"/>
                  <a:pt x="1" y="252"/>
                  <a:pt x="1" y="252"/>
                </a:cubicBezTo>
                <a:cubicBezTo>
                  <a:pt x="1" y="257"/>
                  <a:pt x="4" y="263"/>
                  <a:pt x="11" y="267"/>
                </a:cubicBezTo>
                <a:cubicBezTo>
                  <a:pt x="417" y="501"/>
                  <a:pt x="417" y="501"/>
                  <a:pt x="417" y="501"/>
                </a:cubicBezTo>
                <a:cubicBezTo>
                  <a:pt x="424" y="505"/>
                  <a:pt x="433" y="507"/>
                  <a:pt x="443" y="507"/>
                </a:cubicBezTo>
                <a:cubicBezTo>
                  <a:pt x="455" y="507"/>
                  <a:pt x="467" y="504"/>
                  <a:pt x="477" y="499"/>
                </a:cubicBezTo>
                <a:cubicBezTo>
                  <a:pt x="1256" y="49"/>
                  <a:pt x="1256" y="49"/>
                  <a:pt x="1256" y="49"/>
                </a:cubicBezTo>
                <a:cubicBezTo>
                  <a:pt x="1265" y="43"/>
                  <a:pt x="1270" y="36"/>
                  <a:pt x="1270" y="30"/>
                </a:cubicBezTo>
                <a:cubicBezTo>
                  <a:pt x="1270" y="30"/>
                  <a:pt x="1270" y="30"/>
                  <a:pt x="1270" y="30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19"/>
                  <a:pt x="1270" y="19"/>
                  <a:pt x="1270" y="19"/>
                </a:cubicBezTo>
                <a:cubicBezTo>
                  <a:pt x="1270" y="26"/>
                  <a:pt x="1265" y="33"/>
                  <a:pt x="1256" y="38"/>
                </a:cubicBezTo>
                <a:cubicBezTo>
                  <a:pt x="477" y="488"/>
                  <a:pt x="477" y="488"/>
                  <a:pt x="477" y="488"/>
                </a:cubicBezTo>
                <a:cubicBezTo>
                  <a:pt x="467" y="494"/>
                  <a:pt x="455" y="497"/>
                  <a:pt x="443" y="497"/>
                </a:cubicBezTo>
                <a:cubicBezTo>
                  <a:pt x="433" y="497"/>
                  <a:pt x="424" y="495"/>
                  <a:pt x="417" y="491"/>
                </a:cubicBezTo>
                <a:cubicBezTo>
                  <a:pt x="11" y="256"/>
                  <a:pt x="11" y="256"/>
                  <a:pt x="11" y="256"/>
                </a:cubicBezTo>
                <a:cubicBezTo>
                  <a:pt x="4" y="252"/>
                  <a:pt x="0" y="246"/>
                  <a:pt x="1" y="241"/>
                </a:cubicBezTo>
                <a:cubicBezTo>
                  <a:pt x="1" y="241"/>
                  <a:pt x="1" y="241"/>
                  <a:pt x="1" y="241"/>
                </a:cubicBezTo>
                <a:cubicBezTo>
                  <a:pt x="1" y="233"/>
                  <a:pt x="1" y="233"/>
                  <a:pt x="1" y="233"/>
                </a:cubicBezTo>
                <a:cubicBezTo>
                  <a:pt x="1" y="233"/>
                  <a:pt x="1" y="233"/>
                  <a:pt x="1" y="233"/>
                </a:cubicBezTo>
                <a:cubicBezTo>
                  <a:pt x="0" y="239"/>
                  <a:pt x="4" y="244"/>
                  <a:pt x="11" y="248"/>
                </a:cubicBezTo>
                <a:cubicBezTo>
                  <a:pt x="417" y="483"/>
                  <a:pt x="417" y="483"/>
                  <a:pt x="417" y="483"/>
                </a:cubicBezTo>
                <a:cubicBezTo>
                  <a:pt x="424" y="487"/>
                  <a:pt x="433" y="489"/>
                  <a:pt x="443" y="489"/>
                </a:cubicBezTo>
                <a:cubicBezTo>
                  <a:pt x="455" y="489"/>
                  <a:pt x="467" y="486"/>
                  <a:pt x="477" y="480"/>
                </a:cubicBezTo>
                <a:cubicBezTo>
                  <a:pt x="1256" y="31"/>
                  <a:pt x="1256" y="31"/>
                  <a:pt x="1256" y="31"/>
                </a:cubicBezTo>
                <a:cubicBezTo>
                  <a:pt x="1265" y="25"/>
                  <a:pt x="1270" y="18"/>
                  <a:pt x="1270" y="11"/>
                </a:cubicBezTo>
                <a:cubicBezTo>
                  <a:pt x="1270" y="11"/>
                  <a:pt x="1270" y="11"/>
                  <a:pt x="1270" y="11"/>
                </a:cubicBezTo>
                <a:cubicBezTo>
                  <a:pt x="1270" y="0"/>
                  <a:pt x="1270" y="0"/>
                  <a:pt x="127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" name="Freeform 120">
            <a:extLst>
              <a:ext uri="{FF2B5EF4-FFF2-40B4-BE49-F238E27FC236}">
                <a16:creationId xmlns:a16="http://schemas.microsoft.com/office/drawing/2014/main" xmlns="" id="{C18E6281-1439-4738-A204-527A0E2495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2913" y="3214688"/>
            <a:ext cx="5260975" cy="2017712"/>
          </a:xfrm>
          <a:custGeom>
            <a:avLst/>
            <a:gdLst>
              <a:gd name="T0" fmla="*/ 1256 w 1270"/>
              <a:gd name="T1" fmla="*/ 20 h 488"/>
              <a:gd name="T2" fmla="*/ 477 w 1270"/>
              <a:gd name="T3" fmla="*/ 469 h 488"/>
              <a:gd name="T4" fmla="*/ 417 w 1270"/>
              <a:gd name="T5" fmla="*/ 472 h 488"/>
              <a:gd name="T6" fmla="*/ 11 w 1270"/>
              <a:gd name="T7" fmla="*/ 237 h 488"/>
              <a:gd name="T8" fmla="*/ 1 w 1270"/>
              <a:gd name="T9" fmla="*/ 222 h 488"/>
              <a:gd name="T10" fmla="*/ 1 w 1270"/>
              <a:gd name="T11" fmla="*/ 222 h 488"/>
              <a:gd name="T12" fmla="*/ 1 w 1270"/>
              <a:gd name="T13" fmla="*/ 230 h 488"/>
              <a:gd name="T14" fmla="*/ 1 w 1270"/>
              <a:gd name="T15" fmla="*/ 230 h 488"/>
              <a:gd name="T16" fmla="*/ 11 w 1270"/>
              <a:gd name="T17" fmla="*/ 245 h 488"/>
              <a:gd name="T18" fmla="*/ 417 w 1270"/>
              <a:gd name="T19" fmla="*/ 480 h 488"/>
              <a:gd name="T20" fmla="*/ 477 w 1270"/>
              <a:gd name="T21" fmla="*/ 477 h 488"/>
              <a:gd name="T22" fmla="*/ 1256 w 1270"/>
              <a:gd name="T23" fmla="*/ 27 h 488"/>
              <a:gd name="T24" fmla="*/ 1270 w 1270"/>
              <a:gd name="T25" fmla="*/ 8 h 488"/>
              <a:gd name="T26" fmla="*/ 1270 w 1270"/>
              <a:gd name="T27" fmla="*/ 8 h 488"/>
              <a:gd name="T28" fmla="*/ 1270 w 1270"/>
              <a:gd name="T29" fmla="*/ 0 h 488"/>
              <a:gd name="T30" fmla="*/ 1270 w 1270"/>
              <a:gd name="T31" fmla="*/ 0 h 488"/>
              <a:gd name="T32" fmla="*/ 1256 w 1270"/>
              <a:gd name="T33" fmla="*/ 20 h 4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270" h="488">
                <a:moveTo>
                  <a:pt x="1256" y="20"/>
                </a:moveTo>
                <a:cubicBezTo>
                  <a:pt x="477" y="469"/>
                  <a:pt x="477" y="469"/>
                  <a:pt x="477" y="469"/>
                </a:cubicBezTo>
                <a:cubicBezTo>
                  <a:pt x="459" y="480"/>
                  <a:pt x="433" y="481"/>
                  <a:pt x="417" y="472"/>
                </a:cubicBezTo>
                <a:cubicBezTo>
                  <a:pt x="11" y="237"/>
                  <a:pt x="11" y="237"/>
                  <a:pt x="11" y="237"/>
                </a:cubicBezTo>
                <a:cubicBezTo>
                  <a:pt x="4" y="233"/>
                  <a:pt x="0" y="228"/>
                  <a:pt x="1" y="222"/>
                </a:cubicBezTo>
                <a:cubicBezTo>
                  <a:pt x="1" y="222"/>
                  <a:pt x="1" y="222"/>
                  <a:pt x="1" y="222"/>
                </a:cubicBezTo>
                <a:cubicBezTo>
                  <a:pt x="1" y="230"/>
                  <a:pt x="1" y="230"/>
                  <a:pt x="1" y="230"/>
                </a:cubicBezTo>
                <a:cubicBezTo>
                  <a:pt x="1" y="230"/>
                  <a:pt x="1" y="230"/>
                  <a:pt x="1" y="230"/>
                </a:cubicBezTo>
                <a:cubicBezTo>
                  <a:pt x="0" y="235"/>
                  <a:pt x="4" y="241"/>
                  <a:pt x="11" y="245"/>
                </a:cubicBezTo>
                <a:cubicBezTo>
                  <a:pt x="417" y="480"/>
                  <a:pt x="417" y="480"/>
                  <a:pt x="417" y="480"/>
                </a:cubicBezTo>
                <a:cubicBezTo>
                  <a:pt x="433" y="488"/>
                  <a:pt x="459" y="487"/>
                  <a:pt x="477" y="477"/>
                </a:cubicBezTo>
                <a:cubicBezTo>
                  <a:pt x="1256" y="27"/>
                  <a:pt x="1256" y="27"/>
                  <a:pt x="1256" y="27"/>
                </a:cubicBezTo>
                <a:cubicBezTo>
                  <a:pt x="1265" y="22"/>
                  <a:pt x="1270" y="15"/>
                  <a:pt x="1270" y="8"/>
                </a:cubicBezTo>
                <a:cubicBezTo>
                  <a:pt x="1270" y="8"/>
                  <a:pt x="1270" y="8"/>
                  <a:pt x="1270" y="8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0"/>
                  <a:pt x="1270" y="0"/>
                  <a:pt x="1270" y="0"/>
                </a:cubicBezTo>
                <a:cubicBezTo>
                  <a:pt x="1270" y="7"/>
                  <a:pt x="1265" y="14"/>
                  <a:pt x="1256" y="20"/>
                </a:cubicBezTo>
              </a:path>
            </a:pathLst>
          </a:custGeom>
          <a:gradFill rotWithShape="1">
            <a:gsLst>
              <a:gs pos="0">
                <a:srgbClr val="44E3DF"/>
              </a:gs>
              <a:gs pos="100000">
                <a:srgbClr val="3CABC4"/>
              </a:gs>
            </a:gsLst>
            <a:lin ang="54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" name="Freeform 121">
            <a:extLst>
              <a:ext uri="{FF2B5EF4-FFF2-40B4-BE49-F238E27FC236}">
                <a16:creationId xmlns:a16="http://schemas.microsoft.com/office/drawing/2014/main" xmlns="" id="{A80684C8-BD2D-4F8B-AE79-EF0E6623A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7038" y="2097088"/>
            <a:ext cx="5295900" cy="3057525"/>
          </a:xfrm>
          <a:custGeom>
            <a:avLst/>
            <a:gdLst>
              <a:gd name="T0" fmla="*/ 421 w 1279"/>
              <a:gd name="T1" fmla="*/ 730 h 739"/>
              <a:gd name="T2" fmla="*/ 15 w 1279"/>
              <a:gd name="T3" fmla="*/ 495 h 739"/>
              <a:gd name="T4" fmla="*/ 19 w 1279"/>
              <a:gd name="T5" fmla="*/ 461 h 739"/>
              <a:gd name="T6" fmla="*/ 798 w 1279"/>
              <a:gd name="T7" fmla="*/ 11 h 739"/>
              <a:gd name="T8" fmla="*/ 858 w 1279"/>
              <a:gd name="T9" fmla="*/ 9 h 739"/>
              <a:gd name="T10" fmla="*/ 1264 w 1279"/>
              <a:gd name="T11" fmla="*/ 243 h 739"/>
              <a:gd name="T12" fmla="*/ 1260 w 1279"/>
              <a:gd name="T13" fmla="*/ 278 h 739"/>
              <a:gd name="T14" fmla="*/ 481 w 1279"/>
              <a:gd name="T15" fmla="*/ 728 h 739"/>
              <a:gd name="T16" fmla="*/ 421 w 1279"/>
              <a:gd name="T17" fmla="*/ 730 h 73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1279" h="739">
                <a:moveTo>
                  <a:pt x="421" y="730"/>
                </a:moveTo>
                <a:cubicBezTo>
                  <a:pt x="15" y="495"/>
                  <a:pt x="15" y="495"/>
                  <a:pt x="15" y="495"/>
                </a:cubicBezTo>
                <a:cubicBezTo>
                  <a:pt x="0" y="487"/>
                  <a:pt x="2" y="471"/>
                  <a:pt x="19" y="461"/>
                </a:cubicBezTo>
                <a:cubicBezTo>
                  <a:pt x="798" y="11"/>
                  <a:pt x="798" y="11"/>
                  <a:pt x="798" y="11"/>
                </a:cubicBezTo>
                <a:cubicBezTo>
                  <a:pt x="816" y="1"/>
                  <a:pt x="842" y="0"/>
                  <a:pt x="858" y="9"/>
                </a:cubicBezTo>
                <a:cubicBezTo>
                  <a:pt x="1264" y="243"/>
                  <a:pt x="1264" y="243"/>
                  <a:pt x="1264" y="243"/>
                </a:cubicBezTo>
                <a:cubicBezTo>
                  <a:pt x="1279" y="252"/>
                  <a:pt x="1277" y="268"/>
                  <a:pt x="1260" y="278"/>
                </a:cubicBezTo>
                <a:cubicBezTo>
                  <a:pt x="481" y="728"/>
                  <a:pt x="481" y="728"/>
                  <a:pt x="481" y="728"/>
                </a:cubicBezTo>
                <a:cubicBezTo>
                  <a:pt x="463" y="738"/>
                  <a:pt x="437" y="739"/>
                  <a:pt x="421" y="73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" name="Freeform 122">
            <a:extLst>
              <a:ext uri="{FF2B5EF4-FFF2-40B4-BE49-F238E27FC236}">
                <a16:creationId xmlns:a16="http://schemas.microsoft.com/office/drawing/2014/main" xmlns="" id="{FC982295-AF39-446F-8B26-A196A5A104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438" y="4905375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0" name="Freeform 123">
            <a:extLst>
              <a:ext uri="{FF2B5EF4-FFF2-40B4-BE49-F238E27FC236}">
                <a16:creationId xmlns:a16="http://schemas.microsoft.com/office/drawing/2014/main" xmlns="" id="{3DE41D60-69F3-4AD8-A3C4-DB5F6C6B8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8638" y="4948238"/>
            <a:ext cx="34925" cy="57150"/>
          </a:xfrm>
          <a:custGeom>
            <a:avLst/>
            <a:gdLst>
              <a:gd name="T0" fmla="*/ 9 w 9"/>
              <a:gd name="T1" fmla="*/ 10 h 14"/>
              <a:gd name="T2" fmla="*/ 4 w 9"/>
              <a:gd name="T3" fmla="*/ 12 h 14"/>
              <a:gd name="T4" fmla="*/ 0 w 9"/>
              <a:gd name="T5" fmla="*/ 4 h 14"/>
              <a:gd name="T6" fmla="*/ 4 w 9"/>
              <a:gd name="T7" fmla="*/ 2 h 14"/>
              <a:gd name="T8" fmla="*/ 9 w 9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4">
                <a:moveTo>
                  <a:pt x="9" y="10"/>
                </a:moveTo>
                <a:cubicBezTo>
                  <a:pt x="9" y="13"/>
                  <a:pt x="7" y="14"/>
                  <a:pt x="4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4" y="2"/>
                </a:cubicBezTo>
                <a:cubicBezTo>
                  <a:pt x="7" y="3"/>
                  <a:pt x="9" y="7"/>
                  <a:pt x="9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1" name="Freeform 124">
            <a:extLst>
              <a:ext uri="{FF2B5EF4-FFF2-40B4-BE49-F238E27FC236}">
                <a16:creationId xmlns:a16="http://schemas.microsoft.com/office/drawing/2014/main" xmlns="" id="{671B2D73-DE1F-4F18-A735-6ED7EF0D80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71663" y="4992688"/>
            <a:ext cx="38100" cy="53975"/>
          </a:xfrm>
          <a:custGeom>
            <a:avLst/>
            <a:gdLst>
              <a:gd name="T0" fmla="*/ 9 w 9"/>
              <a:gd name="T1" fmla="*/ 9 h 13"/>
              <a:gd name="T2" fmla="*/ 4 w 9"/>
              <a:gd name="T3" fmla="*/ 12 h 13"/>
              <a:gd name="T4" fmla="*/ 0 w 9"/>
              <a:gd name="T5" fmla="*/ 4 h 13"/>
              <a:gd name="T6" fmla="*/ 4 w 9"/>
              <a:gd name="T7" fmla="*/ 1 h 13"/>
              <a:gd name="T8" fmla="*/ 9 w 9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" h="13">
                <a:moveTo>
                  <a:pt x="9" y="9"/>
                </a:moveTo>
                <a:cubicBezTo>
                  <a:pt x="9" y="12"/>
                  <a:pt x="7" y="13"/>
                  <a:pt x="4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4" y="1"/>
                </a:cubicBezTo>
                <a:cubicBezTo>
                  <a:pt x="7" y="3"/>
                  <a:pt x="9" y="6"/>
                  <a:pt x="9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2" name="Freeform 125">
            <a:extLst>
              <a:ext uri="{FF2B5EF4-FFF2-40B4-BE49-F238E27FC236}">
                <a16:creationId xmlns:a16="http://schemas.microsoft.com/office/drawing/2014/main" xmlns="" id="{5FE95CCB-A33F-4C44-B0FE-6646199598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913" y="4314825"/>
            <a:ext cx="39687" cy="52388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8" y="13"/>
                  <a:pt x="5" y="12"/>
                </a:cubicBezTo>
                <a:cubicBezTo>
                  <a:pt x="2" y="11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8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3" name="Freeform 126">
            <a:extLst>
              <a:ext uri="{FF2B5EF4-FFF2-40B4-BE49-F238E27FC236}">
                <a16:creationId xmlns:a16="http://schemas.microsoft.com/office/drawing/2014/main" xmlns="" id="{BF592E61-56AC-4BBC-9A71-C2A7F75729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9938" y="4356100"/>
            <a:ext cx="42862" cy="57150"/>
          </a:xfrm>
          <a:custGeom>
            <a:avLst/>
            <a:gdLst>
              <a:gd name="T0" fmla="*/ 10 w 10"/>
              <a:gd name="T1" fmla="*/ 10 h 14"/>
              <a:gd name="T2" fmla="*/ 5 w 10"/>
              <a:gd name="T3" fmla="*/ 12 h 14"/>
              <a:gd name="T4" fmla="*/ 0 w 10"/>
              <a:gd name="T5" fmla="*/ 5 h 14"/>
              <a:gd name="T6" fmla="*/ 5 w 10"/>
              <a:gd name="T7" fmla="*/ 2 h 14"/>
              <a:gd name="T8" fmla="*/ 10 w 10"/>
              <a:gd name="T9" fmla="*/ 10 h 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4">
                <a:moveTo>
                  <a:pt x="10" y="10"/>
                </a:moveTo>
                <a:cubicBezTo>
                  <a:pt x="10" y="13"/>
                  <a:pt x="7" y="14"/>
                  <a:pt x="5" y="12"/>
                </a:cubicBezTo>
                <a:cubicBezTo>
                  <a:pt x="2" y="11"/>
                  <a:pt x="0" y="7"/>
                  <a:pt x="0" y="5"/>
                </a:cubicBezTo>
                <a:cubicBezTo>
                  <a:pt x="0" y="2"/>
                  <a:pt x="2" y="0"/>
                  <a:pt x="5" y="2"/>
                </a:cubicBezTo>
                <a:cubicBezTo>
                  <a:pt x="7" y="3"/>
                  <a:pt x="10" y="7"/>
                  <a:pt x="10" y="1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4" name="Freeform 127">
            <a:extLst>
              <a:ext uri="{FF2B5EF4-FFF2-40B4-BE49-F238E27FC236}">
                <a16:creationId xmlns:a16="http://schemas.microsoft.com/office/drawing/2014/main" xmlns="" id="{1DD08F44-ADCA-4FAA-BCDB-D45DFC432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138" y="4402138"/>
            <a:ext cx="39687" cy="53975"/>
          </a:xfrm>
          <a:custGeom>
            <a:avLst/>
            <a:gdLst>
              <a:gd name="T0" fmla="*/ 10 w 10"/>
              <a:gd name="T1" fmla="*/ 9 h 13"/>
              <a:gd name="T2" fmla="*/ 5 w 10"/>
              <a:gd name="T3" fmla="*/ 12 h 13"/>
              <a:gd name="T4" fmla="*/ 0 w 10"/>
              <a:gd name="T5" fmla="*/ 4 h 13"/>
              <a:gd name="T6" fmla="*/ 5 w 10"/>
              <a:gd name="T7" fmla="*/ 1 h 13"/>
              <a:gd name="T8" fmla="*/ 10 w 10"/>
              <a:gd name="T9" fmla="*/ 9 h 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0" h="13">
                <a:moveTo>
                  <a:pt x="10" y="9"/>
                </a:moveTo>
                <a:cubicBezTo>
                  <a:pt x="10" y="12"/>
                  <a:pt x="7" y="13"/>
                  <a:pt x="5" y="12"/>
                </a:cubicBezTo>
                <a:cubicBezTo>
                  <a:pt x="2" y="10"/>
                  <a:pt x="0" y="7"/>
                  <a:pt x="0" y="4"/>
                </a:cubicBezTo>
                <a:cubicBezTo>
                  <a:pt x="0" y="1"/>
                  <a:pt x="2" y="0"/>
                  <a:pt x="5" y="1"/>
                </a:cubicBezTo>
                <a:cubicBezTo>
                  <a:pt x="7" y="3"/>
                  <a:pt x="10" y="6"/>
                  <a:pt x="10" y="9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5" name="Freeform 128">
            <a:extLst>
              <a:ext uri="{FF2B5EF4-FFF2-40B4-BE49-F238E27FC236}">
                <a16:creationId xmlns:a16="http://schemas.microsoft.com/office/drawing/2014/main" xmlns="" id="{1F8B2D33-8F37-4844-96B6-DCD16473B33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043238" y="2084388"/>
            <a:ext cx="833437" cy="438150"/>
          </a:xfrm>
          <a:custGeom>
            <a:avLst/>
            <a:gdLst>
              <a:gd name="T0" fmla="*/ 138 w 201"/>
              <a:gd name="T1" fmla="*/ 24 h 106"/>
              <a:gd name="T2" fmla="*/ 0 w 201"/>
              <a:gd name="T3" fmla="*/ 104 h 106"/>
              <a:gd name="T4" fmla="*/ 3 w 201"/>
              <a:gd name="T5" fmla="*/ 106 h 106"/>
              <a:gd name="T6" fmla="*/ 138 w 201"/>
              <a:gd name="T7" fmla="*/ 28 h 106"/>
              <a:gd name="T8" fmla="*/ 138 w 201"/>
              <a:gd name="T9" fmla="*/ 24 h 106"/>
              <a:gd name="T10" fmla="*/ 166 w 201"/>
              <a:gd name="T11" fmla="*/ 8 h 106"/>
              <a:gd name="T12" fmla="*/ 142 w 201"/>
              <a:gd name="T13" fmla="*/ 22 h 106"/>
              <a:gd name="T14" fmla="*/ 142 w 201"/>
              <a:gd name="T15" fmla="*/ 26 h 106"/>
              <a:gd name="T16" fmla="*/ 166 w 201"/>
              <a:gd name="T17" fmla="*/ 12 h 106"/>
              <a:gd name="T18" fmla="*/ 166 w 201"/>
              <a:gd name="T19" fmla="*/ 8 h 106"/>
              <a:gd name="T20" fmla="*/ 196 w 201"/>
              <a:gd name="T21" fmla="*/ 0 h 106"/>
              <a:gd name="T22" fmla="*/ 170 w 201"/>
              <a:gd name="T23" fmla="*/ 6 h 106"/>
              <a:gd name="T24" fmla="*/ 170 w 201"/>
              <a:gd name="T25" fmla="*/ 10 h 106"/>
              <a:gd name="T26" fmla="*/ 173 w 201"/>
              <a:gd name="T27" fmla="*/ 8 h 106"/>
              <a:gd name="T28" fmla="*/ 196 w 201"/>
              <a:gd name="T29" fmla="*/ 0 h 106"/>
              <a:gd name="T30" fmla="*/ 196 w 201"/>
              <a:gd name="T31" fmla="*/ 0 h 106"/>
              <a:gd name="T32" fmla="*/ 200 w 201"/>
              <a:gd name="T33" fmla="*/ 0 h 106"/>
              <a:gd name="T34" fmla="*/ 200 w 201"/>
              <a:gd name="T35" fmla="*/ 0 h 106"/>
              <a:gd name="T36" fmla="*/ 201 w 201"/>
              <a:gd name="T37" fmla="*/ 0 h 106"/>
              <a:gd name="T38" fmla="*/ 200 w 201"/>
              <a:gd name="T39" fmla="*/ 0 h 10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</a:cxnLst>
            <a:rect l="0" t="0" r="r" b="b"/>
            <a:pathLst>
              <a:path w="201" h="106">
                <a:moveTo>
                  <a:pt x="138" y="24"/>
                </a:moveTo>
                <a:cubicBezTo>
                  <a:pt x="0" y="104"/>
                  <a:pt x="0" y="104"/>
                  <a:pt x="0" y="104"/>
                </a:cubicBezTo>
                <a:cubicBezTo>
                  <a:pt x="3" y="106"/>
                  <a:pt x="3" y="106"/>
                  <a:pt x="3" y="106"/>
                </a:cubicBezTo>
                <a:cubicBezTo>
                  <a:pt x="138" y="28"/>
                  <a:pt x="138" y="28"/>
                  <a:pt x="138" y="28"/>
                </a:cubicBezTo>
                <a:cubicBezTo>
                  <a:pt x="138" y="24"/>
                  <a:pt x="138" y="24"/>
                  <a:pt x="138" y="24"/>
                </a:cubicBezTo>
                <a:moveTo>
                  <a:pt x="166" y="8"/>
                </a:moveTo>
                <a:cubicBezTo>
                  <a:pt x="142" y="22"/>
                  <a:pt x="142" y="22"/>
                  <a:pt x="142" y="22"/>
                </a:cubicBezTo>
                <a:cubicBezTo>
                  <a:pt x="142" y="26"/>
                  <a:pt x="142" y="26"/>
                  <a:pt x="142" y="26"/>
                </a:cubicBezTo>
                <a:cubicBezTo>
                  <a:pt x="166" y="12"/>
                  <a:pt x="166" y="12"/>
                  <a:pt x="166" y="12"/>
                </a:cubicBezTo>
                <a:cubicBezTo>
                  <a:pt x="166" y="8"/>
                  <a:pt x="166" y="8"/>
                  <a:pt x="166" y="8"/>
                </a:cubicBezTo>
                <a:moveTo>
                  <a:pt x="196" y="0"/>
                </a:moveTo>
                <a:cubicBezTo>
                  <a:pt x="187" y="0"/>
                  <a:pt x="178" y="2"/>
                  <a:pt x="170" y="6"/>
                </a:cubicBezTo>
                <a:cubicBezTo>
                  <a:pt x="170" y="10"/>
                  <a:pt x="170" y="10"/>
                  <a:pt x="170" y="10"/>
                </a:cubicBezTo>
                <a:cubicBezTo>
                  <a:pt x="173" y="8"/>
                  <a:pt x="173" y="8"/>
                  <a:pt x="173" y="8"/>
                </a:cubicBezTo>
                <a:cubicBezTo>
                  <a:pt x="180" y="4"/>
                  <a:pt x="188" y="1"/>
                  <a:pt x="196" y="0"/>
                </a:cubicBezTo>
                <a:cubicBezTo>
                  <a:pt x="196" y="0"/>
                  <a:pt x="196" y="0"/>
                  <a:pt x="196" y="0"/>
                </a:cubicBezTo>
                <a:moveTo>
                  <a:pt x="200" y="0"/>
                </a:moveTo>
                <a:cubicBezTo>
                  <a:pt x="200" y="0"/>
                  <a:pt x="200" y="0"/>
                  <a:pt x="200" y="0"/>
                </a:cubicBezTo>
                <a:cubicBezTo>
                  <a:pt x="200" y="0"/>
                  <a:pt x="200" y="0"/>
                  <a:pt x="201" y="0"/>
                </a:cubicBezTo>
                <a:cubicBezTo>
                  <a:pt x="200" y="0"/>
                  <a:pt x="200" y="0"/>
                  <a:pt x="200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6" name="Freeform 129">
            <a:extLst>
              <a:ext uri="{FF2B5EF4-FFF2-40B4-BE49-F238E27FC236}">
                <a16:creationId xmlns:a16="http://schemas.microsoft.com/office/drawing/2014/main" xmlns="" id="{E472FF78-17E6-4FCD-9B8C-E836EAED9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  <a:close/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7" name="Freeform 130">
            <a:extLst>
              <a:ext uri="{FF2B5EF4-FFF2-40B4-BE49-F238E27FC236}">
                <a16:creationId xmlns:a16="http://schemas.microsoft.com/office/drawing/2014/main" xmlns="" id="{9FCFE153-0A16-4933-B53D-FE9BF4F63B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738" y="2176463"/>
            <a:ext cx="15875" cy="23812"/>
          </a:xfrm>
          <a:custGeom>
            <a:avLst/>
            <a:gdLst>
              <a:gd name="T0" fmla="*/ 8 w 8"/>
              <a:gd name="T1" fmla="*/ 0 h 12"/>
              <a:gd name="T2" fmla="*/ 0 w 8"/>
              <a:gd name="T3" fmla="*/ 4 h 12"/>
              <a:gd name="T4" fmla="*/ 0 w 8"/>
              <a:gd name="T5" fmla="*/ 12 h 12"/>
              <a:gd name="T6" fmla="*/ 8 w 8"/>
              <a:gd name="T7" fmla="*/ 8 h 12"/>
              <a:gd name="T8" fmla="*/ 8 w 8"/>
              <a:gd name="T9" fmla="*/ 0 h 1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" h="12">
                <a:moveTo>
                  <a:pt x="8" y="0"/>
                </a:moveTo>
                <a:lnTo>
                  <a:pt x="0" y="4"/>
                </a:lnTo>
                <a:lnTo>
                  <a:pt x="0" y="12"/>
                </a:lnTo>
                <a:lnTo>
                  <a:pt x="8" y="8"/>
                </a:lnTo>
                <a:lnTo>
                  <a:pt x="8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8" name="Freeform 131">
            <a:extLst>
              <a:ext uri="{FF2B5EF4-FFF2-40B4-BE49-F238E27FC236}">
                <a16:creationId xmlns:a16="http://schemas.microsoft.com/office/drawing/2014/main" xmlns="" id="{5B4D1BD2-208D-43AE-BA49-8B14AECE7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0625" y="2108200"/>
            <a:ext cx="17463" cy="25400"/>
          </a:xfrm>
          <a:custGeom>
            <a:avLst/>
            <a:gdLst>
              <a:gd name="T0" fmla="*/ 4 w 4"/>
              <a:gd name="T1" fmla="*/ 0 h 6"/>
              <a:gd name="T2" fmla="*/ 0 w 4"/>
              <a:gd name="T3" fmla="*/ 2 h 6"/>
              <a:gd name="T4" fmla="*/ 0 w 4"/>
              <a:gd name="T5" fmla="*/ 2 h 6"/>
              <a:gd name="T6" fmla="*/ 0 w 4"/>
              <a:gd name="T7" fmla="*/ 6 h 6"/>
              <a:gd name="T8" fmla="*/ 4 w 4"/>
              <a:gd name="T9" fmla="*/ 4 h 6"/>
              <a:gd name="T10" fmla="*/ 4 w 4"/>
              <a:gd name="T11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6">
                <a:moveTo>
                  <a:pt x="4" y="0"/>
                </a:moveTo>
                <a:cubicBezTo>
                  <a:pt x="3" y="1"/>
                  <a:pt x="1" y="1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6"/>
                  <a:pt x="0" y="6"/>
                  <a:pt x="0" y="6"/>
                </a:cubicBezTo>
                <a:cubicBezTo>
                  <a:pt x="4" y="4"/>
                  <a:pt x="4" y="4"/>
                  <a:pt x="4" y="4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" name="Freeform 132">
            <a:extLst>
              <a:ext uri="{FF2B5EF4-FFF2-40B4-BE49-F238E27FC236}">
                <a16:creationId xmlns:a16="http://schemas.microsoft.com/office/drawing/2014/main" xmlns="" id="{2CB22EA3-BADB-4384-BFA3-C06DF35E56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56038" y="2084388"/>
            <a:ext cx="15875" cy="0"/>
          </a:xfrm>
          <a:custGeom>
            <a:avLst/>
            <a:gdLst>
              <a:gd name="T0" fmla="*/ 4 w 4"/>
              <a:gd name="T1" fmla="*/ 0 h 1"/>
              <a:gd name="T2" fmla="*/ 0 w 4"/>
              <a:gd name="T3" fmla="*/ 0 h 1"/>
              <a:gd name="T4" fmla="*/ 0 w 4"/>
              <a:gd name="T5" fmla="*/ 0 h 1"/>
              <a:gd name="T6" fmla="*/ 4 w 4"/>
              <a:gd name="T7" fmla="*/ 0 h 1"/>
              <a:gd name="T8" fmla="*/ 4 w 4"/>
              <a:gd name="T9" fmla="*/ 0 h 1"/>
              <a:gd name="T10" fmla="*/ 4 w 4"/>
              <a:gd name="T11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1">
                <a:moveTo>
                  <a:pt x="4" y="0"/>
                </a:moveTo>
                <a:cubicBezTo>
                  <a:pt x="2" y="0"/>
                  <a:pt x="1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3" y="0"/>
                  <a:pt x="4" y="0"/>
                </a:cubicBez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6CFAE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" name="Freeform 133">
            <a:extLst>
              <a:ext uri="{FF2B5EF4-FFF2-40B4-BE49-F238E27FC236}">
                <a16:creationId xmlns:a16="http://schemas.microsoft.com/office/drawing/2014/main" xmlns="" id="{43AE9CDA-2392-437A-AB8F-27E81AB57E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738" y="2882900"/>
            <a:ext cx="1970087" cy="1187450"/>
          </a:xfrm>
          <a:custGeom>
            <a:avLst/>
            <a:gdLst>
              <a:gd name="T0" fmla="*/ 475 w 476"/>
              <a:gd name="T1" fmla="*/ 0 h 287"/>
              <a:gd name="T2" fmla="*/ 16 w 476"/>
              <a:gd name="T3" fmla="*/ 265 h 287"/>
              <a:gd name="T4" fmla="*/ 2 w 476"/>
              <a:gd name="T5" fmla="*/ 287 h 287"/>
              <a:gd name="T6" fmla="*/ 8 w 476"/>
              <a:gd name="T7" fmla="*/ 277 h 287"/>
              <a:gd name="T8" fmla="*/ 23 w 476"/>
              <a:gd name="T9" fmla="*/ 265 h 287"/>
              <a:gd name="T10" fmla="*/ 476 w 476"/>
              <a:gd name="T11" fmla="*/ 3 h 287"/>
              <a:gd name="T12" fmla="*/ 473 w 476"/>
              <a:gd name="T13" fmla="*/ 1 h 287"/>
              <a:gd name="T14" fmla="*/ 475 w 476"/>
              <a:gd name="T15" fmla="*/ 0 h 287"/>
              <a:gd name="T16" fmla="*/ 475 w 476"/>
              <a:gd name="T17" fmla="*/ 0 h 2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76" h="287">
                <a:moveTo>
                  <a:pt x="475" y="0"/>
                </a:moveTo>
                <a:cubicBezTo>
                  <a:pt x="16" y="265"/>
                  <a:pt x="16" y="265"/>
                  <a:pt x="16" y="265"/>
                </a:cubicBezTo>
                <a:cubicBezTo>
                  <a:pt x="5" y="271"/>
                  <a:pt x="0" y="280"/>
                  <a:pt x="2" y="287"/>
                </a:cubicBezTo>
                <a:cubicBezTo>
                  <a:pt x="3" y="284"/>
                  <a:pt x="5" y="280"/>
                  <a:pt x="8" y="277"/>
                </a:cubicBezTo>
                <a:cubicBezTo>
                  <a:pt x="10" y="273"/>
                  <a:pt x="15" y="269"/>
                  <a:pt x="23" y="265"/>
                </a:cubicBezTo>
                <a:cubicBezTo>
                  <a:pt x="476" y="3"/>
                  <a:pt x="476" y="3"/>
                  <a:pt x="476" y="3"/>
                </a:cubicBezTo>
                <a:cubicBezTo>
                  <a:pt x="473" y="1"/>
                  <a:pt x="473" y="1"/>
                  <a:pt x="473" y="1"/>
                </a:cubicBezTo>
                <a:cubicBezTo>
                  <a:pt x="475" y="0"/>
                  <a:pt x="475" y="0"/>
                  <a:pt x="475" y="0"/>
                </a:cubicBezTo>
                <a:cubicBezTo>
                  <a:pt x="475" y="0"/>
                  <a:pt x="475" y="0"/>
                  <a:pt x="475" y="0"/>
                </a:cubicBezTo>
              </a:path>
            </a:pathLst>
          </a:custGeom>
          <a:solidFill>
            <a:srgbClr val="6CFFF4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1" name="Freeform 134">
            <a:extLst>
              <a:ext uri="{FF2B5EF4-FFF2-40B4-BE49-F238E27FC236}">
                <a16:creationId xmlns:a16="http://schemas.microsoft.com/office/drawing/2014/main" xmlns="" id="{ACE168ED-DDF0-450D-ABFA-09DDD99348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675" y="4029075"/>
            <a:ext cx="1854200" cy="1087438"/>
          </a:xfrm>
          <a:custGeom>
            <a:avLst/>
            <a:gdLst>
              <a:gd name="T0" fmla="*/ 6 w 448"/>
              <a:gd name="T1" fmla="*/ 0 h 263"/>
              <a:gd name="T2" fmla="*/ 0 w 448"/>
              <a:gd name="T3" fmla="*/ 10 h 263"/>
              <a:gd name="T4" fmla="*/ 10 w 448"/>
              <a:gd name="T5" fmla="*/ 22 h 263"/>
              <a:gd name="T6" fmla="*/ 416 w 448"/>
              <a:gd name="T7" fmla="*/ 257 h 263"/>
              <a:gd name="T8" fmla="*/ 442 w 448"/>
              <a:gd name="T9" fmla="*/ 263 h 263"/>
              <a:gd name="T10" fmla="*/ 448 w 448"/>
              <a:gd name="T11" fmla="*/ 262 h 263"/>
              <a:gd name="T12" fmla="*/ 423 w 448"/>
              <a:gd name="T13" fmla="*/ 257 h 263"/>
              <a:gd name="T14" fmla="*/ 17 w 448"/>
              <a:gd name="T15" fmla="*/ 22 h 263"/>
              <a:gd name="T16" fmla="*/ 6 w 448"/>
              <a:gd name="T17" fmla="*/ 0 h 2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448" h="263">
                <a:moveTo>
                  <a:pt x="6" y="0"/>
                </a:moveTo>
                <a:cubicBezTo>
                  <a:pt x="3" y="3"/>
                  <a:pt x="1" y="7"/>
                  <a:pt x="0" y="10"/>
                </a:cubicBezTo>
                <a:cubicBezTo>
                  <a:pt x="1" y="15"/>
                  <a:pt x="4" y="19"/>
                  <a:pt x="10" y="22"/>
                </a:cubicBezTo>
                <a:cubicBezTo>
                  <a:pt x="416" y="257"/>
                  <a:pt x="416" y="257"/>
                  <a:pt x="416" y="257"/>
                </a:cubicBezTo>
                <a:cubicBezTo>
                  <a:pt x="423" y="261"/>
                  <a:pt x="432" y="263"/>
                  <a:pt x="442" y="263"/>
                </a:cubicBezTo>
                <a:cubicBezTo>
                  <a:pt x="444" y="263"/>
                  <a:pt x="446" y="263"/>
                  <a:pt x="448" y="262"/>
                </a:cubicBezTo>
                <a:cubicBezTo>
                  <a:pt x="439" y="262"/>
                  <a:pt x="430" y="260"/>
                  <a:pt x="423" y="257"/>
                </a:cubicBezTo>
                <a:cubicBezTo>
                  <a:pt x="17" y="22"/>
                  <a:pt x="17" y="22"/>
                  <a:pt x="17" y="22"/>
                </a:cubicBezTo>
                <a:cubicBezTo>
                  <a:pt x="6" y="15"/>
                  <a:pt x="1" y="8"/>
                  <a:pt x="6" y="0"/>
                </a:cubicBezTo>
              </a:path>
            </a:pathLst>
          </a:custGeom>
          <a:solidFill>
            <a:srgbClr val="58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42" name="组合 41">
            <a:extLst>
              <a:ext uri="{FF2B5EF4-FFF2-40B4-BE49-F238E27FC236}">
                <a16:creationId xmlns:a16="http://schemas.microsoft.com/office/drawing/2014/main" xmlns="" id="{FC671DB3-08A4-49B5-B985-6EFAFAFCBA2D}"/>
              </a:ext>
            </a:extLst>
          </p:cNvPr>
          <p:cNvGrpSpPr>
            <a:grpSpLocks/>
          </p:cNvGrpSpPr>
          <p:nvPr/>
        </p:nvGrpSpPr>
        <p:grpSpPr bwMode="auto">
          <a:xfrm>
            <a:off x="388938" y="2109788"/>
            <a:ext cx="5316537" cy="3054350"/>
            <a:chOff x="7564437" y="4244495"/>
            <a:chExt cx="4236358" cy="2433801"/>
          </a:xfrm>
        </p:grpSpPr>
        <p:sp>
          <p:nvSpPr>
            <p:cNvPr id="43" name="Freeform 238">
              <a:extLst>
                <a:ext uri="{FF2B5EF4-FFF2-40B4-BE49-F238E27FC236}">
                  <a16:creationId xmlns:a16="http://schemas.microsoft.com/office/drawing/2014/main" xmlns="" id="{DC4B81A3-97E6-4707-A466-F92F06ECEC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60534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4" name="Freeform 238">
              <a:extLst>
                <a:ext uri="{FF2B5EF4-FFF2-40B4-BE49-F238E27FC236}">
                  <a16:creationId xmlns:a16="http://schemas.microsoft.com/office/drawing/2014/main" xmlns="" id="{A050C75A-8D86-4374-AC65-4FF5830730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64437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solidFill>
              <a:srgbClr val="312A91">
                <a:alpha val="39999"/>
              </a:srgb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5" name="Freeform 238">
              <a:extLst>
                <a:ext uri="{FF2B5EF4-FFF2-40B4-BE49-F238E27FC236}">
                  <a16:creationId xmlns:a16="http://schemas.microsoft.com/office/drawing/2014/main" xmlns="" id="{99E7C69A-9566-4E8E-B735-842F824F5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3963" y="4250216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2E275D">
                    <a:alpha val="70000"/>
                  </a:srgbClr>
                </a:gs>
                <a:gs pos="100000">
                  <a:srgbClr val="49B2B2">
                    <a:alpha val="70000"/>
                  </a:srgbClr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6" name="Freeform 238">
              <a:extLst>
                <a:ext uri="{FF2B5EF4-FFF2-40B4-BE49-F238E27FC236}">
                  <a16:creationId xmlns:a16="http://schemas.microsoft.com/office/drawing/2014/main" xmlns="" id="{E67EB1E3-0B58-4ADF-B968-E2ECABB43FA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574870" y="4244495"/>
              <a:ext cx="4225925" cy="2417762"/>
            </a:xfrm>
            <a:custGeom>
              <a:avLst/>
              <a:gdLst>
                <a:gd name="T0" fmla="*/ 833 w 1280"/>
                <a:gd name="T1" fmla="*/ 0 h 732"/>
                <a:gd name="T2" fmla="*/ 800 w 1280"/>
                <a:gd name="T3" fmla="*/ 8 h 732"/>
                <a:gd name="T4" fmla="*/ 19 w 1280"/>
                <a:gd name="T5" fmla="*/ 456 h 732"/>
                <a:gd name="T6" fmla="*/ 15 w 1280"/>
                <a:gd name="T7" fmla="*/ 490 h 732"/>
                <a:gd name="T8" fmla="*/ 421 w 1280"/>
                <a:gd name="T9" fmla="*/ 726 h 732"/>
                <a:gd name="T10" fmla="*/ 447 w 1280"/>
                <a:gd name="T11" fmla="*/ 732 h 732"/>
                <a:gd name="T12" fmla="*/ 480 w 1280"/>
                <a:gd name="T13" fmla="*/ 724 h 732"/>
                <a:gd name="T14" fmla="*/ 1261 w 1280"/>
                <a:gd name="T15" fmla="*/ 276 h 732"/>
                <a:gd name="T16" fmla="*/ 1265 w 1280"/>
                <a:gd name="T17" fmla="*/ 242 h 732"/>
                <a:gd name="T18" fmla="*/ 859 w 1280"/>
                <a:gd name="T19" fmla="*/ 6 h 732"/>
                <a:gd name="T20" fmla="*/ 833 w 1280"/>
                <a:gd name="T21" fmla="*/ 0 h 7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280" h="732">
                  <a:moveTo>
                    <a:pt x="833" y="0"/>
                  </a:moveTo>
                  <a:cubicBezTo>
                    <a:pt x="822" y="0"/>
                    <a:pt x="809" y="3"/>
                    <a:pt x="800" y="8"/>
                  </a:cubicBezTo>
                  <a:cubicBezTo>
                    <a:pt x="19" y="456"/>
                    <a:pt x="19" y="456"/>
                    <a:pt x="19" y="456"/>
                  </a:cubicBezTo>
                  <a:cubicBezTo>
                    <a:pt x="2" y="466"/>
                    <a:pt x="0" y="481"/>
                    <a:pt x="15" y="490"/>
                  </a:cubicBezTo>
                  <a:cubicBezTo>
                    <a:pt x="421" y="726"/>
                    <a:pt x="421" y="726"/>
                    <a:pt x="421" y="726"/>
                  </a:cubicBezTo>
                  <a:cubicBezTo>
                    <a:pt x="428" y="730"/>
                    <a:pt x="437" y="732"/>
                    <a:pt x="447" y="732"/>
                  </a:cubicBezTo>
                  <a:cubicBezTo>
                    <a:pt x="458" y="732"/>
                    <a:pt x="470" y="729"/>
                    <a:pt x="480" y="724"/>
                  </a:cubicBezTo>
                  <a:cubicBezTo>
                    <a:pt x="1261" y="276"/>
                    <a:pt x="1261" y="276"/>
                    <a:pt x="1261" y="276"/>
                  </a:cubicBezTo>
                  <a:cubicBezTo>
                    <a:pt x="1278" y="266"/>
                    <a:pt x="1280" y="251"/>
                    <a:pt x="1265" y="242"/>
                  </a:cubicBezTo>
                  <a:cubicBezTo>
                    <a:pt x="859" y="6"/>
                    <a:pt x="859" y="6"/>
                    <a:pt x="859" y="6"/>
                  </a:cubicBezTo>
                  <a:cubicBezTo>
                    <a:pt x="852" y="2"/>
                    <a:pt x="843" y="0"/>
                    <a:pt x="833" y="0"/>
                  </a:cubicBezTo>
                </a:path>
              </a:pathLst>
            </a:custGeom>
            <a:gradFill rotWithShape="1">
              <a:gsLst>
                <a:gs pos="0">
                  <a:srgbClr val="1F256F"/>
                </a:gs>
                <a:gs pos="100000">
                  <a:srgbClr val="3CABC4"/>
                </a:gs>
              </a:gsLst>
              <a:lin ang="96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47" name="Freeform 135">
            <a:extLst>
              <a:ext uri="{FF2B5EF4-FFF2-40B4-BE49-F238E27FC236}">
                <a16:creationId xmlns:a16="http://schemas.microsoft.com/office/drawing/2014/main" xmlns="" id="{9AA94A5D-629E-483B-B93F-E0C4A658EF0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898775" y="3843338"/>
            <a:ext cx="1114425" cy="649287"/>
          </a:xfrm>
          <a:custGeom>
            <a:avLst/>
            <a:gdLst>
              <a:gd name="T0" fmla="*/ 0 w 269"/>
              <a:gd name="T1" fmla="*/ 120 h 157"/>
              <a:gd name="T2" fmla="*/ 0 w 269"/>
              <a:gd name="T3" fmla="*/ 120 h 157"/>
              <a:gd name="T4" fmla="*/ 0 w 269"/>
              <a:gd name="T5" fmla="*/ 120 h 157"/>
              <a:gd name="T6" fmla="*/ 0 w 269"/>
              <a:gd name="T7" fmla="*/ 120 h 157"/>
              <a:gd name="T8" fmla="*/ 34 w 269"/>
              <a:gd name="T9" fmla="*/ 102 h 157"/>
              <a:gd name="T10" fmla="*/ 4 w 269"/>
              <a:gd name="T11" fmla="*/ 120 h 157"/>
              <a:gd name="T12" fmla="*/ 4 w 269"/>
              <a:gd name="T13" fmla="*/ 119 h 157"/>
              <a:gd name="T14" fmla="*/ 2 w 269"/>
              <a:gd name="T15" fmla="*/ 120 h 157"/>
              <a:gd name="T16" fmla="*/ 66 w 269"/>
              <a:gd name="T17" fmla="*/ 120 h 157"/>
              <a:gd name="T18" fmla="*/ 34 w 269"/>
              <a:gd name="T19" fmla="*/ 102 h 157"/>
              <a:gd name="T20" fmla="*/ 136 w 269"/>
              <a:gd name="T21" fmla="*/ 0 h 157"/>
              <a:gd name="T22" fmla="*/ 136 w 269"/>
              <a:gd name="T23" fmla="*/ 132 h 157"/>
              <a:gd name="T24" fmla="*/ 136 w 269"/>
              <a:gd name="T25" fmla="*/ 132 h 157"/>
              <a:gd name="T26" fmla="*/ 136 w 269"/>
              <a:gd name="T27" fmla="*/ 132 h 157"/>
              <a:gd name="T28" fmla="*/ 133 w 269"/>
              <a:gd name="T29" fmla="*/ 139 h 157"/>
              <a:gd name="T30" fmla="*/ 133 w 269"/>
              <a:gd name="T31" fmla="*/ 139 h 157"/>
              <a:gd name="T32" fmla="*/ 133 w 269"/>
              <a:gd name="T33" fmla="*/ 139 h 157"/>
              <a:gd name="T34" fmla="*/ 133 w 269"/>
              <a:gd name="T35" fmla="*/ 139 h 157"/>
              <a:gd name="T36" fmla="*/ 123 w 269"/>
              <a:gd name="T37" fmla="*/ 144 h 157"/>
              <a:gd name="T38" fmla="*/ 120 w 269"/>
              <a:gd name="T39" fmla="*/ 146 h 157"/>
              <a:gd name="T40" fmla="*/ 118 w 269"/>
              <a:gd name="T41" fmla="*/ 147 h 157"/>
              <a:gd name="T42" fmla="*/ 115 w 269"/>
              <a:gd name="T43" fmla="*/ 148 h 157"/>
              <a:gd name="T44" fmla="*/ 114 w 269"/>
              <a:gd name="T45" fmla="*/ 147 h 157"/>
              <a:gd name="T46" fmla="*/ 130 w 269"/>
              <a:gd name="T47" fmla="*/ 157 h 157"/>
              <a:gd name="T48" fmla="*/ 269 w 269"/>
              <a:gd name="T49" fmla="*/ 77 h 157"/>
              <a:gd name="T50" fmla="*/ 136 w 269"/>
              <a:gd name="T51" fmla="*/ 0 h 15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</a:cxnLst>
            <a:rect l="0" t="0" r="r" b="b"/>
            <a:pathLst>
              <a:path w="269" h="157">
                <a:moveTo>
                  <a:pt x="0" y="120"/>
                </a:move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cubicBezTo>
                  <a:pt x="0" y="120"/>
                  <a:pt x="0" y="120"/>
                  <a:pt x="0" y="120"/>
                </a:cubicBezTo>
                <a:moveTo>
                  <a:pt x="34" y="102"/>
                </a:moveTo>
                <a:cubicBezTo>
                  <a:pt x="4" y="120"/>
                  <a:pt x="4" y="120"/>
                  <a:pt x="4" y="120"/>
                </a:cubicBezTo>
                <a:cubicBezTo>
                  <a:pt x="4" y="119"/>
                  <a:pt x="4" y="119"/>
                  <a:pt x="4" y="119"/>
                </a:cubicBezTo>
                <a:cubicBezTo>
                  <a:pt x="2" y="120"/>
                  <a:pt x="2" y="120"/>
                  <a:pt x="2" y="120"/>
                </a:cubicBezTo>
                <a:cubicBezTo>
                  <a:pt x="66" y="120"/>
                  <a:pt x="66" y="120"/>
                  <a:pt x="66" y="120"/>
                </a:cubicBezTo>
                <a:cubicBezTo>
                  <a:pt x="34" y="102"/>
                  <a:pt x="34" y="102"/>
                  <a:pt x="34" y="102"/>
                </a:cubicBezTo>
                <a:moveTo>
                  <a:pt x="136" y="0"/>
                </a:move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2"/>
                  <a:pt x="136" y="132"/>
                  <a:pt x="136" y="132"/>
                </a:cubicBezTo>
                <a:cubicBezTo>
                  <a:pt x="136" y="135"/>
                  <a:pt x="135" y="137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33" y="139"/>
                  <a:pt x="133" y="139"/>
                  <a:pt x="133" y="139"/>
                </a:cubicBezTo>
                <a:cubicBezTo>
                  <a:pt x="123" y="144"/>
                  <a:pt x="123" y="144"/>
                  <a:pt x="123" y="144"/>
                </a:cubicBezTo>
                <a:cubicBezTo>
                  <a:pt x="123" y="145"/>
                  <a:pt x="121" y="146"/>
                  <a:pt x="120" y="146"/>
                </a:cubicBezTo>
                <a:cubicBezTo>
                  <a:pt x="118" y="147"/>
                  <a:pt x="118" y="147"/>
                  <a:pt x="118" y="147"/>
                </a:cubicBezTo>
                <a:cubicBezTo>
                  <a:pt x="118" y="147"/>
                  <a:pt x="117" y="148"/>
                  <a:pt x="115" y="148"/>
                </a:cubicBezTo>
                <a:cubicBezTo>
                  <a:pt x="115" y="148"/>
                  <a:pt x="114" y="148"/>
                  <a:pt x="114" y="147"/>
                </a:cubicBezTo>
                <a:cubicBezTo>
                  <a:pt x="130" y="157"/>
                  <a:pt x="130" y="157"/>
                  <a:pt x="130" y="157"/>
                </a:cubicBezTo>
                <a:cubicBezTo>
                  <a:pt x="269" y="77"/>
                  <a:pt x="269" y="77"/>
                  <a:pt x="269" y="77"/>
                </a:cubicBezTo>
                <a:cubicBezTo>
                  <a:pt x="136" y="0"/>
                  <a:pt x="136" y="0"/>
                  <a:pt x="136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" name="Freeform 137">
            <a:extLst>
              <a:ext uri="{FF2B5EF4-FFF2-40B4-BE49-F238E27FC236}">
                <a16:creationId xmlns:a16="http://schemas.microsoft.com/office/drawing/2014/main" xmlns="" id="{DAC70147-8692-4FF3-B7EB-2157CCD7A0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  <a:close/>
              </a:path>
            </a:pathLst>
          </a:custGeom>
          <a:solidFill>
            <a:srgbClr val="6D678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9" name="Freeform 136">
            <a:extLst>
              <a:ext uri="{FF2B5EF4-FFF2-40B4-BE49-F238E27FC236}">
                <a16:creationId xmlns:a16="http://schemas.microsoft.com/office/drawing/2014/main" xmlns="" id="{385E68FE-5D09-432B-99FC-CC88F37D5BB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963988" y="3127375"/>
            <a:ext cx="1295400" cy="644525"/>
          </a:xfrm>
          <a:custGeom>
            <a:avLst/>
            <a:gdLst>
              <a:gd name="T0" fmla="*/ 78 w 313"/>
              <a:gd name="T1" fmla="*/ 101 h 156"/>
              <a:gd name="T2" fmla="*/ 48 w 313"/>
              <a:gd name="T3" fmla="*/ 119 h 156"/>
              <a:gd name="T4" fmla="*/ 48 w 313"/>
              <a:gd name="T5" fmla="*/ 118 h 156"/>
              <a:gd name="T6" fmla="*/ 46 w 313"/>
              <a:gd name="T7" fmla="*/ 120 h 156"/>
              <a:gd name="T8" fmla="*/ 46 w 313"/>
              <a:gd name="T9" fmla="*/ 120 h 156"/>
              <a:gd name="T10" fmla="*/ 46 w 313"/>
              <a:gd name="T11" fmla="*/ 120 h 156"/>
              <a:gd name="T12" fmla="*/ 111 w 313"/>
              <a:gd name="T13" fmla="*/ 120 h 156"/>
              <a:gd name="T14" fmla="*/ 142 w 313"/>
              <a:gd name="T15" fmla="*/ 138 h 156"/>
              <a:gd name="T16" fmla="*/ 78 w 313"/>
              <a:gd name="T17" fmla="*/ 101 h 156"/>
              <a:gd name="T18" fmla="*/ 0 w 313"/>
              <a:gd name="T19" fmla="*/ 56 h 156"/>
              <a:gd name="T20" fmla="*/ 11 w 313"/>
              <a:gd name="T21" fmla="*/ 62 h 156"/>
              <a:gd name="T22" fmla="*/ 11 w 313"/>
              <a:gd name="T23" fmla="*/ 62 h 156"/>
              <a:gd name="T24" fmla="*/ 0 w 313"/>
              <a:gd name="T25" fmla="*/ 56 h 156"/>
              <a:gd name="T26" fmla="*/ 180 w 313"/>
              <a:gd name="T27" fmla="*/ 0 h 156"/>
              <a:gd name="T28" fmla="*/ 180 w 313"/>
              <a:gd name="T29" fmla="*/ 131 h 156"/>
              <a:gd name="T30" fmla="*/ 180 w 313"/>
              <a:gd name="T31" fmla="*/ 131 h 156"/>
              <a:gd name="T32" fmla="*/ 180 w 313"/>
              <a:gd name="T33" fmla="*/ 131 h 156"/>
              <a:gd name="T34" fmla="*/ 177 w 313"/>
              <a:gd name="T35" fmla="*/ 138 h 156"/>
              <a:gd name="T36" fmla="*/ 177 w 313"/>
              <a:gd name="T37" fmla="*/ 138 h 156"/>
              <a:gd name="T38" fmla="*/ 177 w 313"/>
              <a:gd name="T39" fmla="*/ 138 h 156"/>
              <a:gd name="T40" fmla="*/ 177 w 313"/>
              <a:gd name="T41" fmla="*/ 138 h 156"/>
              <a:gd name="T42" fmla="*/ 167 w 313"/>
              <a:gd name="T43" fmla="*/ 143 h 156"/>
              <a:gd name="T44" fmla="*/ 164 w 313"/>
              <a:gd name="T45" fmla="*/ 145 h 156"/>
              <a:gd name="T46" fmla="*/ 162 w 313"/>
              <a:gd name="T47" fmla="*/ 146 h 156"/>
              <a:gd name="T48" fmla="*/ 159 w 313"/>
              <a:gd name="T49" fmla="*/ 147 h 156"/>
              <a:gd name="T50" fmla="*/ 154 w 313"/>
              <a:gd name="T51" fmla="*/ 145 h 156"/>
              <a:gd name="T52" fmla="*/ 174 w 313"/>
              <a:gd name="T53" fmla="*/ 156 h 156"/>
              <a:gd name="T54" fmla="*/ 313 w 313"/>
              <a:gd name="T55" fmla="*/ 76 h 156"/>
              <a:gd name="T56" fmla="*/ 180 w 313"/>
              <a:gd name="T57" fmla="*/ 0 h 15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313" h="156">
                <a:moveTo>
                  <a:pt x="78" y="101"/>
                </a:moveTo>
                <a:cubicBezTo>
                  <a:pt x="48" y="119"/>
                  <a:pt x="48" y="119"/>
                  <a:pt x="48" y="119"/>
                </a:cubicBezTo>
                <a:cubicBezTo>
                  <a:pt x="48" y="118"/>
                  <a:pt x="48" y="118"/>
                  <a:pt x="48" y="118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46" y="120"/>
                  <a:pt x="46" y="120"/>
                  <a:pt x="46" y="120"/>
                </a:cubicBezTo>
                <a:cubicBezTo>
                  <a:pt x="111" y="120"/>
                  <a:pt x="111" y="120"/>
                  <a:pt x="111" y="120"/>
                </a:cubicBezTo>
                <a:cubicBezTo>
                  <a:pt x="142" y="138"/>
                  <a:pt x="142" y="138"/>
                  <a:pt x="142" y="138"/>
                </a:cubicBezTo>
                <a:cubicBezTo>
                  <a:pt x="78" y="101"/>
                  <a:pt x="78" y="101"/>
                  <a:pt x="78" y="101"/>
                </a:cubicBezTo>
                <a:moveTo>
                  <a:pt x="0" y="56"/>
                </a:moveTo>
                <a:cubicBezTo>
                  <a:pt x="11" y="62"/>
                  <a:pt x="11" y="62"/>
                  <a:pt x="11" y="62"/>
                </a:cubicBezTo>
                <a:cubicBezTo>
                  <a:pt x="11" y="62"/>
                  <a:pt x="11" y="62"/>
                  <a:pt x="11" y="62"/>
                </a:cubicBezTo>
                <a:cubicBezTo>
                  <a:pt x="0" y="56"/>
                  <a:pt x="0" y="56"/>
                  <a:pt x="0" y="56"/>
                </a:cubicBezTo>
                <a:moveTo>
                  <a:pt x="180" y="0"/>
                </a:move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1"/>
                  <a:pt x="180" y="131"/>
                  <a:pt x="180" y="131"/>
                </a:cubicBezTo>
                <a:cubicBezTo>
                  <a:pt x="180" y="134"/>
                  <a:pt x="179" y="136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77" y="138"/>
                  <a:pt x="177" y="138"/>
                  <a:pt x="177" y="138"/>
                </a:cubicBezTo>
                <a:cubicBezTo>
                  <a:pt x="167" y="143"/>
                  <a:pt x="167" y="143"/>
                  <a:pt x="167" y="143"/>
                </a:cubicBezTo>
                <a:cubicBezTo>
                  <a:pt x="166" y="144"/>
                  <a:pt x="165" y="145"/>
                  <a:pt x="164" y="145"/>
                </a:cubicBezTo>
                <a:cubicBezTo>
                  <a:pt x="162" y="146"/>
                  <a:pt x="162" y="146"/>
                  <a:pt x="162" y="146"/>
                </a:cubicBezTo>
                <a:cubicBezTo>
                  <a:pt x="161" y="146"/>
                  <a:pt x="160" y="147"/>
                  <a:pt x="159" y="147"/>
                </a:cubicBezTo>
                <a:cubicBezTo>
                  <a:pt x="158" y="147"/>
                  <a:pt x="156" y="146"/>
                  <a:pt x="154" y="145"/>
                </a:cubicBezTo>
                <a:cubicBezTo>
                  <a:pt x="174" y="156"/>
                  <a:pt x="174" y="156"/>
                  <a:pt x="174" y="156"/>
                </a:cubicBezTo>
                <a:cubicBezTo>
                  <a:pt x="313" y="76"/>
                  <a:pt x="313" y="76"/>
                  <a:pt x="313" y="76"/>
                </a:cubicBezTo>
                <a:cubicBezTo>
                  <a:pt x="180" y="0"/>
                  <a:pt x="180" y="0"/>
                  <a:pt x="180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" name="Freeform 138">
            <a:extLst>
              <a:ext uri="{FF2B5EF4-FFF2-40B4-BE49-F238E27FC236}">
                <a16:creationId xmlns:a16="http://schemas.microsoft.com/office/drawing/2014/main" xmlns="" id="{96058411-3529-4DC4-BB4A-0DF91714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9825" y="2890838"/>
            <a:ext cx="22225" cy="7937"/>
          </a:xfrm>
          <a:custGeom>
            <a:avLst/>
            <a:gdLst>
              <a:gd name="T0" fmla="*/ 6 w 11"/>
              <a:gd name="T1" fmla="*/ 0 h 4"/>
              <a:gd name="T2" fmla="*/ 0 w 11"/>
              <a:gd name="T3" fmla="*/ 2 h 4"/>
              <a:gd name="T4" fmla="*/ 4 w 11"/>
              <a:gd name="T5" fmla="*/ 4 h 4"/>
              <a:gd name="T6" fmla="*/ 11 w 11"/>
              <a:gd name="T7" fmla="*/ 2 h 4"/>
              <a:gd name="T8" fmla="*/ 6 w 11"/>
              <a:gd name="T9" fmla="*/ 0 h 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" h="4">
                <a:moveTo>
                  <a:pt x="6" y="0"/>
                </a:moveTo>
                <a:lnTo>
                  <a:pt x="0" y="2"/>
                </a:lnTo>
                <a:lnTo>
                  <a:pt x="4" y="4"/>
                </a:lnTo>
                <a:lnTo>
                  <a:pt x="11" y="2"/>
                </a:lnTo>
                <a:lnTo>
                  <a:pt x="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" name="Freeform 139">
            <a:extLst>
              <a:ext uri="{FF2B5EF4-FFF2-40B4-BE49-F238E27FC236}">
                <a16:creationId xmlns:a16="http://schemas.microsoft.com/office/drawing/2014/main" xmlns="" id="{D1C2EABB-03C2-40C9-BA63-A0170D6132BC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7763" y="2695575"/>
            <a:ext cx="1250950" cy="687388"/>
          </a:xfrm>
          <a:custGeom>
            <a:avLst/>
            <a:gdLst>
              <a:gd name="T0" fmla="*/ 3 w 302"/>
              <a:gd name="T1" fmla="*/ 48 h 166"/>
              <a:gd name="T2" fmla="*/ 0 w 302"/>
              <a:gd name="T3" fmla="*/ 49 h 166"/>
              <a:gd name="T4" fmla="*/ 26 w 302"/>
              <a:gd name="T5" fmla="*/ 64 h 166"/>
              <a:gd name="T6" fmla="*/ 24 w 302"/>
              <a:gd name="T7" fmla="*/ 60 h 166"/>
              <a:gd name="T8" fmla="*/ 3 w 302"/>
              <a:gd name="T9" fmla="*/ 48 h 166"/>
              <a:gd name="T10" fmla="*/ 193 w 302"/>
              <a:gd name="T11" fmla="*/ 0 h 166"/>
              <a:gd name="T12" fmla="*/ 193 w 302"/>
              <a:gd name="T13" fmla="*/ 128 h 166"/>
              <a:gd name="T14" fmla="*/ 193 w 302"/>
              <a:gd name="T15" fmla="*/ 128 h 166"/>
              <a:gd name="T16" fmla="*/ 193 w 302"/>
              <a:gd name="T17" fmla="*/ 128 h 166"/>
              <a:gd name="T18" fmla="*/ 190 w 302"/>
              <a:gd name="T19" fmla="*/ 135 h 166"/>
              <a:gd name="T20" fmla="*/ 190 w 302"/>
              <a:gd name="T21" fmla="*/ 135 h 166"/>
              <a:gd name="T22" fmla="*/ 190 w 302"/>
              <a:gd name="T23" fmla="*/ 135 h 166"/>
              <a:gd name="T24" fmla="*/ 190 w 302"/>
              <a:gd name="T25" fmla="*/ 135 h 166"/>
              <a:gd name="T26" fmla="*/ 176 w 302"/>
              <a:gd name="T27" fmla="*/ 144 h 166"/>
              <a:gd name="T28" fmla="*/ 173 w 302"/>
              <a:gd name="T29" fmla="*/ 144 h 166"/>
              <a:gd name="T30" fmla="*/ 168 w 302"/>
              <a:gd name="T31" fmla="*/ 143 h 166"/>
              <a:gd name="T32" fmla="*/ 91 w 302"/>
              <a:gd name="T33" fmla="*/ 99 h 166"/>
              <a:gd name="T34" fmla="*/ 72 w 302"/>
              <a:gd name="T35" fmla="*/ 110 h 166"/>
              <a:gd name="T36" fmla="*/ 72 w 302"/>
              <a:gd name="T37" fmla="*/ 110 h 166"/>
              <a:gd name="T38" fmla="*/ 58 w 302"/>
              <a:gd name="T39" fmla="*/ 118 h 166"/>
              <a:gd name="T40" fmla="*/ 57 w 302"/>
              <a:gd name="T41" fmla="*/ 116 h 166"/>
              <a:gd name="T42" fmla="*/ 56 w 302"/>
              <a:gd name="T43" fmla="*/ 116 h 166"/>
              <a:gd name="T44" fmla="*/ 55 w 302"/>
              <a:gd name="T45" fmla="*/ 114 h 166"/>
              <a:gd name="T46" fmla="*/ 55 w 302"/>
              <a:gd name="T47" fmla="*/ 118 h 166"/>
              <a:gd name="T48" fmla="*/ 55 w 302"/>
              <a:gd name="T49" fmla="*/ 118 h 166"/>
              <a:gd name="T50" fmla="*/ 56 w 302"/>
              <a:gd name="T51" fmla="*/ 119 h 166"/>
              <a:gd name="T52" fmla="*/ 56 w 302"/>
              <a:gd name="T53" fmla="*/ 120 h 166"/>
              <a:gd name="T54" fmla="*/ 122 w 302"/>
              <a:gd name="T55" fmla="*/ 120 h 166"/>
              <a:gd name="T56" fmla="*/ 199 w 302"/>
              <a:gd name="T57" fmla="*/ 164 h 166"/>
              <a:gd name="T58" fmla="*/ 209 w 302"/>
              <a:gd name="T59" fmla="*/ 166 h 166"/>
              <a:gd name="T60" fmla="*/ 220 w 302"/>
              <a:gd name="T61" fmla="*/ 164 h 166"/>
              <a:gd name="T62" fmla="*/ 302 w 302"/>
              <a:gd name="T63" fmla="*/ 117 h 166"/>
              <a:gd name="T64" fmla="*/ 296 w 302"/>
              <a:gd name="T65" fmla="*/ 103 h 166"/>
              <a:gd name="T66" fmla="*/ 296 w 302"/>
              <a:gd name="T67" fmla="*/ 60 h 166"/>
              <a:gd name="T68" fmla="*/ 193 w 302"/>
              <a:gd name="T69" fmla="*/ 0 h 1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302" h="166">
                <a:moveTo>
                  <a:pt x="3" y="48"/>
                </a:moveTo>
                <a:cubicBezTo>
                  <a:pt x="0" y="49"/>
                  <a:pt x="0" y="49"/>
                  <a:pt x="0" y="49"/>
                </a:cubicBezTo>
                <a:cubicBezTo>
                  <a:pt x="26" y="64"/>
                  <a:pt x="26" y="64"/>
                  <a:pt x="26" y="64"/>
                </a:cubicBezTo>
                <a:cubicBezTo>
                  <a:pt x="24" y="60"/>
                  <a:pt x="24" y="60"/>
                  <a:pt x="24" y="60"/>
                </a:cubicBezTo>
                <a:cubicBezTo>
                  <a:pt x="3" y="48"/>
                  <a:pt x="3" y="48"/>
                  <a:pt x="3" y="48"/>
                </a:cubicBezTo>
                <a:moveTo>
                  <a:pt x="193" y="0"/>
                </a:move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28"/>
                  <a:pt x="193" y="128"/>
                  <a:pt x="193" y="128"/>
                </a:cubicBezTo>
                <a:cubicBezTo>
                  <a:pt x="193" y="132"/>
                  <a:pt x="192" y="134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90" y="135"/>
                  <a:pt x="190" y="135"/>
                  <a:pt x="190" y="135"/>
                </a:cubicBezTo>
                <a:cubicBezTo>
                  <a:pt x="176" y="144"/>
                  <a:pt x="176" y="144"/>
                  <a:pt x="176" y="144"/>
                </a:cubicBezTo>
                <a:cubicBezTo>
                  <a:pt x="175" y="144"/>
                  <a:pt x="174" y="144"/>
                  <a:pt x="173" y="144"/>
                </a:cubicBezTo>
                <a:cubicBezTo>
                  <a:pt x="171" y="144"/>
                  <a:pt x="169" y="144"/>
                  <a:pt x="168" y="143"/>
                </a:cubicBezTo>
                <a:cubicBezTo>
                  <a:pt x="91" y="99"/>
                  <a:pt x="91" y="99"/>
                  <a:pt x="91" y="99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72" y="110"/>
                  <a:pt x="72" y="110"/>
                  <a:pt x="72" y="110"/>
                </a:cubicBezTo>
                <a:cubicBezTo>
                  <a:pt x="58" y="118"/>
                  <a:pt x="58" y="118"/>
                  <a:pt x="58" y="118"/>
                </a:cubicBezTo>
                <a:cubicBezTo>
                  <a:pt x="57" y="116"/>
                  <a:pt x="57" y="116"/>
                  <a:pt x="57" y="116"/>
                </a:cubicBezTo>
                <a:cubicBezTo>
                  <a:pt x="56" y="116"/>
                  <a:pt x="56" y="116"/>
                  <a:pt x="56" y="116"/>
                </a:cubicBezTo>
                <a:cubicBezTo>
                  <a:pt x="55" y="114"/>
                  <a:pt x="55" y="114"/>
                  <a:pt x="55" y="114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5" y="118"/>
                  <a:pt x="55" y="118"/>
                  <a:pt x="55" y="118"/>
                </a:cubicBezTo>
                <a:cubicBezTo>
                  <a:pt x="56" y="118"/>
                  <a:pt x="56" y="118"/>
                  <a:pt x="56" y="119"/>
                </a:cubicBezTo>
                <a:cubicBezTo>
                  <a:pt x="56" y="119"/>
                  <a:pt x="56" y="119"/>
                  <a:pt x="56" y="120"/>
                </a:cubicBezTo>
                <a:cubicBezTo>
                  <a:pt x="122" y="120"/>
                  <a:pt x="122" y="120"/>
                  <a:pt x="122" y="120"/>
                </a:cubicBezTo>
                <a:cubicBezTo>
                  <a:pt x="199" y="164"/>
                  <a:pt x="199" y="164"/>
                  <a:pt x="199" y="164"/>
                </a:cubicBezTo>
                <a:cubicBezTo>
                  <a:pt x="202" y="166"/>
                  <a:pt x="206" y="166"/>
                  <a:pt x="209" y="166"/>
                </a:cubicBezTo>
                <a:cubicBezTo>
                  <a:pt x="213" y="166"/>
                  <a:pt x="217" y="166"/>
                  <a:pt x="220" y="164"/>
                </a:cubicBezTo>
                <a:cubicBezTo>
                  <a:pt x="302" y="117"/>
                  <a:pt x="302" y="117"/>
                  <a:pt x="302" y="117"/>
                </a:cubicBezTo>
                <a:cubicBezTo>
                  <a:pt x="298" y="113"/>
                  <a:pt x="296" y="108"/>
                  <a:pt x="296" y="103"/>
                </a:cubicBezTo>
                <a:cubicBezTo>
                  <a:pt x="296" y="60"/>
                  <a:pt x="296" y="60"/>
                  <a:pt x="296" y="60"/>
                </a:cubicBezTo>
                <a:cubicBezTo>
                  <a:pt x="193" y="0"/>
                  <a:pt x="193" y="0"/>
                  <a:pt x="193" y="0"/>
                </a:cubicBezTo>
              </a:path>
            </a:pathLst>
          </a:custGeom>
          <a:solidFill>
            <a:srgbClr val="1A126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" name="Freeform 140">
            <a:extLst>
              <a:ext uri="{FF2B5EF4-FFF2-40B4-BE49-F238E27FC236}">
                <a16:creationId xmlns:a16="http://schemas.microsoft.com/office/drawing/2014/main" xmlns="" id="{8FE2AB22-B85D-41F0-810B-7B738A0CB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  <a:close/>
              </a:path>
            </a:pathLst>
          </a:custGeom>
          <a:solidFill>
            <a:srgbClr val="31678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" name="Freeform 141">
            <a:extLst>
              <a:ext uri="{FF2B5EF4-FFF2-40B4-BE49-F238E27FC236}">
                <a16:creationId xmlns:a16="http://schemas.microsoft.com/office/drawing/2014/main" xmlns="" id="{E76382D2-16F2-4D91-9ACF-85956555B3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98713" y="2882900"/>
            <a:ext cx="23812" cy="12700"/>
          </a:xfrm>
          <a:custGeom>
            <a:avLst/>
            <a:gdLst>
              <a:gd name="T0" fmla="*/ 4 w 12"/>
              <a:gd name="T1" fmla="*/ 0 h 6"/>
              <a:gd name="T2" fmla="*/ 0 w 12"/>
              <a:gd name="T3" fmla="*/ 2 h 6"/>
              <a:gd name="T4" fmla="*/ 6 w 12"/>
              <a:gd name="T5" fmla="*/ 6 h 6"/>
              <a:gd name="T6" fmla="*/ 12 w 12"/>
              <a:gd name="T7" fmla="*/ 4 h 6"/>
              <a:gd name="T8" fmla="*/ 4 w 12"/>
              <a:gd name="T9" fmla="*/ 0 h 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2" h="6">
                <a:moveTo>
                  <a:pt x="4" y="0"/>
                </a:moveTo>
                <a:lnTo>
                  <a:pt x="0" y="2"/>
                </a:lnTo>
                <a:lnTo>
                  <a:pt x="6" y="6"/>
                </a:lnTo>
                <a:lnTo>
                  <a:pt x="12" y="4"/>
                </a:lnTo>
                <a:lnTo>
                  <a:pt x="4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4" name="Freeform 142">
            <a:extLst>
              <a:ext uri="{FF2B5EF4-FFF2-40B4-BE49-F238E27FC236}">
                <a16:creationId xmlns:a16="http://schemas.microsoft.com/office/drawing/2014/main" xmlns="" id="{CEAFC3E1-B3B7-42DC-95D4-56F40F86F6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4489450"/>
            <a:ext cx="153988" cy="180975"/>
          </a:xfrm>
          <a:custGeom>
            <a:avLst/>
            <a:gdLst>
              <a:gd name="T0" fmla="*/ 3 w 37"/>
              <a:gd name="T1" fmla="*/ 44 h 44"/>
              <a:gd name="T2" fmla="*/ 0 w 37"/>
              <a:gd name="T3" fmla="*/ 44 h 44"/>
              <a:gd name="T4" fmla="*/ 0 w 37"/>
              <a:gd name="T5" fmla="*/ 23 h 44"/>
              <a:gd name="T6" fmla="*/ 3 w 37"/>
              <a:gd name="T7" fmla="*/ 18 h 44"/>
              <a:gd name="T8" fmla="*/ 35 w 37"/>
              <a:gd name="T9" fmla="*/ 0 h 44"/>
              <a:gd name="T10" fmla="*/ 37 w 37"/>
              <a:gd name="T11" fmla="*/ 2 h 44"/>
              <a:gd name="T12" fmla="*/ 4 w 37"/>
              <a:gd name="T13" fmla="*/ 21 h 44"/>
              <a:gd name="T14" fmla="*/ 3 w 37"/>
              <a:gd name="T15" fmla="*/ 23 h 44"/>
              <a:gd name="T16" fmla="*/ 3 w 37"/>
              <a:gd name="T17" fmla="*/ 44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37" h="44">
                <a:moveTo>
                  <a:pt x="3" y="44"/>
                </a:moveTo>
                <a:cubicBezTo>
                  <a:pt x="0" y="44"/>
                  <a:pt x="0" y="44"/>
                  <a:pt x="0" y="44"/>
                </a:cubicBezTo>
                <a:cubicBezTo>
                  <a:pt x="0" y="23"/>
                  <a:pt x="0" y="23"/>
                  <a:pt x="0" y="23"/>
                </a:cubicBezTo>
                <a:cubicBezTo>
                  <a:pt x="0" y="21"/>
                  <a:pt x="1" y="19"/>
                  <a:pt x="3" y="18"/>
                </a:cubicBezTo>
                <a:cubicBezTo>
                  <a:pt x="35" y="0"/>
                  <a:pt x="35" y="0"/>
                  <a:pt x="35" y="0"/>
                </a:cubicBezTo>
                <a:cubicBezTo>
                  <a:pt x="37" y="2"/>
                  <a:pt x="37" y="2"/>
                  <a:pt x="37" y="2"/>
                </a:cubicBezTo>
                <a:cubicBezTo>
                  <a:pt x="4" y="21"/>
                  <a:pt x="4" y="21"/>
                  <a:pt x="4" y="21"/>
                </a:cubicBezTo>
                <a:cubicBezTo>
                  <a:pt x="4" y="21"/>
                  <a:pt x="3" y="22"/>
                  <a:pt x="3" y="23"/>
                </a:cubicBezTo>
                <a:lnTo>
                  <a:pt x="3" y="44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5" name="Freeform 143">
            <a:extLst>
              <a:ext uri="{FF2B5EF4-FFF2-40B4-BE49-F238E27FC236}">
                <a16:creationId xmlns:a16="http://schemas.microsoft.com/office/drawing/2014/main" xmlns="" id="{1CA4E850-99C0-4684-AD7B-26F1AD43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19200" y="4608513"/>
            <a:ext cx="173038" cy="144462"/>
          </a:xfrm>
          <a:custGeom>
            <a:avLst/>
            <a:gdLst>
              <a:gd name="T0" fmla="*/ 42 w 42"/>
              <a:gd name="T1" fmla="*/ 30 h 35"/>
              <a:gd name="T2" fmla="*/ 42 w 42"/>
              <a:gd name="T3" fmla="*/ 30 h 35"/>
              <a:gd name="T4" fmla="*/ 37 w 42"/>
              <a:gd name="T5" fmla="*/ 33 h 35"/>
              <a:gd name="T6" fmla="*/ 5 w 42"/>
              <a:gd name="T7" fmla="*/ 15 h 35"/>
              <a:gd name="T8" fmla="*/ 0 w 42"/>
              <a:gd name="T9" fmla="*/ 6 h 35"/>
              <a:gd name="T10" fmla="*/ 5 w 42"/>
              <a:gd name="T11" fmla="*/ 2 h 35"/>
              <a:gd name="T12" fmla="*/ 37 w 42"/>
              <a:gd name="T13" fmla="*/ 20 h 35"/>
              <a:gd name="T14" fmla="*/ 42 w 42"/>
              <a:gd name="T15" fmla="*/ 30 h 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2" h="35">
                <a:moveTo>
                  <a:pt x="42" y="30"/>
                </a:moveTo>
                <a:cubicBezTo>
                  <a:pt x="42" y="30"/>
                  <a:pt x="42" y="30"/>
                  <a:pt x="42" y="30"/>
                </a:cubicBezTo>
                <a:cubicBezTo>
                  <a:pt x="42" y="33"/>
                  <a:pt x="39" y="35"/>
                  <a:pt x="37" y="33"/>
                </a:cubicBezTo>
                <a:cubicBezTo>
                  <a:pt x="5" y="15"/>
                  <a:pt x="5" y="15"/>
                  <a:pt x="5" y="15"/>
                </a:cubicBezTo>
                <a:cubicBezTo>
                  <a:pt x="2" y="13"/>
                  <a:pt x="0" y="9"/>
                  <a:pt x="0" y="6"/>
                </a:cubicBezTo>
                <a:cubicBezTo>
                  <a:pt x="0" y="2"/>
                  <a:pt x="2" y="0"/>
                  <a:pt x="5" y="2"/>
                </a:cubicBezTo>
                <a:cubicBezTo>
                  <a:pt x="37" y="20"/>
                  <a:pt x="37" y="20"/>
                  <a:pt x="37" y="20"/>
                </a:cubicBezTo>
                <a:cubicBezTo>
                  <a:pt x="39" y="22"/>
                  <a:pt x="42" y="26"/>
                  <a:pt x="42" y="30"/>
                </a:cubicBezTo>
                <a:close/>
              </a:path>
            </a:pathLst>
          </a:custGeom>
          <a:solidFill>
            <a:srgbClr val="180D5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6" name="Freeform 144">
            <a:extLst>
              <a:ext uri="{FF2B5EF4-FFF2-40B4-BE49-F238E27FC236}">
                <a16:creationId xmlns:a16="http://schemas.microsoft.com/office/drawing/2014/main" xmlns="" id="{FDEF00B1-D549-4C91-ACC5-CBA5D12AFD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413" y="4314825"/>
            <a:ext cx="1508125" cy="355600"/>
          </a:xfrm>
          <a:custGeom>
            <a:avLst/>
            <a:gdLst>
              <a:gd name="T0" fmla="*/ 227 w 364"/>
              <a:gd name="T1" fmla="*/ 86 h 86"/>
              <a:gd name="T2" fmla="*/ 227 w 364"/>
              <a:gd name="T3" fmla="*/ 86 h 86"/>
              <a:gd name="T4" fmla="*/ 83 w 364"/>
              <a:gd name="T5" fmla="*/ 3 h 86"/>
              <a:gd name="T6" fmla="*/ 3 w 364"/>
              <a:gd name="T7" fmla="*/ 50 h 86"/>
              <a:gd name="T8" fmla="*/ 1 w 364"/>
              <a:gd name="T9" fmla="*/ 49 h 86"/>
              <a:gd name="T10" fmla="*/ 1 w 364"/>
              <a:gd name="T11" fmla="*/ 47 h 86"/>
              <a:gd name="T12" fmla="*/ 83 w 364"/>
              <a:gd name="T13" fmla="*/ 0 h 86"/>
              <a:gd name="T14" fmla="*/ 84 w 364"/>
              <a:gd name="T15" fmla="*/ 0 h 86"/>
              <a:gd name="T16" fmla="*/ 227 w 364"/>
              <a:gd name="T17" fmla="*/ 83 h 86"/>
              <a:gd name="T18" fmla="*/ 362 w 364"/>
              <a:gd name="T19" fmla="*/ 5 h 86"/>
              <a:gd name="T20" fmla="*/ 364 w 364"/>
              <a:gd name="T21" fmla="*/ 6 h 86"/>
              <a:gd name="T22" fmla="*/ 363 w 364"/>
              <a:gd name="T23" fmla="*/ 7 h 86"/>
              <a:gd name="T24" fmla="*/ 228 w 364"/>
              <a:gd name="T25" fmla="*/ 86 h 86"/>
              <a:gd name="T26" fmla="*/ 227 w 364"/>
              <a:gd name="T27" fmla="*/ 86 h 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64" h="86">
                <a:moveTo>
                  <a:pt x="227" y="86"/>
                </a:moveTo>
                <a:cubicBezTo>
                  <a:pt x="227" y="86"/>
                  <a:pt x="227" y="86"/>
                  <a:pt x="227" y="86"/>
                </a:cubicBezTo>
                <a:cubicBezTo>
                  <a:pt x="83" y="3"/>
                  <a:pt x="83" y="3"/>
                  <a:pt x="83" y="3"/>
                </a:cubicBezTo>
                <a:cubicBezTo>
                  <a:pt x="3" y="50"/>
                  <a:pt x="3" y="50"/>
                  <a:pt x="3" y="50"/>
                </a:cubicBezTo>
                <a:cubicBezTo>
                  <a:pt x="2" y="50"/>
                  <a:pt x="1" y="50"/>
                  <a:pt x="1" y="49"/>
                </a:cubicBezTo>
                <a:cubicBezTo>
                  <a:pt x="0" y="49"/>
                  <a:pt x="0" y="48"/>
                  <a:pt x="1" y="47"/>
                </a:cubicBezTo>
                <a:cubicBezTo>
                  <a:pt x="83" y="0"/>
                  <a:pt x="83" y="0"/>
                  <a:pt x="83" y="0"/>
                </a:cubicBezTo>
                <a:cubicBezTo>
                  <a:pt x="83" y="0"/>
                  <a:pt x="84" y="0"/>
                  <a:pt x="84" y="0"/>
                </a:cubicBezTo>
                <a:cubicBezTo>
                  <a:pt x="227" y="83"/>
                  <a:pt x="227" y="83"/>
                  <a:pt x="227" y="83"/>
                </a:cubicBezTo>
                <a:cubicBezTo>
                  <a:pt x="362" y="5"/>
                  <a:pt x="362" y="5"/>
                  <a:pt x="362" y="5"/>
                </a:cubicBezTo>
                <a:cubicBezTo>
                  <a:pt x="363" y="5"/>
                  <a:pt x="363" y="5"/>
                  <a:pt x="364" y="6"/>
                </a:cubicBezTo>
                <a:cubicBezTo>
                  <a:pt x="364" y="6"/>
                  <a:pt x="364" y="7"/>
                  <a:pt x="363" y="7"/>
                </a:cubicBezTo>
                <a:cubicBezTo>
                  <a:pt x="228" y="86"/>
                  <a:pt x="228" y="86"/>
                  <a:pt x="228" y="86"/>
                </a:cubicBezTo>
                <a:lnTo>
                  <a:pt x="227" y="86"/>
                </a:lnTo>
                <a:close/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7" name="Freeform 145">
            <a:extLst>
              <a:ext uri="{FF2B5EF4-FFF2-40B4-BE49-F238E27FC236}">
                <a16:creationId xmlns:a16="http://schemas.microsoft.com/office/drawing/2014/main" xmlns="" id="{9A4E88C2-79ED-46D3-8955-2EA725F4CC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5138" y="3184525"/>
            <a:ext cx="919162" cy="1143000"/>
          </a:xfrm>
          <a:custGeom>
            <a:avLst/>
            <a:gdLst>
              <a:gd name="T0" fmla="*/ 1 w 222"/>
              <a:gd name="T1" fmla="*/ 276 h 276"/>
              <a:gd name="T2" fmla="*/ 0 w 222"/>
              <a:gd name="T3" fmla="*/ 275 h 276"/>
              <a:gd name="T4" fmla="*/ 1 w 222"/>
              <a:gd name="T5" fmla="*/ 273 h 276"/>
              <a:gd name="T6" fmla="*/ 201 w 222"/>
              <a:gd name="T7" fmla="*/ 158 h 276"/>
              <a:gd name="T8" fmla="*/ 76 w 222"/>
              <a:gd name="T9" fmla="*/ 85 h 276"/>
              <a:gd name="T10" fmla="*/ 76 w 222"/>
              <a:gd name="T11" fmla="*/ 84 h 276"/>
              <a:gd name="T12" fmla="*/ 76 w 222"/>
              <a:gd name="T13" fmla="*/ 82 h 276"/>
              <a:gd name="T14" fmla="*/ 219 w 222"/>
              <a:gd name="T15" fmla="*/ 0 h 276"/>
              <a:gd name="T16" fmla="*/ 221 w 222"/>
              <a:gd name="T17" fmla="*/ 1 h 276"/>
              <a:gd name="T18" fmla="*/ 221 w 222"/>
              <a:gd name="T19" fmla="*/ 3 h 276"/>
              <a:gd name="T20" fmla="*/ 80 w 222"/>
              <a:gd name="T21" fmla="*/ 84 h 276"/>
              <a:gd name="T22" fmla="*/ 204 w 222"/>
              <a:gd name="T23" fmla="*/ 157 h 276"/>
              <a:gd name="T24" fmla="*/ 205 w 222"/>
              <a:gd name="T25" fmla="*/ 158 h 276"/>
              <a:gd name="T26" fmla="*/ 204 w 222"/>
              <a:gd name="T27" fmla="*/ 159 h 276"/>
              <a:gd name="T28" fmla="*/ 2 w 222"/>
              <a:gd name="T29" fmla="*/ 276 h 276"/>
              <a:gd name="T30" fmla="*/ 1 w 222"/>
              <a:gd name="T31" fmla="*/ 276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222" h="276">
                <a:moveTo>
                  <a:pt x="1" y="276"/>
                </a:moveTo>
                <a:cubicBezTo>
                  <a:pt x="1" y="276"/>
                  <a:pt x="1" y="276"/>
                  <a:pt x="0" y="275"/>
                </a:cubicBezTo>
                <a:cubicBezTo>
                  <a:pt x="0" y="275"/>
                  <a:pt x="0" y="274"/>
                  <a:pt x="1" y="273"/>
                </a:cubicBezTo>
                <a:cubicBezTo>
                  <a:pt x="201" y="158"/>
                  <a:pt x="201" y="158"/>
                  <a:pt x="201" y="158"/>
                </a:cubicBezTo>
                <a:cubicBezTo>
                  <a:pt x="76" y="85"/>
                  <a:pt x="76" y="85"/>
                  <a:pt x="76" y="85"/>
                </a:cubicBezTo>
                <a:cubicBezTo>
                  <a:pt x="76" y="85"/>
                  <a:pt x="76" y="84"/>
                  <a:pt x="76" y="84"/>
                </a:cubicBezTo>
                <a:cubicBezTo>
                  <a:pt x="76" y="83"/>
                  <a:pt x="76" y="83"/>
                  <a:pt x="76" y="82"/>
                </a:cubicBezTo>
                <a:cubicBezTo>
                  <a:pt x="219" y="0"/>
                  <a:pt x="219" y="0"/>
                  <a:pt x="219" y="0"/>
                </a:cubicBezTo>
                <a:cubicBezTo>
                  <a:pt x="220" y="0"/>
                  <a:pt x="221" y="0"/>
                  <a:pt x="221" y="1"/>
                </a:cubicBezTo>
                <a:cubicBezTo>
                  <a:pt x="222" y="2"/>
                  <a:pt x="221" y="2"/>
                  <a:pt x="221" y="3"/>
                </a:cubicBezTo>
                <a:cubicBezTo>
                  <a:pt x="80" y="84"/>
                  <a:pt x="80" y="84"/>
                  <a:pt x="80" y="84"/>
                </a:cubicBezTo>
                <a:cubicBezTo>
                  <a:pt x="204" y="157"/>
                  <a:pt x="204" y="157"/>
                  <a:pt x="204" y="157"/>
                </a:cubicBezTo>
                <a:cubicBezTo>
                  <a:pt x="205" y="157"/>
                  <a:pt x="205" y="158"/>
                  <a:pt x="205" y="158"/>
                </a:cubicBezTo>
                <a:cubicBezTo>
                  <a:pt x="205" y="159"/>
                  <a:pt x="205" y="159"/>
                  <a:pt x="204" y="159"/>
                </a:cubicBezTo>
                <a:cubicBezTo>
                  <a:pt x="2" y="276"/>
                  <a:pt x="2" y="276"/>
                  <a:pt x="2" y="276"/>
                </a:cubicBezTo>
                <a:cubicBezTo>
                  <a:pt x="1" y="276"/>
                  <a:pt x="1" y="276"/>
                  <a:pt x="1" y="276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8" name="Freeform 146">
            <a:extLst>
              <a:ext uri="{FF2B5EF4-FFF2-40B4-BE49-F238E27FC236}">
                <a16:creationId xmlns:a16="http://schemas.microsoft.com/office/drawing/2014/main" xmlns="" id="{F8F1ABD8-8DCF-42BE-A3B4-6BA4C65C9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3460750"/>
            <a:ext cx="1555750" cy="373063"/>
          </a:xfrm>
          <a:custGeom>
            <a:avLst/>
            <a:gdLst>
              <a:gd name="T0" fmla="*/ 1 w 376"/>
              <a:gd name="T1" fmla="*/ 90 h 90"/>
              <a:gd name="T2" fmla="*/ 0 w 376"/>
              <a:gd name="T3" fmla="*/ 90 h 90"/>
              <a:gd name="T4" fmla="*/ 0 w 376"/>
              <a:gd name="T5" fmla="*/ 88 h 90"/>
              <a:gd name="T6" fmla="*/ 160 w 376"/>
              <a:gd name="T7" fmla="*/ 0 h 90"/>
              <a:gd name="T8" fmla="*/ 161 w 376"/>
              <a:gd name="T9" fmla="*/ 0 h 90"/>
              <a:gd name="T10" fmla="*/ 299 w 376"/>
              <a:gd name="T11" fmla="*/ 78 h 90"/>
              <a:gd name="T12" fmla="*/ 374 w 376"/>
              <a:gd name="T13" fmla="*/ 38 h 90"/>
              <a:gd name="T14" fmla="*/ 376 w 376"/>
              <a:gd name="T15" fmla="*/ 39 h 90"/>
              <a:gd name="T16" fmla="*/ 375 w 376"/>
              <a:gd name="T17" fmla="*/ 41 h 90"/>
              <a:gd name="T18" fmla="*/ 300 w 376"/>
              <a:gd name="T19" fmla="*/ 81 h 90"/>
              <a:gd name="T20" fmla="*/ 298 w 376"/>
              <a:gd name="T21" fmla="*/ 81 h 90"/>
              <a:gd name="T22" fmla="*/ 161 w 376"/>
              <a:gd name="T23" fmla="*/ 3 h 90"/>
              <a:gd name="T24" fmla="*/ 2 w 376"/>
              <a:gd name="T25" fmla="*/ 90 h 90"/>
              <a:gd name="T26" fmla="*/ 1 w 376"/>
              <a:gd name="T27" fmla="*/ 90 h 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376" h="90">
                <a:moveTo>
                  <a:pt x="1" y="90"/>
                </a:moveTo>
                <a:cubicBezTo>
                  <a:pt x="1" y="90"/>
                  <a:pt x="0" y="90"/>
                  <a:pt x="0" y="90"/>
                </a:cubicBezTo>
                <a:cubicBezTo>
                  <a:pt x="0" y="89"/>
                  <a:pt x="0" y="88"/>
                  <a:pt x="0" y="88"/>
                </a:cubicBezTo>
                <a:cubicBezTo>
                  <a:pt x="160" y="0"/>
                  <a:pt x="160" y="0"/>
                  <a:pt x="160" y="0"/>
                </a:cubicBezTo>
                <a:cubicBezTo>
                  <a:pt x="160" y="0"/>
                  <a:pt x="161" y="0"/>
                  <a:pt x="161" y="0"/>
                </a:cubicBezTo>
                <a:cubicBezTo>
                  <a:pt x="299" y="78"/>
                  <a:pt x="299" y="78"/>
                  <a:pt x="299" y="78"/>
                </a:cubicBezTo>
                <a:cubicBezTo>
                  <a:pt x="374" y="38"/>
                  <a:pt x="374" y="38"/>
                  <a:pt x="374" y="38"/>
                </a:cubicBezTo>
                <a:cubicBezTo>
                  <a:pt x="374" y="38"/>
                  <a:pt x="375" y="38"/>
                  <a:pt x="376" y="39"/>
                </a:cubicBezTo>
                <a:cubicBezTo>
                  <a:pt x="376" y="39"/>
                  <a:pt x="376" y="40"/>
                  <a:pt x="375" y="41"/>
                </a:cubicBezTo>
                <a:cubicBezTo>
                  <a:pt x="300" y="81"/>
                  <a:pt x="300" y="81"/>
                  <a:pt x="300" y="81"/>
                </a:cubicBezTo>
                <a:cubicBezTo>
                  <a:pt x="299" y="81"/>
                  <a:pt x="299" y="81"/>
                  <a:pt x="298" y="81"/>
                </a:cubicBezTo>
                <a:cubicBezTo>
                  <a:pt x="161" y="3"/>
                  <a:pt x="161" y="3"/>
                  <a:pt x="161" y="3"/>
                </a:cubicBezTo>
                <a:cubicBezTo>
                  <a:pt x="2" y="90"/>
                  <a:pt x="2" y="90"/>
                  <a:pt x="2" y="90"/>
                </a:cubicBezTo>
                <a:cubicBezTo>
                  <a:pt x="1" y="90"/>
                  <a:pt x="1" y="90"/>
                  <a:pt x="1" y="90"/>
                </a:cubicBezTo>
              </a:path>
            </a:pathLst>
          </a:custGeom>
          <a:solidFill>
            <a:srgbClr val="88FFF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" name="Freeform 150">
            <a:extLst>
              <a:ext uri="{FF2B5EF4-FFF2-40B4-BE49-F238E27FC236}">
                <a16:creationId xmlns:a16="http://schemas.microsoft.com/office/drawing/2014/main" xmlns="" id="{9B5C9F7F-2072-4A7C-B981-C041743A5DE0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0" name="Freeform 151">
            <a:extLst>
              <a:ext uri="{FF2B5EF4-FFF2-40B4-BE49-F238E27FC236}">
                <a16:creationId xmlns:a16="http://schemas.microsoft.com/office/drawing/2014/main" xmlns="" id="{E4D34405-0D6B-4B93-B1B5-D7E87BB9A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" name="Freeform 152">
            <a:extLst>
              <a:ext uri="{FF2B5EF4-FFF2-40B4-BE49-F238E27FC236}">
                <a16:creationId xmlns:a16="http://schemas.microsoft.com/office/drawing/2014/main" xmlns="" id="{A22F668A-2AFA-4338-8247-881F24AC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0838" y="3544888"/>
            <a:ext cx="125412" cy="74612"/>
          </a:xfrm>
          <a:custGeom>
            <a:avLst/>
            <a:gdLst>
              <a:gd name="T0" fmla="*/ 63 w 63"/>
              <a:gd name="T1" fmla="*/ 0 h 37"/>
              <a:gd name="T2" fmla="*/ 23 w 63"/>
              <a:gd name="T3" fmla="*/ 23 h 37"/>
              <a:gd name="T4" fmla="*/ 23 w 63"/>
              <a:gd name="T5" fmla="*/ 23 h 37"/>
              <a:gd name="T6" fmla="*/ 0 w 63"/>
              <a:gd name="T7" fmla="*/ 35 h 37"/>
              <a:gd name="T8" fmla="*/ 0 w 63"/>
              <a:gd name="T9" fmla="*/ 37 h 37"/>
              <a:gd name="T10" fmla="*/ 63 w 63"/>
              <a:gd name="T11" fmla="*/ 0 h 37"/>
              <a:gd name="T12" fmla="*/ 63 w 63"/>
              <a:gd name="T13" fmla="*/ 0 h 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3" h="37">
                <a:moveTo>
                  <a:pt x="63" y="0"/>
                </a:moveTo>
                <a:lnTo>
                  <a:pt x="23" y="23"/>
                </a:lnTo>
                <a:lnTo>
                  <a:pt x="0" y="35"/>
                </a:lnTo>
                <a:lnTo>
                  <a:pt x="0" y="37"/>
                </a:lnTo>
                <a:lnTo>
                  <a:pt x="6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2" name="Freeform 153">
            <a:extLst>
              <a:ext uri="{FF2B5EF4-FFF2-40B4-BE49-F238E27FC236}">
                <a16:creationId xmlns:a16="http://schemas.microsoft.com/office/drawing/2014/main" xmlns="" id="{467314C6-A86B-4F19-84CC-68BF3427848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4206875" y="3544888"/>
            <a:ext cx="441325" cy="157162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3" name="Freeform 157">
            <a:extLst>
              <a:ext uri="{FF2B5EF4-FFF2-40B4-BE49-F238E27FC236}">
                <a16:creationId xmlns:a16="http://schemas.microsoft.com/office/drawing/2014/main" xmlns="" id="{1BF83113-19A6-46C9-9655-8F0017C400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35238"/>
            <a:ext cx="4763" cy="0"/>
          </a:xfrm>
          <a:custGeom>
            <a:avLst/>
            <a:gdLst>
              <a:gd name="T0" fmla="*/ 1 w 1"/>
              <a:gd name="T1" fmla="*/ 0 h 1"/>
              <a:gd name="T2" fmla="*/ 0 w 1"/>
              <a:gd name="T3" fmla="*/ 0 h 1"/>
              <a:gd name="T4" fmla="*/ 0 w 1"/>
              <a:gd name="T5" fmla="*/ 0 h 1"/>
              <a:gd name="T6" fmla="*/ 0 w 1"/>
              <a:gd name="T7" fmla="*/ 0 h 1"/>
              <a:gd name="T8" fmla="*/ 0 w 1"/>
              <a:gd name="T9" fmla="*/ 0 h 1"/>
              <a:gd name="T10" fmla="*/ 0 w 1"/>
              <a:gd name="T11" fmla="*/ 0 h 1"/>
              <a:gd name="T12" fmla="*/ 0 w 1"/>
              <a:gd name="T13" fmla="*/ 0 h 1"/>
              <a:gd name="T14" fmla="*/ 1 w 1"/>
              <a:gd name="T15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4" name="Freeform 158">
            <a:extLst>
              <a:ext uri="{FF2B5EF4-FFF2-40B4-BE49-F238E27FC236}">
                <a16:creationId xmlns:a16="http://schemas.microsoft.com/office/drawing/2014/main" xmlns="" id="{D7C864B2-C3FD-471D-BB1D-6D5B010E7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7300"/>
            <a:ext cx="15875" cy="7938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2 h 2"/>
              <a:gd name="T6" fmla="*/ 0 w 4"/>
              <a:gd name="T7" fmla="*/ 2 h 2"/>
              <a:gd name="T8" fmla="*/ 0 w 4"/>
              <a:gd name="T9" fmla="*/ 2 h 2"/>
              <a:gd name="T10" fmla="*/ 0 w 4"/>
              <a:gd name="T11" fmla="*/ 2 h 2"/>
              <a:gd name="T12" fmla="*/ 4 w 4"/>
              <a:gd name="T13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2"/>
                  <a:pt x="1" y="2"/>
                  <a:pt x="1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5" name="Freeform 159">
            <a:extLst>
              <a:ext uri="{FF2B5EF4-FFF2-40B4-BE49-F238E27FC236}">
                <a16:creationId xmlns:a16="http://schemas.microsoft.com/office/drawing/2014/main" xmlns="" id="{98EC6CF7-E47F-4A0B-9369-2FB873D42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60775" y="2522538"/>
            <a:ext cx="1003300" cy="1192212"/>
          </a:xfrm>
          <a:custGeom>
            <a:avLst/>
            <a:gdLst>
              <a:gd name="T0" fmla="*/ 4 w 242"/>
              <a:gd name="T1" fmla="*/ 1 h 288"/>
              <a:gd name="T2" fmla="*/ 0 w 242"/>
              <a:gd name="T3" fmla="*/ 3 h 288"/>
              <a:gd name="T4" fmla="*/ 0 w 242"/>
              <a:gd name="T5" fmla="*/ 3 h 288"/>
              <a:gd name="T6" fmla="*/ 0 w 242"/>
              <a:gd name="T7" fmla="*/ 3 h 288"/>
              <a:gd name="T8" fmla="*/ 0 w 242"/>
              <a:gd name="T9" fmla="*/ 3 h 288"/>
              <a:gd name="T10" fmla="*/ 0 w 242"/>
              <a:gd name="T11" fmla="*/ 3 h 288"/>
              <a:gd name="T12" fmla="*/ 0 w 242"/>
              <a:gd name="T13" fmla="*/ 3 h 288"/>
              <a:gd name="T14" fmla="*/ 0 w 242"/>
              <a:gd name="T15" fmla="*/ 3 h 288"/>
              <a:gd name="T16" fmla="*/ 0 w 242"/>
              <a:gd name="T17" fmla="*/ 3 h 288"/>
              <a:gd name="T18" fmla="*/ 0 w 242"/>
              <a:gd name="T19" fmla="*/ 3 h 288"/>
              <a:gd name="T20" fmla="*/ 0 w 242"/>
              <a:gd name="T21" fmla="*/ 3 h 288"/>
              <a:gd name="T22" fmla="*/ 1 w 242"/>
              <a:gd name="T23" fmla="*/ 3 h 288"/>
              <a:gd name="T24" fmla="*/ 1 w 242"/>
              <a:gd name="T25" fmla="*/ 3 h 288"/>
              <a:gd name="T26" fmla="*/ 1 w 242"/>
              <a:gd name="T27" fmla="*/ 3 h 288"/>
              <a:gd name="T28" fmla="*/ 1 w 242"/>
              <a:gd name="T29" fmla="*/ 3 h 288"/>
              <a:gd name="T30" fmla="*/ 1 w 242"/>
              <a:gd name="T31" fmla="*/ 3 h 288"/>
              <a:gd name="T32" fmla="*/ 1 w 242"/>
              <a:gd name="T33" fmla="*/ 3 h 288"/>
              <a:gd name="T34" fmla="*/ 1 w 242"/>
              <a:gd name="T35" fmla="*/ 3 h 288"/>
              <a:gd name="T36" fmla="*/ 1 w 242"/>
              <a:gd name="T37" fmla="*/ 2 h 288"/>
              <a:gd name="T38" fmla="*/ 1 w 242"/>
              <a:gd name="T39" fmla="*/ 2 h 288"/>
              <a:gd name="T40" fmla="*/ 1 w 242"/>
              <a:gd name="T41" fmla="*/ 2 h 288"/>
              <a:gd name="T42" fmla="*/ 1 w 242"/>
              <a:gd name="T43" fmla="*/ 2 h 288"/>
              <a:gd name="T44" fmla="*/ 1 w 242"/>
              <a:gd name="T45" fmla="*/ 2 h 288"/>
              <a:gd name="T46" fmla="*/ 2 w 242"/>
              <a:gd name="T47" fmla="*/ 2 h 288"/>
              <a:gd name="T48" fmla="*/ 2 w 242"/>
              <a:gd name="T49" fmla="*/ 2 h 288"/>
              <a:gd name="T50" fmla="*/ 2 w 242"/>
              <a:gd name="T51" fmla="*/ 2 h 288"/>
              <a:gd name="T52" fmla="*/ 2 w 242"/>
              <a:gd name="T53" fmla="*/ 2 h 288"/>
              <a:gd name="T54" fmla="*/ 2 w 242"/>
              <a:gd name="T55" fmla="*/ 2 h 288"/>
              <a:gd name="T56" fmla="*/ 2 w 242"/>
              <a:gd name="T57" fmla="*/ 2 h 288"/>
              <a:gd name="T58" fmla="*/ 11 w 242"/>
              <a:gd name="T59" fmla="*/ 2 h 288"/>
              <a:gd name="T60" fmla="*/ 242 w 242"/>
              <a:gd name="T61" fmla="*/ 148 h 288"/>
              <a:gd name="T62" fmla="*/ 242 w 242"/>
              <a:gd name="T63" fmla="*/ 283 h 288"/>
              <a:gd name="T64" fmla="*/ 242 w 242"/>
              <a:gd name="T65" fmla="*/ 282 h 288"/>
              <a:gd name="T66" fmla="*/ 232 w 242"/>
              <a:gd name="T67" fmla="*/ 129 h 288"/>
              <a:gd name="T68" fmla="*/ 7 w 242"/>
              <a:gd name="T69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</a:cxnLst>
            <a:rect l="0" t="0" r="r" b="b"/>
            <a:pathLst>
              <a:path w="242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3"/>
                  <a:pt x="1" y="3"/>
                  <a:pt x="1" y="3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1" y="2"/>
                  <a:pt x="1" y="2"/>
                  <a:pt x="1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4" y="1"/>
                  <a:pt x="6" y="1"/>
                </a:cubicBezTo>
                <a:cubicBezTo>
                  <a:pt x="7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2" y="285"/>
                  <a:pt x="242" y="282"/>
                </a:cubicBezTo>
                <a:cubicBezTo>
                  <a:pt x="242" y="147"/>
                  <a:pt x="242" y="147"/>
                  <a:pt x="242" y="147"/>
                </a:cubicBezTo>
                <a:cubicBezTo>
                  <a:pt x="242" y="140"/>
                  <a:pt x="238" y="132"/>
                  <a:pt x="232" y="129"/>
                </a:cubicBezTo>
                <a:cubicBezTo>
                  <a:pt x="11" y="1"/>
                  <a:pt x="11" y="1"/>
                  <a:pt x="11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6" name="Freeform 160">
            <a:extLst>
              <a:ext uri="{FF2B5EF4-FFF2-40B4-BE49-F238E27FC236}">
                <a16:creationId xmlns:a16="http://schemas.microsoft.com/office/drawing/2014/main" xmlns="" id="{258615DC-1A0C-44BB-8ABD-36D8B7BCC5E2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0775" y="2530475"/>
            <a:ext cx="7938" cy="4763"/>
          </a:xfrm>
          <a:custGeom>
            <a:avLst/>
            <a:gdLst>
              <a:gd name="T0" fmla="*/ 0 w 2"/>
              <a:gd name="T1" fmla="*/ 1 h 1"/>
              <a:gd name="T2" fmla="*/ 0 w 2"/>
              <a:gd name="T3" fmla="*/ 1 h 1"/>
              <a:gd name="T4" fmla="*/ 0 w 2"/>
              <a:gd name="T5" fmla="*/ 1 h 1"/>
              <a:gd name="T6" fmla="*/ 0 w 2"/>
              <a:gd name="T7" fmla="*/ 1 h 1"/>
              <a:gd name="T8" fmla="*/ 0 w 2"/>
              <a:gd name="T9" fmla="*/ 1 h 1"/>
              <a:gd name="T10" fmla="*/ 0 w 2"/>
              <a:gd name="T11" fmla="*/ 1 h 1"/>
              <a:gd name="T12" fmla="*/ 0 w 2"/>
              <a:gd name="T13" fmla="*/ 1 h 1"/>
              <a:gd name="T14" fmla="*/ 0 w 2"/>
              <a:gd name="T15" fmla="*/ 1 h 1"/>
              <a:gd name="T16" fmla="*/ 0 w 2"/>
              <a:gd name="T17" fmla="*/ 1 h 1"/>
              <a:gd name="T18" fmla="*/ 0 w 2"/>
              <a:gd name="T19" fmla="*/ 1 h 1"/>
              <a:gd name="T20" fmla="*/ 0 w 2"/>
              <a:gd name="T21" fmla="*/ 1 h 1"/>
              <a:gd name="T22" fmla="*/ 0 w 2"/>
              <a:gd name="T23" fmla="*/ 1 h 1"/>
              <a:gd name="T24" fmla="*/ 0 w 2"/>
              <a:gd name="T25" fmla="*/ 1 h 1"/>
              <a:gd name="T26" fmla="*/ 0 w 2"/>
              <a:gd name="T27" fmla="*/ 1 h 1"/>
              <a:gd name="T28" fmla="*/ 0 w 2"/>
              <a:gd name="T29" fmla="*/ 1 h 1"/>
              <a:gd name="T30" fmla="*/ 0 w 2"/>
              <a:gd name="T31" fmla="*/ 1 h 1"/>
              <a:gd name="T32" fmla="*/ 0 w 2"/>
              <a:gd name="T33" fmla="*/ 1 h 1"/>
              <a:gd name="T34" fmla="*/ 1 w 2"/>
              <a:gd name="T35" fmla="*/ 1 h 1"/>
              <a:gd name="T36" fmla="*/ 1 w 2"/>
              <a:gd name="T37" fmla="*/ 1 h 1"/>
              <a:gd name="T38" fmla="*/ 1 w 2"/>
              <a:gd name="T39" fmla="*/ 1 h 1"/>
              <a:gd name="T40" fmla="*/ 1 w 2"/>
              <a:gd name="T41" fmla="*/ 1 h 1"/>
              <a:gd name="T42" fmla="*/ 1 w 2"/>
              <a:gd name="T43" fmla="*/ 1 h 1"/>
              <a:gd name="T44" fmla="*/ 1 w 2"/>
              <a:gd name="T45" fmla="*/ 1 h 1"/>
              <a:gd name="T46" fmla="*/ 1 w 2"/>
              <a:gd name="T47" fmla="*/ 1 h 1"/>
              <a:gd name="T48" fmla="*/ 1 w 2"/>
              <a:gd name="T49" fmla="*/ 1 h 1"/>
              <a:gd name="T50" fmla="*/ 1 w 2"/>
              <a:gd name="T51" fmla="*/ 1 h 1"/>
              <a:gd name="T52" fmla="*/ 1 w 2"/>
              <a:gd name="T53" fmla="*/ 1 h 1"/>
              <a:gd name="T54" fmla="*/ 1 w 2"/>
              <a:gd name="T55" fmla="*/ 1 h 1"/>
              <a:gd name="T56" fmla="*/ 1 w 2"/>
              <a:gd name="T57" fmla="*/ 0 h 1"/>
              <a:gd name="T58" fmla="*/ 1 w 2"/>
              <a:gd name="T59" fmla="*/ 0 h 1"/>
              <a:gd name="T60" fmla="*/ 1 w 2"/>
              <a:gd name="T61" fmla="*/ 0 h 1"/>
              <a:gd name="T62" fmla="*/ 1 w 2"/>
              <a:gd name="T63" fmla="*/ 0 h 1"/>
              <a:gd name="T64" fmla="*/ 1 w 2"/>
              <a:gd name="T65" fmla="*/ 0 h 1"/>
              <a:gd name="T66" fmla="*/ 1 w 2"/>
              <a:gd name="T67" fmla="*/ 0 h 1"/>
              <a:gd name="T68" fmla="*/ 1 w 2"/>
              <a:gd name="T69" fmla="*/ 0 h 1"/>
              <a:gd name="T70" fmla="*/ 2 w 2"/>
              <a:gd name="T71" fmla="*/ 0 h 1"/>
              <a:gd name="T72" fmla="*/ 2 w 2"/>
              <a:gd name="T73" fmla="*/ 0 h 1"/>
              <a:gd name="T74" fmla="*/ 2 w 2"/>
              <a:gd name="T75" fmla="*/ 0 h 1"/>
              <a:gd name="T76" fmla="*/ 2 w 2"/>
              <a:gd name="T77" fmla="*/ 0 h 1"/>
              <a:gd name="T78" fmla="*/ 2 w 2"/>
              <a:gd name="T79" fmla="*/ 0 h 1"/>
              <a:gd name="T80" fmla="*/ 2 w 2"/>
              <a:gd name="T81" fmla="*/ 0 h 1"/>
              <a:gd name="T82" fmla="*/ 2 w 2"/>
              <a:gd name="T83" fmla="*/ 0 h 1"/>
              <a:gd name="T84" fmla="*/ 2 w 2"/>
              <a:gd name="T85" fmla="*/ 0 h 1"/>
              <a:gd name="T86" fmla="*/ 2 w 2"/>
              <a:gd name="T87" fmla="*/ 0 h 1"/>
              <a:gd name="T88" fmla="*/ 2 w 2"/>
              <a:gd name="T8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2" h="1"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0" y="1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1"/>
                </a:moveTo>
                <a:cubicBezTo>
                  <a:pt x="1" y="1"/>
                  <a:pt x="1" y="1"/>
                  <a:pt x="1" y="1"/>
                </a:cubicBezTo>
                <a:cubicBezTo>
                  <a:pt x="1" y="1"/>
                  <a:pt x="1" y="1"/>
                  <a:pt x="1" y="1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1" y="0"/>
                </a:moveTo>
                <a:cubicBezTo>
                  <a:pt x="1" y="0"/>
                  <a:pt x="1" y="0"/>
                  <a:pt x="1" y="0"/>
                </a:cubicBezTo>
                <a:cubicBezTo>
                  <a:pt x="1" y="0"/>
                  <a:pt x="1" y="0"/>
                  <a:pt x="1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moveTo>
                  <a:pt x="2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7" name="Freeform 164">
            <a:extLst>
              <a:ext uri="{FF2B5EF4-FFF2-40B4-BE49-F238E27FC236}">
                <a16:creationId xmlns:a16="http://schemas.microsoft.com/office/drawing/2014/main" xmlns="" id="{48873869-26AB-4A9F-A481-7C7111A2C7DB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668713" y="2530475"/>
            <a:ext cx="979487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0 w 236"/>
              <a:gd name="T47" fmla="*/ 0 h 289"/>
              <a:gd name="T48" fmla="*/ 0 w 236"/>
              <a:gd name="T49" fmla="*/ 0 h 289"/>
              <a:gd name="T50" fmla="*/ 0 w 236"/>
              <a:gd name="T51" fmla="*/ 0 h 289"/>
              <a:gd name="T52" fmla="*/ 0 w 236"/>
              <a:gd name="T53" fmla="*/ 0 h 289"/>
              <a:gd name="T54" fmla="*/ 0 w 236"/>
              <a:gd name="T55" fmla="*/ 0 h 289"/>
              <a:gd name="T56" fmla="*/ 0 w 236"/>
              <a:gd name="T57" fmla="*/ 0 h 289"/>
              <a:gd name="T58" fmla="*/ 0 w 236"/>
              <a:gd name="T59" fmla="*/ 0 h 289"/>
              <a:gd name="T60" fmla="*/ 0 w 236"/>
              <a:gd name="T61" fmla="*/ 0 h 289"/>
              <a:gd name="T62" fmla="*/ 5 w 236"/>
              <a:gd name="T63" fmla="*/ 2 h 289"/>
              <a:gd name="T64" fmla="*/ 0 w 236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5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5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2" y="0"/>
                  <a:pt x="3" y="1"/>
                  <a:pt x="5" y="2"/>
                </a:cubicBezTo>
                <a:cubicBezTo>
                  <a:pt x="3" y="1"/>
                  <a:pt x="2" y="0"/>
                  <a:pt x="0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" name="Freeform 172">
            <a:extLst>
              <a:ext uri="{FF2B5EF4-FFF2-40B4-BE49-F238E27FC236}">
                <a16:creationId xmlns:a16="http://schemas.microsoft.com/office/drawing/2014/main" xmlns="" id="{EC497003-DBD3-4806-BCA0-5CA18EFAEF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  <a:close/>
              </a:path>
            </a:pathLst>
          </a:custGeom>
          <a:solidFill>
            <a:srgbClr val="41D5D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9" name="Freeform 173">
            <a:extLst>
              <a:ext uri="{FF2B5EF4-FFF2-40B4-BE49-F238E27FC236}">
                <a16:creationId xmlns:a16="http://schemas.microsoft.com/office/drawing/2014/main" xmlns="" id="{B747C441-5A21-40AF-A711-EC145603DD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16238" y="4264025"/>
            <a:ext cx="123825" cy="76200"/>
          </a:xfrm>
          <a:custGeom>
            <a:avLst/>
            <a:gdLst>
              <a:gd name="T0" fmla="*/ 62 w 62"/>
              <a:gd name="T1" fmla="*/ 0 h 38"/>
              <a:gd name="T2" fmla="*/ 23 w 62"/>
              <a:gd name="T3" fmla="*/ 23 h 38"/>
              <a:gd name="T4" fmla="*/ 23 w 62"/>
              <a:gd name="T5" fmla="*/ 23 h 38"/>
              <a:gd name="T6" fmla="*/ 0 w 62"/>
              <a:gd name="T7" fmla="*/ 36 h 38"/>
              <a:gd name="T8" fmla="*/ 0 w 62"/>
              <a:gd name="T9" fmla="*/ 38 h 38"/>
              <a:gd name="T10" fmla="*/ 62 w 62"/>
              <a:gd name="T11" fmla="*/ 0 h 38"/>
              <a:gd name="T12" fmla="*/ 62 w 62"/>
              <a:gd name="T1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2" h="38">
                <a:moveTo>
                  <a:pt x="62" y="0"/>
                </a:moveTo>
                <a:lnTo>
                  <a:pt x="23" y="23"/>
                </a:lnTo>
                <a:lnTo>
                  <a:pt x="0" y="36"/>
                </a:lnTo>
                <a:lnTo>
                  <a:pt x="0" y="38"/>
                </a:lnTo>
                <a:lnTo>
                  <a:pt x="6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0" name="Freeform 174">
            <a:extLst>
              <a:ext uri="{FF2B5EF4-FFF2-40B4-BE49-F238E27FC236}">
                <a16:creationId xmlns:a16="http://schemas.microsoft.com/office/drawing/2014/main" xmlns="" id="{4F3B3C19-8717-4B84-BAF1-F7E1213C12B1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62275" y="4264025"/>
            <a:ext cx="438150" cy="157163"/>
          </a:xfrm>
          <a:custGeom>
            <a:avLst/>
            <a:gdLst>
              <a:gd name="T0" fmla="*/ 106 w 106"/>
              <a:gd name="T1" fmla="*/ 38 h 38"/>
              <a:gd name="T2" fmla="*/ 106 w 106"/>
              <a:gd name="T3" fmla="*/ 38 h 38"/>
              <a:gd name="T4" fmla="*/ 106 w 106"/>
              <a:gd name="T5" fmla="*/ 38 h 38"/>
              <a:gd name="T6" fmla="*/ 106 w 106"/>
              <a:gd name="T7" fmla="*/ 38 h 38"/>
              <a:gd name="T8" fmla="*/ 106 w 106"/>
              <a:gd name="T9" fmla="*/ 38 h 38"/>
              <a:gd name="T10" fmla="*/ 106 w 106"/>
              <a:gd name="T11" fmla="*/ 38 h 38"/>
              <a:gd name="T12" fmla="*/ 106 w 106"/>
              <a:gd name="T13" fmla="*/ 38 h 38"/>
              <a:gd name="T14" fmla="*/ 106 w 106"/>
              <a:gd name="T15" fmla="*/ 38 h 38"/>
              <a:gd name="T16" fmla="*/ 106 w 106"/>
              <a:gd name="T17" fmla="*/ 38 h 38"/>
              <a:gd name="T18" fmla="*/ 106 w 106"/>
              <a:gd name="T19" fmla="*/ 38 h 38"/>
              <a:gd name="T20" fmla="*/ 106 w 106"/>
              <a:gd name="T21" fmla="*/ 38 h 38"/>
              <a:gd name="T22" fmla="*/ 106 w 106"/>
              <a:gd name="T23" fmla="*/ 38 h 38"/>
              <a:gd name="T24" fmla="*/ 19 w 106"/>
              <a:gd name="T25" fmla="*/ 0 h 38"/>
              <a:gd name="T26" fmla="*/ 0 w 106"/>
              <a:gd name="T27" fmla="*/ 11 h 38"/>
              <a:gd name="T28" fmla="*/ 0 w 106"/>
              <a:gd name="T29" fmla="*/ 11 h 38"/>
              <a:gd name="T30" fmla="*/ 19 w 106"/>
              <a:gd name="T31" fmla="*/ 0 h 38"/>
              <a:gd name="T32" fmla="*/ 19 w 106"/>
              <a:gd name="T33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106" h="38"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06" y="38"/>
                </a:moveTo>
                <a:cubicBezTo>
                  <a:pt x="106" y="38"/>
                  <a:pt x="106" y="38"/>
                  <a:pt x="106" y="38"/>
                </a:cubicBezTo>
                <a:cubicBezTo>
                  <a:pt x="106" y="38"/>
                  <a:pt x="106" y="38"/>
                  <a:pt x="106" y="38"/>
                </a:cubicBezTo>
                <a:moveTo>
                  <a:pt x="19" y="0"/>
                </a:moveTo>
                <a:cubicBezTo>
                  <a:pt x="0" y="11"/>
                  <a:pt x="0" y="11"/>
                  <a:pt x="0" y="11"/>
                </a:cubicBezTo>
                <a:cubicBezTo>
                  <a:pt x="0" y="11"/>
                  <a:pt x="0" y="11"/>
                  <a:pt x="0" y="11"/>
                </a:cubicBezTo>
                <a:cubicBezTo>
                  <a:pt x="19" y="0"/>
                  <a:pt x="19" y="0"/>
                  <a:pt x="19" y="0"/>
                </a:cubicBezTo>
                <a:cubicBezTo>
                  <a:pt x="19" y="0"/>
                  <a:pt x="19" y="0"/>
                  <a:pt x="19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1" name="Freeform 195">
            <a:extLst>
              <a:ext uri="{FF2B5EF4-FFF2-40B4-BE49-F238E27FC236}">
                <a16:creationId xmlns:a16="http://schemas.microsoft.com/office/drawing/2014/main" xmlns="" id="{45FD2AC0-4EE3-4E63-801A-6940FF69D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  <a:close/>
              </a:path>
            </a:pathLst>
          </a:custGeom>
          <a:solidFill>
            <a:srgbClr val="4795C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2" name="Freeform 196">
            <a:extLst>
              <a:ext uri="{FF2B5EF4-FFF2-40B4-BE49-F238E27FC236}">
                <a16:creationId xmlns:a16="http://schemas.microsoft.com/office/drawing/2014/main" xmlns="" id="{34844A0F-31A9-498B-AB22-9A3B9F429D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25713" y="2960688"/>
            <a:ext cx="120650" cy="207962"/>
          </a:xfrm>
          <a:custGeom>
            <a:avLst/>
            <a:gdLst>
              <a:gd name="T0" fmla="*/ 0 w 61"/>
              <a:gd name="T1" fmla="*/ 0 h 104"/>
              <a:gd name="T2" fmla="*/ 61 w 61"/>
              <a:gd name="T3" fmla="*/ 104 h 104"/>
              <a:gd name="T4" fmla="*/ 61 w 61"/>
              <a:gd name="T5" fmla="*/ 104 h 104"/>
              <a:gd name="T6" fmla="*/ 3 w 61"/>
              <a:gd name="T7" fmla="*/ 2 h 104"/>
              <a:gd name="T8" fmla="*/ 0 w 61"/>
              <a:gd name="T9" fmla="*/ 0 h 1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1" h="104">
                <a:moveTo>
                  <a:pt x="0" y="0"/>
                </a:moveTo>
                <a:lnTo>
                  <a:pt x="61" y="104"/>
                </a:lnTo>
                <a:lnTo>
                  <a:pt x="3" y="2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3" name="Freeform 197">
            <a:extLst>
              <a:ext uri="{FF2B5EF4-FFF2-40B4-BE49-F238E27FC236}">
                <a16:creationId xmlns:a16="http://schemas.microsoft.com/office/drawing/2014/main" xmlns="" id="{0C9FE571-6504-4D50-95FA-C26A1E0FD13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close/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  <a:close/>
              </a:path>
            </a:pathLst>
          </a:custGeom>
          <a:solidFill>
            <a:srgbClr val="3B89A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4" name="Freeform 198">
            <a:extLst>
              <a:ext uri="{FF2B5EF4-FFF2-40B4-BE49-F238E27FC236}">
                <a16:creationId xmlns:a16="http://schemas.microsoft.com/office/drawing/2014/main" xmlns="" id="{235EC29E-561F-4502-A6EC-0476AB951EA5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517775" y="2944813"/>
            <a:ext cx="136525" cy="231775"/>
          </a:xfrm>
          <a:custGeom>
            <a:avLst/>
            <a:gdLst>
              <a:gd name="T0" fmla="*/ 65 w 69"/>
              <a:gd name="T1" fmla="*/ 112 h 116"/>
              <a:gd name="T2" fmla="*/ 65 w 69"/>
              <a:gd name="T3" fmla="*/ 112 h 116"/>
              <a:gd name="T4" fmla="*/ 67 w 69"/>
              <a:gd name="T5" fmla="*/ 116 h 116"/>
              <a:gd name="T6" fmla="*/ 69 w 69"/>
              <a:gd name="T7" fmla="*/ 116 h 116"/>
              <a:gd name="T8" fmla="*/ 65 w 69"/>
              <a:gd name="T9" fmla="*/ 112 h 116"/>
              <a:gd name="T10" fmla="*/ 0 w 69"/>
              <a:gd name="T11" fmla="*/ 0 h 116"/>
              <a:gd name="T12" fmla="*/ 4 w 69"/>
              <a:gd name="T13" fmla="*/ 8 h 116"/>
              <a:gd name="T14" fmla="*/ 7 w 69"/>
              <a:gd name="T15" fmla="*/ 10 h 116"/>
              <a:gd name="T16" fmla="*/ 0 w 69"/>
              <a:gd name="T17" fmla="*/ 0 h 116"/>
              <a:gd name="T18" fmla="*/ 0 w 69"/>
              <a:gd name="T19" fmla="*/ 0 h 1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69" h="116">
                <a:moveTo>
                  <a:pt x="65" y="112"/>
                </a:moveTo>
                <a:lnTo>
                  <a:pt x="65" y="112"/>
                </a:lnTo>
                <a:lnTo>
                  <a:pt x="67" y="116"/>
                </a:lnTo>
                <a:lnTo>
                  <a:pt x="69" y="116"/>
                </a:lnTo>
                <a:lnTo>
                  <a:pt x="65" y="112"/>
                </a:lnTo>
                <a:moveTo>
                  <a:pt x="0" y="0"/>
                </a:moveTo>
                <a:lnTo>
                  <a:pt x="4" y="8"/>
                </a:lnTo>
                <a:lnTo>
                  <a:pt x="7" y="1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5" name="Freeform 168">
            <a:extLst>
              <a:ext uri="{FF2B5EF4-FFF2-40B4-BE49-F238E27FC236}">
                <a16:creationId xmlns:a16="http://schemas.microsoft.com/office/drawing/2014/main" xmlns="" id="{AE44EABA-F0D6-48DC-9067-7D8D8D01BB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6" name="Freeform 169">
            <a:extLst>
              <a:ext uri="{FF2B5EF4-FFF2-40B4-BE49-F238E27FC236}">
                <a16:creationId xmlns:a16="http://schemas.microsoft.com/office/drawing/2014/main" xmlns="" id="{FA0F6601-90E8-4201-8DC9-55A6E6826EA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14588" y="3217863"/>
            <a:ext cx="1047750" cy="1233487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7" name="Freeform 170">
            <a:extLst>
              <a:ext uri="{FF2B5EF4-FFF2-40B4-BE49-F238E27FC236}">
                <a16:creationId xmlns:a16="http://schemas.microsoft.com/office/drawing/2014/main" xmlns="" id="{685DC869-5BF0-4A5C-92C1-825CFA31CF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01888" y="3241675"/>
            <a:ext cx="998537" cy="1222375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8" name="Freeform 171">
            <a:extLst>
              <a:ext uri="{FF2B5EF4-FFF2-40B4-BE49-F238E27FC236}">
                <a16:creationId xmlns:a16="http://schemas.microsoft.com/office/drawing/2014/main" xmlns="" id="{E4392ACA-855B-4EE2-9DE7-50DE9DA824D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9" name="Freeform 175">
            <a:extLst>
              <a:ext uri="{FF2B5EF4-FFF2-40B4-BE49-F238E27FC236}">
                <a16:creationId xmlns:a16="http://schemas.microsoft.com/office/drawing/2014/main" xmlns="" id="{2CC41932-B45C-4518-B132-5AB45491DA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89188" y="3262313"/>
            <a:ext cx="985837" cy="1195387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0" name="Freeform 178">
            <a:extLst>
              <a:ext uri="{FF2B5EF4-FFF2-40B4-BE49-F238E27FC236}">
                <a16:creationId xmlns:a16="http://schemas.microsoft.com/office/drawing/2014/main" xmlns="" id="{4CB39093-5ACA-46CC-8444-43366D098E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2788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1" name="Freeform 179">
            <a:extLst>
              <a:ext uri="{FF2B5EF4-FFF2-40B4-BE49-F238E27FC236}">
                <a16:creationId xmlns:a16="http://schemas.microsoft.com/office/drawing/2014/main" xmlns="" id="{F9D766FB-DE9B-4F4A-98DF-AB1A6C892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6438"/>
            <a:ext cx="17462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2" name="Freeform 180">
            <a:extLst>
              <a:ext uri="{FF2B5EF4-FFF2-40B4-BE49-F238E27FC236}">
                <a16:creationId xmlns:a16="http://schemas.microsoft.com/office/drawing/2014/main" xmlns="" id="{7D1C4006-8482-4DB8-88E9-3934F97DA4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41675"/>
            <a:ext cx="1004887" cy="1193800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3" name="Freeform 181">
            <a:extLst>
              <a:ext uri="{FF2B5EF4-FFF2-40B4-BE49-F238E27FC236}">
                <a16:creationId xmlns:a16="http://schemas.microsoft.com/office/drawing/2014/main" xmlns="" id="{4D0D5918-119E-4D26-BD83-B2C7ABD74FBD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4" name="Rectangle 182">
            <a:extLst>
              <a:ext uri="{FF2B5EF4-FFF2-40B4-BE49-F238E27FC236}">
                <a16:creationId xmlns:a16="http://schemas.microsoft.com/office/drawing/2014/main" xmlns="" id="{AE613C82-F884-4DC9-9277-4B21560BCF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1587" cy="1587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5" name="Freeform 183">
            <a:extLst>
              <a:ext uri="{FF2B5EF4-FFF2-40B4-BE49-F238E27FC236}">
                <a16:creationId xmlns:a16="http://schemas.microsoft.com/office/drawing/2014/main" xmlns="" id="{D8756AA1-23A1-4CA0-B349-3C9C35AB2F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4588" y="3255963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6" name="Freeform 186">
            <a:extLst>
              <a:ext uri="{FF2B5EF4-FFF2-40B4-BE49-F238E27FC236}">
                <a16:creationId xmlns:a16="http://schemas.microsoft.com/office/drawing/2014/main" xmlns="" id="{BE9BDD4E-EDB3-44C0-93CF-B76D90F85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3246438"/>
            <a:ext cx="993775" cy="1201737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7" name="Freeform 187">
            <a:extLst>
              <a:ext uri="{FF2B5EF4-FFF2-40B4-BE49-F238E27FC236}">
                <a16:creationId xmlns:a16="http://schemas.microsoft.com/office/drawing/2014/main" xmlns="" id="{A5B9303C-609D-4806-A6F2-A51E180B570F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422525" y="3252788"/>
            <a:ext cx="977900" cy="1195387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8" name="Freeform 209">
            <a:extLst>
              <a:ext uri="{FF2B5EF4-FFF2-40B4-BE49-F238E27FC236}">
                <a16:creationId xmlns:a16="http://schemas.microsoft.com/office/drawing/2014/main" xmlns="" id="{74F8F791-0B62-4827-B2F1-D0504FE0E10E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3143250" y="3263900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89" name="Freeform 217">
            <a:extLst>
              <a:ext uri="{FF2B5EF4-FFF2-40B4-BE49-F238E27FC236}">
                <a16:creationId xmlns:a16="http://schemas.microsoft.com/office/drawing/2014/main" xmlns="" id="{11EC5DF8-5E89-496F-8081-5FB743F474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3163" y="2514600"/>
            <a:ext cx="123825" cy="180975"/>
          </a:xfrm>
          <a:custGeom>
            <a:avLst/>
            <a:gdLst>
              <a:gd name="T0" fmla="*/ 30 w 30"/>
              <a:gd name="T1" fmla="*/ 31 h 44"/>
              <a:gd name="T2" fmla="*/ 15 w 30"/>
              <a:gd name="T3" fmla="*/ 40 h 44"/>
              <a:gd name="T4" fmla="*/ 0 w 30"/>
              <a:gd name="T5" fmla="*/ 14 h 44"/>
              <a:gd name="T6" fmla="*/ 15 w 30"/>
              <a:gd name="T7" fmla="*/ 5 h 44"/>
              <a:gd name="T8" fmla="*/ 30 w 30"/>
              <a:gd name="T9" fmla="*/ 31 h 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4">
                <a:moveTo>
                  <a:pt x="30" y="31"/>
                </a:moveTo>
                <a:cubicBezTo>
                  <a:pt x="30" y="40"/>
                  <a:pt x="23" y="44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0" name="Freeform 218">
            <a:extLst>
              <a:ext uri="{FF2B5EF4-FFF2-40B4-BE49-F238E27FC236}">
                <a16:creationId xmlns:a16="http://schemas.microsoft.com/office/drawing/2014/main" xmlns="" id="{6E73F24A-6E9E-4B84-9E02-F5629523D8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7150" y="2600325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6" y="35"/>
                  <a:pt x="0" y="23"/>
                  <a:pt x="0" y="14"/>
                </a:cubicBezTo>
                <a:cubicBezTo>
                  <a:pt x="0" y="4"/>
                  <a:pt x="6" y="0"/>
                  <a:pt x="15" y="5"/>
                </a:cubicBezTo>
                <a:cubicBezTo>
                  <a:pt x="23" y="10"/>
                  <a:pt x="30" y="21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" name="Freeform 219">
            <a:extLst>
              <a:ext uri="{FF2B5EF4-FFF2-40B4-BE49-F238E27FC236}">
                <a16:creationId xmlns:a16="http://schemas.microsoft.com/office/drawing/2014/main" xmlns="" id="{BFACD187-1051-4D82-8320-1DAAC7A8F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46375" y="2687638"/>
            <a:ext cx="123825" cy="187325"/>
          </a:xfrm>
          <a:custGeom>
            <a:avLst/>
            <a:gdLst>
              <a:gd name="T0" fmla="*/ 30 w 30"/>
              <a:gd name="T1" fmla="*/ 31 h 45"/>
              <a:gd name="T2" fmla="*/ 15 w 30"/>
              <a:gd name="T3" fmla="*/ 40 h 45"/>
              <a:gd name="T4" fmla="*/ 0 w 30"/>
              <a:gd name="T5" fmla="*/ 14 h 45"/>
              <a:gd name="T6" fmla="*/ 15 w 30"/>
              <a:gd name="T7" fmla="*/ 5 h 45"/>
              <a:gd name="T8" fmla="*/ 30 w 30"/>
              <a:gd name="T9" fmla="*/ 31 h 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0" h="45">
                <a:moveTo>
                  <a:pt x="30" y="31"/>
                </a:moveTo>
                <a:cubicBezTo>
                  <a:pt x="30" y="41"/>
                  <a:pt x="23" y="45"/>
                  <a:pt x="15" y="40"/>
                </a:cubicBezTo>
                <a:cubicBezTo>
                  <a:pt x="7" y="35"/>
                  <a:pt x="0" y="23"/>
                  <a:pt x="0" y="14"/>
                </a:cubicBezTo>
                <a:cubicBezTo>
                  <a:pt x="0" y="4"/>
                  <a:pt x="7" y="0"/>
                  <a:pt x="15" y="5"/>
                </a:cubicBezTo>
                <a:cubicBezTo>
                  <a:pt x="23" y="10"/>
                  <a:pt x="30" y="22"/>
                  <a:pt x="30" y="31"/>
                </a:cubicBezTo>
                <a:close/>
              </a:path>
            </a:pathLst>
          </a:custGeom>
          <a:solidFill>
            <a:srgbClr val="FCCC6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92" name="组合 87">
            <a:extLst>
              <a:ext uri="{FF2B5EF4-FFF2-40B4-BE49-F238E27FC236}">
                <a16:creationId xmlns:a16="http://schemas.microsoft.com/office/drawing/2014/main" xmlns="" id="{9BF249A1-4B86-4E76-BEEA-C488BE876470}"/>
              </a:ext>
            </a:extLst>
          </p:cNvPr>
          <p:cNvGrpSpPr>
            <a:grpSpLocks/>
          </p:cNvGrpSpPr>
          <p:nvPr/>
        </p:nvGrpSpPr>
        <p:grpSpPr bwMode="auto">
          <a:xfrm>
            <a:off x="3649663" y="2506663"/>
            <a:ext cx="1073150" cy="1244600"/>
            <a:chOff x="5332731" y="3343275"/>
            <a:chExt cx="855345" cy="992188"/>
          </a:xfrm>
        </p:grpSpPr>
        <p:sp>
          <p:nvSpPr>
            <p:cNvPr id="93" name="Freeform 168">
              <a:extLst>
                <a:ext uri="{FF2B5EF4-FFF2-40B4-BE49-F238E27FC236}">
                  <a16:creationId xmlns:a16="http://schemas.microsoft.com/office/drawing/2014/main" xmlns="" id="{CE1CA0CA-5096-44EA-8D87-2E4D1DA89D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42 w 253"/>
                <a:gd name="T1" fmla="*/ 129 h 298"/>
                <a:gd name="T2" fmla="*/ 22 w 253"/>
                <a:gd name="T3" fmla="*/ 1 h 298"/>
                <a:gd name="T4" fmla="*/ 14 w 253"/>
                <a:gd name="T5" fmla="*/ 1 h 298"/>
                <a:gd name="T6" fmla="*/ 14 w 253"/>
                <a:gd name="T7" fmla="*/ 1 h 298"/>
                <a:gd name="T8" fmla="*/ 14 w 253"/>
                <a:gd name="T9" fmla="*/ 1 h 298"/>
                <a:gd name="T10" fmla="*/ 14 w 253"/>
                <a:gd name="T11" fmla="*/ 1 h 298"/>
                <a:gd name="T12" fmla="*/ 0 w 253"/>
                <a:gd name="T13" fmla="*/ 9 h 298"/>
                <a:gd name="T14" fmla="*/ 11 w 253"/>
                <a:gd name="T15" fmla="*/ 14 h 298"/>
                <a:gd name="T16" fmla="*/ 11 w 253"/>
                <a:gd name="T17" fmla="*/ 143 h 298"/>
                <a:gd name="T18" fmla="*/ 22 w 253"/>
                <a:gd name="T19" fmla="*/ 162 h 298"/>
                <a:gd name="T20" fmla="*/ 98 w 253"/>
                <a:gd name="T21" fmla="*/ 206 h 298"/>
                <a:gd name="T22" fmla="*/ 132 w 253"/>
                <a:gd name="T23" fmla="*/ 264 h 298"/>
                <a:gd name="T24" fmla="*/ 165 w 253"/>
                <a:gd name="T25" fmla="*/ 245 h 298"/>
                <a:gd name="T26" fmla="*/ 236 w 253"/>
                <a:gd name="T27" fmla="*/ 285 h 298"/>
                <a:gd name="T28" fmla="*/ 235 w 253"/>
                <a:gd name="T29" fmla="*/ 298 h 298"/>
                <a:gd name="T30" fmla="*/ 250 w 253"/>
                <a:gd name="T31" fmla="*/ 290 h 298"/>
                <a:gd name="T32" fmla="*/ 250 w 253"/>
                <a:gd name="T33" fmla="*/ 290 h 298"/>
                <a:gd name="T34" fmla="*/ 250 w 253"/>
                <a:gd name="T35" fmla="*/ 290 h 298"/>
                <a:gd name="T36" fmla="*/ 250 w 253"/>
                <a:gd name="T37" fmla="*/ 290 h 298"/>
                <a:gd name="T38" fmla="*/ 253 w 253"/>
                <a:gd name="T39" fmla="*/ 283 h 298"/>
                <a:gd name="T40" fmla="*/ 253 w 253"/>
                <a:gd name="T41" fmla="*/ 147 h 298"/>
                <a:gd name="T42" fmla="*/ 242 w 253"/>
                <a:gd name="T43" fmla="*/ 129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53" h="298">
                  <a:moveTo>
                    <a:pt x="242" y="129"/>
                  </a:moveTo>
                  <a:cubicBezTo>
                    <a:pt x="22" y="1"/>
                    <a:pt x="22" y="1"/>
                    <a:pt x="22" y="1"/>
                  </a:cubicBezTo>
                  <a:cubicBezTo>
                    <a:pt x="19" y="0"/>
                    <a:pt x="16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11" y="14"/>
                    <a:pt x="11" y="14"/>
                    <a:pt x="11" y="14"/>
                  </a:cubicBezTo>
                  <a:cubicBezTo>
                    <a:pt x="11" y="143"/>
                    <a:pt x="11" y="143"/>
                    <a:pt x="11" y="143"/>
                  </a:cubicBezTo>
                  <a:cubicBezTo>
                    <a:pt x="11" y="150"/>
                    <a:pt x="16" y="158"/>
                    <a:pt x="22" y="162"/>
                  </a:cubicBezTo>
                  <a:cubicBezTo>
                    <a:pt x="98" y="206"/>
                    <a:pt x="98" y="206"/>
                    <a:pt x="98" y="206"/>
                  </a:cubicBezTo>
                  <a:cubicBezTo>
                    <a:pt x="132" y="264"/>
                    <a:pt x="132" y="264"/>
                    <a:pt x="132" y="264"/>
                  </a:cubicBezTo>
                  <a:cubicBezTo>
                    <a:pt x="165" y="245"/>
                    <a:pt x="165" y="245"/>
                    <a:pt x="165" y="245"/>
                  </a:cubicBezTo>
                  <a:cubicBezTo>
                    <a:pt x="236" y="285"/>
                    <a:pt x="236" y="285"/>
                    <a:pt x="236" y="285"/>
                  </a:cubicBezTo>
                  <a:cubicBezTo>
                    <a:pt x="235" y="298"/>
                    <a:pt x="235" y="298"/>
                    <a:pt x="235" y="298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4" name="Freeform 169">
              <a:extLst>
                <a:ext uri="{FF2B5EF4-FFF2-40B4-BE49-F238E27FC236}">
                  <a16:creationId xmlns:a16="http://schemas.microsoft.com/office/drawing/2014/main" xmlns="" id="{73FF06F4-C87D-42E3-B462-6C99F9C19E98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3051" y="3343275"/>
              <a:ext cx="835025" cy="982663"/>
            </a:xfrm>
            <a:custGeom>
              <a:avLst/>
              <a:gdLst>
                <a:gd name="T0" fmla="*/ 237 w 253"/>
                <a:gd name="T1" fmla="*/ 297 h 298"/>
                <a:gd name="T2" fmla="*/ 237 w 253"/>
                <a:gd name="T3" fmla="*/ 297 h 298"/>
                <a:gd name="T4" fmla="*/ 236 w 253"/>
                <a:gd name="T5" fmla="*/ 298 h 298"/>
                <a:gd name="T6" fmla="*/ 235 w 253"/>
                <a:gd name="T7" fmla="*/ 298 h 298"/>
                <a:gd name="T8" fmla="*/ 237 w 253"/>
                <a:gd name="T9" fmla="*/ 297 h 298"/>
                <a:gd name="T10" fmla="*/ 2 w 253"/>
                <a:gd name="T11" fmla="*/ 8 h 298"/>
                <a:gd name="T12" fmla="*/ 0 w 253"/>
                <a:gd name="T13" fmla="*/ 9 h 298"/>
                <a:gd name="T14" fmla="*/ 0 w 253"/>
                <a:gd name="T15" fmla="*/ 9 h 298"/>
                <a:gd name="T16" fmla="*/ 2 w 253"/>
                <a:gd name="T17" fmla="*/ 8 h 298"/>
                <a:gd name="T18" fmla="*/ 2 w 253"/>
                <a:gd name="T19" fmla="*/ 8 h 298"/>
                <a:gd name="T20" fmla="*/ 2 w 253"/>
                <a:gd name="T21" fmla="*/ 8 h 298"/>
                <a:gd name="T22" fmla="*/ 2 w 253"/>
                <a:gd name="T23" fmla="*/ 8 h 298"/>
                <a:gd name="T24" fmla="*/ 2 w 253"/>
                <a:gd name="T25" fmla="*/ 8 h 298"/>
                <a:gd name="T26" fmla="*/ 2 w 253"/>
                <a:gd name="T27" fmla="*/ 8 h 298"/>
                <a:gd name="T28" fmla="*/ 2 w 253"/>
                <a:gd name="T29" fmla="*/ 8 h 298"/>
                <a:gd name="T30" fmla="*/ 17 w 253"/>
                <a:gd name="T31" fmla="*/ 0 h 298"/>
                <a:gd name="T32" fmla="*/ 14 w 253"/>
                <a:gd name="T33" fmla="*/ 1 h 298"/>
                <a:gd name="T34" fmla="*/ 14 w 253"/>
                <a:gd name="T35" fmla="*/ 1 h 298"/>
                <a:gd name="T36" fmla="*/ 4 w 253"/>
                <a:gd name="T37" fmla="*/ 7 h 298"/>
                <a:gd name="T38" fmla="*/ 7 w 253"/>
                <a:gd name="T39" fmla="*/ 6 h 298"/>
                <a:gd name="T40" fmla="*/ 12 w 253"/>
                <a:gd name="T41" fmla="*/ 7 h 298"/>
                <a:gd name="T42" fmla="*/ 232 w 253"/>
                <a:gd name="T43" fmla="*/ 135 h 298"/>
                <a:gd name="T44" fmla="*/ 243 w 253"/>
                <a:gd name="T45" fmla="*/ 153 h 298"/>
                <a:gd name="T46" fmla="*/ 243 w 253"/>
                <a:gd name="T47" fmla="*/ 288 h 298"/>
                <a:gd name="T48" fmla="*/ 241 w 253"/>
                <a:gd name="T49" fmla="*/ 294 h 298"/>
                <a:gd name="T50" fmla="*/ 240 w 253"/>
                <a:gd name="T51" fmla="*/ 295 h 298"/>
                <a:gd name="T52" fmla="*/ 250 w 253"/>
                <a:gd name="T53" fmla="*/ 290 h 298"/>
                <a:gd name="T54" fmla="*/ 250 w 253"/>
                <a:gd name="T55" fmla="*/ 290 h 298"/>
                <a:gd name="T56" fmla="*/ 250 w 253"/>
                <a:gd name="T57" fmla="*/ 290 h 298"/>
                <a:gd name="T58" fmla="*/ 250 w 253"/>
                <a:gd name="T59" fmla="*/ 290 h 298"/>
                <a:gd name="T60" fmla="*/ 250 w 253"/>
                <a:gd name="T61" fmla="*/ 290 h 298"/>
                <a:gd name="T62" fmla="*/ 250 w 253"/>
                <a:gd name="T63" fmla="*/ 290 h 298"/>
                <a:gd name="T64" fmla="*/ 253 w 253"/>
                <a:gd name="T65" fmla="*/ 283 h 298"/>
                <a:gd name="T66" fmla="*/ 253 w 253"/>
                <a:gd name="T67" fmla="*/ 147 h 298"/>
                <a:gd name="T68" fmla="*/ 242 w 253"/>
                <a:gd name="T69" fmla="*/ 129 h 298"/>
                <a:gd name="T70" fmla="*/ 165 w 253"/>
                <a:gd name="T71" fmla="*/ 84 h 298"/>
                <a:gd name="T72" fmla="*/ 162 w 253"/>
                <a:gd name="T73" fmla="*/ 82 h 298"/>
                <a:gd name="T74" fmla="*/ 34 w 253"/>
                <a:gd name="T75" fmla="*/ 8 h 298"/>
                <a:gd name="T76" fmla="*/ 31 w 253"/>
                <a:gd name="T77" fmla="*/ 7 h 298"/>
                <a:gd name="T78" fmla="*/ 22 w 253"/>
                <a:gd name="T79" fmla="*/ 1 h 298"/>
                <a:gd name="T80" fmla="*/ 17 w 253"/>
                <a:gd name="T81" fmla="*/ 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53" h="298">
                  <a:moveTo>
                    <a:pt x="237" y="297"/>
                  </a:moveTo>
                  <a:cubicBezTo>
                    <a:pt x="237" y="297"/>
                    <a:pt x="237" y="297"/>
                    <a:pt x="237" y="297"/>
                  </a:cubicBezTo>
                  <a:cubicBezTo>
                    <a:pt x="236" y="298"/>
                    <a:pt x="236" y="298"/>
                    <a:pt x="236" y="298"/>
                  </a:cubicBezTo>
                  <a:cubicBezTo>
                    <a:pt x="236" y="298"/>
                    <a:pt x="235" y="298"/>
                    <a:pt x="235" y="298"/>
                  </a:cubicBezTo>
                  <a:cubicBezTo>
                    <a:pt x="237" y="297"/>
                    <a:pt x="237" y="297"/>
                    <a:pt x="237" y="297"/>
                  </a:cubicBezTo>
                  <a:moveTo>
                    <a:pt x="2" y="8"/>
                  </a:moveTo>
                  <a:cubicBezTo>
                    <a:pt x="1" y="8"/>
                    <a:pt x="1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9"/>
                    <a:pt x="1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2" y="8"/>
                  </a:moveTo>
                  <a:cubicBezTo>
                    <a:pt x="2" y="8"/>
                    <a:pt x="2" y="8"/>
                    <a:pt x="2" y="8"/>
                  </a:cubicBezTo>
                  <a:cubicBezTo>
                    <a:pt x="2" y="8"/>
                    <a:pt x="2" y="8"/>
                    <a:pt x="2" y="8"/>
                  </a:cubicBezTo>
                  <a:moveTo>
                    <a:pt x="17" y="0"/>
                  </a:moveTo>
                  <a:cubicBezTo>
                    <a:pt x="16" y="0"/>
                    <a:pt x="15" y="0"/>
                    <a:pt x="14" y="1"/>
                  </a:cubicBezTo>
                  <a:cubicBezTo>
                    <a:pt x="14" y="1"/>
                    <a:pt x="14" y="1"/>
                    <a:pt x="14" y="1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6"/>
                    <a:pt x="6" y="6"/>
                    <a:pt x="7" y="6"/>
                  </a:cubicBezTo>
                  <a:cubicBezTo>
                    <a:pt x="8" y="6"/>
                    <a:pt x="10" y="6"/>
                    <a:pt x="12" y="7"/>
                  </a:cubicBezTo>
                  <a:cubicBezTo>
                    <a:pt x="232" y="135"/>
                    <a:pt x="232" y="135"/>
                    <a:pt x="232" y="135"/>
                  </a:cubicBezTo>
                  <a:cubicBezTo>
                    <a:pt x="238" y="138"/>
                    <a:pt x="243" y="146"/>
                    <a:pt x="243" y="153"/>
                  </a:cubicBezTo>
                  <a:cubicBezTo>
                    <a:pt x="243" y="288"/>
                    <a:pt x="243" y="288"/>
                    <a:pt x="243" y="288"/>
                  </a:cubicBezTo>
                  <a:cubicBezTo>
                    <a:pt x="243" y="291"/>
                    <a:pt x="242" y="293"/>
                    <a:pt x="241" y="294"/>
                  </a:cubicBezTo>
                  <a:cubicBezTo>
                    <a:pt x="241" y="294"/>
                    <a:pt x="241" y="295"/>
                    <a:pt x="240" y="295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0" y="290"/>
                    <a:pt x="250" y="290"/>
                    <a:pt x="250" y="290"/>
                  </a:cubicBezTo>
                  <a:cubicBezTo>
                    <a:pt x="252" y="288"/>
                    <a:pt x="253" y="286"/>
                    <a:pt x="253" y="283"/>
                  </a:cubicBezTo>
                  <a:cubicBezTo>
                    <a:pt x="253" y="147"/>
                    <a:pt x="253" y="147"/>
                    <a:pt x="253" y="147"/>
                  </a:cubicBezTo>
                  <a:cubicBezTo>
                    <a:pt x="253" y="140"/>
                    <a:pt x="248" y="132"/>
                    <a:pt x="242" y="129"/>
                  </a:cubicBezTo>
                  <a:cubicBezTo>
                    <a:pt x="165" y="84"/>
                    <a:pt x="165" y="84"/>
                    <a:pt x="165" y="84"/>
                  </a:cubicBezTo>
                  <a:cubicBezTo>
                    <a:pt x="162" y="82"/>
                    <a:pt x="162" y="82"/>
                    <a:pt x="162" y="82"/>
                  </a:cubicBezTo>
                  <a:cubicBezTo>
                    <a:pt x="34" y="8"/>
                    <a:pt x="34" y="8"/>
                    <a:pt x="34" y="8"/>
                  </a:cubicBezTo>
                  <a:cubicBezTo>
                    <a:pt x="31" y="7"/>
                    <a:pt x="31" y="7"/>
                    <a:pt x="31" y="7"/>
                  </a:cubicBezTo>
                  <a:cubicBezTo>
                    <a:pt x="22" y="1"/>
                    <a:pt x="22" y="1"/>
                    <a:pt x="22" y="1"/>
                  </a:cubicBezTo>
                  <a:cubicBezTo>
                    <a:pt x="20" y="0"/>
                    <a:pt x="19" y="0"/>
                    <a:pt x="17" y="0"/>
                  </a:cubicBezTo>
                </a:path>
              </a:pathLst>
            </a:custGeom>
            <a:gradFill rotWithShape="1">
              <a:gsLst>
                <a:gs pos="0">
                  <a:srgbClr val="42C8D1"/>
                </a:gs>
                <a:gs pos="100000">
                  <a:srgbClr val="2C6692"/>
                </a:gs>
              </a:gsLst>
              <a:lin ang="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5" name="Freeform 170">
              <a:extLst>
                <a:ext uri="{FF2B5EF4-FFF2-40B4-BE49-F238E27FC236}">
                  <a16:creationId xmlns:a16="http://schemas.microsoft.com/office/drawing/2014/main" xmlns="" id="{C763CF50-EE1F-446E-A897-0607512BE83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43526" y="3362325"/>
              <a:ext cx="795338" cy="973138"/>
            </a:xfrm>
            <a:custGeom>
              <a:avLst/>
              <a:gdLst>
                <a:gd name="T0" fmla="*/ 231 w 241"/>
                <a:gd name="T1" fmla="*/ 131 h 295"/>
                <a:gd name="T2" fmla="*/ 10 w 241"/>
                <a:gd name="T3" fmla="*/ 4 h 295"/>
                <a:gd name="T4" fmla="*/ 0 w 241"/>
                <a:gd name="T5" fmla="*/ 10 h 295"/>
                <a:gd name="T6" fmla="*/ 0 w 241"/>
                <a:gd name="T7" fmla="*/ 145 h 295"/>
                <a:gd name="T8" fmla="*/ 10 w 241"/>
                <a:gd name="T9" fmla="*/ 164 h 295"/>
                <a:gd name="T10" fmla="*/ 87 w 241"/>
                <a:gd name="T11" fmla="*/ 208 h 295"/>
                <a:gd name="T12" fmla="*/ 120 w 241"/>
                <a:gd name="T13" fmla="*/ 266 h 295"/>
                <a:gd name="T14" fmla="*/ 154 w 241"/>
                <a:gd name="T15" fmla="*/ 247 h 295"/>
                <a:gd name="T16" fmla="*/ 231 w 241"/>
                <a:gd name="T17" fmla="*/ 291 h 295"/>
                <a:gd name="T18" fmla="*/ 241 w 241"/>
                <a:gd name="T19" fmla="*/ 285 h 295"/>
                <a:gd name="T20" fmla="*/ 241 w 241"/>
                <a:gd name="T21" fmla="*/ 150 h 295"/>
                <a:gd name="T22" fmla="*/ 231 w 241"/>
                <a:gd name="T23" fmla="*/ 131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241" h="295">
                  <a:moveTo>
                    <a:pt x="231" y="131"/>
                  </a:moveTo>
                  <a:cubicBezTo>
                    <a:pt x="10" y="4"/>
                    <a:pt x="10" y="4"/>
                    <a:pt x="10" y="4"/>
                  </a:cubicBezTo>
                  <a:cubicBezTo>
                    <a:pt x="4" y="0"/>
                    <a:pt x="0" y="3"/>
                    <a:pt x="0" y="10"/>
                  </a:cubicBezTo>
                  <a:cubicBezTo>
                    <a:pt x="0" y="145"/>
                    <a:pt x="0" y="145"/>
                    <a:pt x="0" y="145"/>
                  </a:cubicBezTo>
                  <a:cubicBezTo>
                    <a:pt x="0" y="152"/>
                    <a:pt x="4" y="161"/>
                    <a:pt x="10" y="164"/>
                  </a:cubicBezTo>
                  <a:cubicBezTo>
                    <a:pt x="87" y="208"/>
                    <a:pt x="87" y="208"/>
                    <a:pt x="87" y="208"/>
                  </a:cubicBezTo>
                  <a:cubicBezTo>
                    <a:pt x="120" y="266"/>
                    <a:pt x="120" y="266"/>
                    <a:pt x="120" y="266"/>
                  </a:cubicBezTo>
                  <a:cubicBezTo>
                    <a:pt x="154" y="247"/>
                    <a:pt x="154" y="247"/>
                    <a:pt x="154" y="247"/>
                  </a:cubicBezTo>
                  <a:cubicBezTo>
                    <a:pt x="231" y="291"/>
                    <a:pt x="231" y="291"/>
                    <a:pt x="231" y="291"/>
                  </a:cubicBezTo>
                  <a:cubicBezTo>
                    <a:pt x="237" y="295"/>
                    <a:pt x="241" y="292"/>
                    <a:pt x="241" y="285"/>
                  </a:cubicBezTo>
                  <a:cubicBezTo>
                    <a:pt x="241" y="150"/>
                    <a:pt x="241" y="150"/>
                    <a:pt x="241" y="150"/>
                  </a:cubicBezTo>
                  <a:cubicBezTo>
                    <a:pt x="241" y="143"/>
                    <a:pt x="237" y="134"/>
                    <a:pt x="231" y="131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6" name="Freeform 171">
              <a:extLst>
                <a:ext uri="{FF2B5EF4-FFF2-40B4-BE49-F238E27FC236}">
                  <a16:creationId xmlns:a16="http://schemas.microsoft.com/office/drawing/2014/main" xmlns="" id="{9E220766-4E47-4AB6-B40C-DF1BA1E36585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49EB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7" name="Freeform 175">
              <a:extLst>
                <a:ext uri="{FF2B5EF4-FFF2-40B4-BE49-F238E27FC236}">
                  <a16:creationId xmlns:a16="http://schemas.microsoft.com/office/drawing/2014/main" xmlns="" id="{CBAE04A0-1673-4DA8-ADD1-7F75FC0B9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32731" y="3377883"/>
              <a:ext cx="785813" cy="952500"/>
            </a:xfrm>
            <a:custGeom>
              <a:avLst/>
              <a:gdLst>
                <a:gd name="T0" fmla="*/ 3 w 238"/>
                <a:gd name="T1" fmla="*/ 0 h 289"/>
                <a:gd name="T2" fmla="*/ 2 w 238"/>
                <a:gd name="T3" fmla="*/ 0 h 289"/>
                <a:gd name="T4" fmla="*/ 2 w 238"/>
                <a:gd name="T5" fmla="*/ 0 h 289"/>
                <a:gd name="T6" fmla="*/ 2 w 238"/>
                <a:gd name="T7" fmla="*/ 0 h 289"/>
                <a:gd name="T8" fmla="*/ 2 w 238"/>
                <a:gd name="T9" fmla="*/ 0 h 289"/>
                <a:gd name="T10" fmla="*/ 2 w 238"/>
                <a:gd name="T11" fmla="*/ 0 h 289"/>
                <a:gd name="T12" fmla="*/ 0 w 238"/>
                <a:gd name="T13" fmla="*/ 6 h 289"/>
                <a:gd name="T14" fmla="*/ 0 w 238"/>
                <a:gd name="T15" fmla="*/ 142 h 289"/>
                <a:gd name="T16" fmla="*/ 11 w 238"/>
                <a:gd name="T17" fmla="*/ 160 h 289"/>
                <a:gd name="T18" fmla="*/ 88 w 238"/>
                <a:gd name="T19" fmla="*/ 205 h 289"/>
                <a:gd name="T20" fmla="*/ 121 w 238"/>
                <a:gd name="T21" fmla="*/ 262 h 289"/>
                <a:gd name="T22" fmla="*/ 132 w 238"/>
                <a:gd name="T23" fmla="*/ 256 h 289"/>
                <a:gd name="T24" fmla="*/ 151 w 238"/>
                <a:gd name="T25" fmla="*/ 245 h 289"/>
                <a:gd name="T26" fmla="*/ 151 w 238"/>
                <a:gd name="T27" fmla="*/ 245 h 289"/>
                <a:gd name="T28" fmla="*/ 151 w 238"/>
                <a:gd name="T29" fmla="*/ 245 h 289"/>
                <a:gd name="T30" fmla="*/ 155 w 238"/>
                <a:gd name="T31" fmla="*/ 243 h 289"/>
                <a:gd name="T32" fmla="*/ 231 w 238"/>
                <a:gd name="T33" fmla="*/ 287 h 289"/>
                <a:gd name="T34" fmla="*/ 236 w 238"/>
                <a:gd name="T35" fmla="*/ 289 h 289"/>
                <a:gd name="T36" fmla="*/ 236 w 238"/>
                <a:gd name="T37" fmla="*/ 289 h 289"/>
                <a:gd name="T38" fmla="*/ 238 w 238"/>
                <a:gd name="T39" fmla="*/ 283 h 289"/>
                <a:gd name="T40" fmla="*/ 238 w 238"/>
                <a:gd name="T41" fmla="*/ 283 h 289"/>
                <a:gd name="T42" fmla="*/ 238 w 238"/>
                <a:gd name="T43" fmla="*/ 283 h 289"/>
                <a:gd name="T44" fmla="*/ 238 w 238"/>
                <a:gd name="T45" fmla="*/ 283 h 289"/>
                <a:gd name="T46" fmla="*/ 238 w 238"/>
                <a:gd name="T47" fmla="*/ 283 h 289"/>
                <a:gd name="T48" fmla="*/ 238 w 238"/>
                <a:gd name="T49" fmla="*/ 283 h 289"/>
                <a:gd name="T50" fmla="*/ 238 w 238"/>
                <a:gd name="T51" fmla="*/ 283 h 289"/>
                <a:gd name="T52" fmla="*/ 238 w 238"/>
                <a:gd name="T53" fmla="*/ 283 h 289"/>
                <a:gd name="T54" fmla="*/ 238 w 238"/>
                <a:gd name="T55" fmla="*/ 283 h 289"/>
                <a:gd name="T56" fmla="*/ 238 w 238"/>
                <a:gd name="T57" fmla="*/ 148 h 289"/>
                <a:gd name="T58" fmla="*/ 228 w 238"/>
                <a:gd name="T59" fmla="*/ 129 h 289"/>
                <a:gd name="T60" fmla="*/ 7 w 238"/>
                <a:gd name="T61" fmla="*/ 2 h 289"/>
                <a:gd name="T62" fmla="*/ 7 w 238"/>
                <a:gd name="T63" fmla="*/ 2 h 289"/>
                <a:gd name="T64" fmla="*/ 3 w 238"/>
                <a:gd name="T6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38" h="289">
                  <a:moveTo>
                    <a:pt x="3" y="0"/>
                  </a:move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1" y="2"/>
                    <a:pt x="0" y="4"/>
                    <a:pt x="0" y="6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0" y="148"/>
                    <a:pt x="5" y="157"/>
                    <a:pt x="11" y="160"/>
                  </a:cubicBezTo>
                  <a:cubicBezTo>
                    <a:pt x="88" y="205"/>
                    <a:pt x="88" y="205"/>
                    <a:pt x="88" y="205"/>
                  </a:cubicBezTo>
                  <a:cubicBezTo>
                    <a:pt x="121" y="262"/>
                    <a:pt x="121" y="262"/>
                    <a:pt x="121" y="262"/>
                  </a:cubicBezTo>
                  <a:cubicBezTo>
                    <a:pt x="132" y="256"/>
                    <a:pt x="132" y="256"/>
                    <a:pt x="132" y="256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1" y="245"/>
                    <a:pt x="151" y="245"/>
                    <a:pt x="151" y="245"/>
                  </a:cubicBezTo>
                  <a:cubicBezTo>
                    <a:pt x="155" y="243"/>
                    <a:pt x="155" y="243"/>
                    <a:pt x="155" y="243"/>
                  </a:cubicBezTo>
                  <a:cubicBezTo>
                    <a:pt x="231" y="287"/>
                    <a:pt x="231" y="287"/>
                    <a:pt x="231" y="287"/>
                  </a:cubicBezTo>
                  <a:cubicBezTo>
                    <a:pt x="233" y="288"/>
                    <a:pt x="235" y="289"/>
                    <a:pt x="236" y="289"/>
                  </a:cubicBezTo>
                  <a:cubicBezTo>
                    <a:pt x="236" y="289"/>
                    <a:pt x="236" y="289"/>
                    <a:pt x="236" y="289"/>
                  </a:cubicBezTo>
                  <a:cubicBezTo>
                    <a:pt x="238" y="288"/>
                    <a:pt x="238" y="286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283"/>
                    <a:pt x="238" y="283"/>
                    <a:pt x="238" y="283"/>
                  </a:cubicBezTo>
                  <a:cubicBezTo>
                    <a:pt x="238" y="148"/>
                    <a:pt x="238" y="148"/>
                    <a:pt x="238" y="148"/>
                  </a:cubicBezTo>
                  <a:cubicBezTo>
                    <a:pt x="238" y="141"/>
                    <a:pt x="234" y="132"/>
                    <a:pt x="228" y="129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7" y="2"/>
                    <a:pt x="7" y="2"/>
                    <a:pt x="7" y="2"/>
                  </a:cubicBezTo>
                  <a:cubicBezTo>
                    <a:pt x="6" y="1"/>
                    <a:pt x="4" y="0"/>
                    <a:pt x="3" y="0"/>
                  </a:cubicBezTo>
                </a:path>
              </a:pathLst>
            </a:custGeom>
            <a:gradFill rotWithShape="1">
              <a:gsLst>
                <a:gs pos="0">
                  <a:srgbClr val="233877"/>
                </a:gs>
                <a:gs pos="100000">
                  <a:srgbClr val="338CAA"/>
                </a:gs>
              </a:gsLst>
              <a:lin ang="12000000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8" name="Freeform 178">
              <a:extLst>
                <a:ext uri="{FF2B5EF4-FFF2-40B4-BE49-F238E27FC236}">
                  <a16:creationId xmlns:a16="http://schemas.microsoft.com/office/drawing/2014/main" xmlns="" id="{BFAA404D-07BC-435C-92F1-7EAC663432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0263"/>
              <a:ext cx="3175" cy="3175"/>
            </a:xfrm>
            <a:custGeom>
              <a:avLst/>
              <a:gdLst>
                <a:gd name="T0" fmla="*/ 1 w 1"/>
                <a:gd name="T1" fmla="*/ 0 h 1"/>
                <a:gd name="T2" fmla="*/ 0 w 1"/>
                <a:gd name="T3" fmla="*/ 1 h 1"/>
                <a:gd name="T4" fmla="*/ 0 w 1"/>
                <a:gd name="T5" fmla="*/ 1 h 1"/>
                <a:gd name="T6" fmla="*/ 0 w 1"/>
                <a:gd name="T7" fmla="*/ 1 h 1"/>
                <a:gd name="T8" fmla="*/ 1 w 1"/>
                <a:gd name="T9" fmla="*/ 0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" h="1">
                  <a:moveTo>
                    <a:pt x="1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9" name="Freeform 179">
              <a:extLst>
                <a:ext uri="{FF2B5EF4-FFF2-40B4-BE49-F238E27FC236}">
                  <a16:creationId xmlns:a16="http://schemas.microsoft.com/office/drawing/2014/main" xmlns="" id="{D490FBBA-3B99-4D1F-8880-ED9BBB009A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5500"/>
              <a:ext cx="14288" cy="7938"/>
            </a:xfrm>
            <a:custGeom>
              <a:avLst/>
              <a:gdLst>
                <a:gd name="T0" fmla="*/ 4 w 4"/>
                <a:gd name="T1" fmla="*/ 0 h 2"/>
                <a:gd name="T2" fmla="*/ 4 w 4"/>
                <a:gd name="T3" fmla="*/ 0 h 2"/>
                <a:gd name="T4" fmla="*/ 1 w 4"/>
                <a:gd name="T5" fmla="*/ 1 h 2"/>
                <a:gd name="T6" fmla="*/ 0 w 4"/>
                <a:gd name="T7" fmla="*/ 2 h 2"/>
                <a:gd name="T8" fmla="*/ 0 w 4"/>
                <a:gd name="T9" fmla="*/ 2 h 2"/>
                <a:gd name="T10" fmla="*/ 4 w 4"/>
                <a:gd name="T11" fmla="*/ 0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0" name="Freeform 180">
              <a:extLst>
                <a:ext uri="{FF2B5EF4-FFF2-40B4-BE49-F238E27FC236}">
                  <a16:creationId xmlns:a16="http://schemas.microsoft.com/office/drawing/2014/main" xmlns="" id="{05706127-DCED-4513-840A-3BD3AB114F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62325"/>
              <a:ext cx="801688" cy="950913"/>
            </a:xfrm>
            <a:custGeom>
              <a:avLst/>
              <a:gdLst>
                <a:gd name="T0" fmla="*/ 7 w 243"/>
                <a:gd name="T1" fmla="*/ 0 h 288"/>
                <a:gd name="T2" fmla="*/ 4 w 243"/>
                <a:gd name="T3" fmla="*/ 1 h 288"/>
                <a:gd name="T4" fmla="*/ 0 w 243"/>
                <a:gd name="T5" fmla="*/ 3 h 288"/>
                <a:gd name="T6" fmla="*/ 2 w 243"/>
                <a:gd name="T7" fmla="*/ 2 h 288"/>
                <a:gd name="T8" fmla="*/ 2 w 243"/>
                <a:gd name="T9" fmla="*/ 2 h 288"/>
                <a:gd name="T10" fmla="*/ 2 w 243"/>
                <a:gd name="T11" fmla="*/ 2 h 288"/>
                <a:gd name="T12" fmla="*/ 2 w 243"/>
                <a:gd name="T13" fmla="*/ 2 h 288"/>
                <a:gd name="T14" fmla="*/ 2 w 243"/>
                <a:gd name="T15" fmla="*/ 2 h 288"/>
                <a:gd name="T16" fmla="*/ 2 w 243"/>
                <a:gd name="T17" fmla="*/ 2 h 288"/>
                <a:gd name="T18" fmla="*/ 6 w 243"/>
                <a:gd name="T19" fmla="*/ 1 h 288"/>
                <a:gd name="T20" fmla="*/ 11 w 243"/>
                <a:gd name="T21" fmla="*/ 2 h 288"/>
                <a:gd name="T22" fmla="*/ 231 w 243"/>
                <a:gd name="T23" fmla="*/ 129 h 288"/>
                <a:gd name="T24" fmla="*/ 242 w 243"/>
                <a:gd name="T25" fmla="*/ 148 h 288"/>
                <a:gd name="T26" fmla="*/ 242 w 243"/>
                <a:gd name="T27" fmla="*/ 283 h 288"/>
                <a:gd name="T28" fmla="*/ 242 w 243"/>
                <a:gd name="T29" fmla="*/ 283 h 288"/>
                <a:gd name="T30" fmla="*/ 241 w 243"/>
                <a:gd name="T31" fmla="*/ 288 h 288"/>
                <a:gd name="T32" fmla="*/ 243 w 243"/>
                <a:gd name="T33" fmla="*/ 282 h 288"/>
                <a:gd name="T34" fmla="*/ 243 w 243"/>
                <a:gd name="T35" fmla="*/ 147 h 288"/>
                <a:gd name="T36" fmla="*/ 232 w 243"/>
                <a:gd name="T37" fmla="*/ 129 h 288"/>
                <a:gd name="T38" fmla="*/ 12 w 243"/>
                <a:gd name="T39" fmla="*/ 1 h 288"/>
                <a:gd name="T40" fmla="*/ 7 w 243"/>
                <a:gd name="T41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43" h="288">
                  <a:moveTo>
                    <a:pt x="7" y="0"/>
                  </a:moveTo>
                  <a:cubicBezTo>
                    <a:pt x="6" y="0"/>
                    <a:pt x="5" y="0"/>
                    <a:pt x="4" y="1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3" y="1"/>
                    <a:pt x="5" y="1"/>
                    <a:pt x="6" y="1"/>
                  </a:cubicBezTo>
                  <a:cubicBezTo>
                    <a:pt x="8" y="1"/>
                    <a:pt x="9" y="1"/>
                    <a:pt x="11" y="2"/>
                  </a:cubicBezTo>
                  <a:cubicBezTo>
                    <a:pt x="231" y="129"/>
                    <a:pt x="231" y="129"/>
                    <a:pt x="231" y="129"/>
                  </a:cubicBezTo>
                  <a:cubicBezTo>
                    <a:pt x="237" y="133"/>
                    <a:pt x="242" y="141"/>
                    <a:pt x="242" y="148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3"/>
                    <a:pt x="242" y="283"/>
                    <a:pt x="242" y="283"/>
                  </a:cubicBezTo>
                  <a:cubicBezTo>
                    <a:pt x="242" y="285"/>
                    <a:pt x="242" y="287"/>
                    <a:pt x="241" y="288"/>
                  </a:cubicBezTo>
                  <a:cubicBezTo>
                    <a:pt x="242" y="287"/>
                    <a:pt x="243" y="285"/>
                    <a:pt x="243" y="282"/>
                  </a:cubicBezTo>
                  <a:cubicBezTo>
                    <a:pt x="243" y="147"/>
                    <a:pt x="243" y="147"/>
                    <a:pt x="243" y="147"/>
                  </a:cubicBezTo>
                  <a:cubicBezTo>
                    <a:pt x="243" y="140"/>
                    <a:pt x="238" y="132"/>
                    <a:pt x="232" y="129"/>
                  </a:cubicBezTo>
                  <a:cubicBezTo>
                    <a:pt x="12" y="1"/>
                    <a:pt x="12" y="1"/>
                    <a:pt x="12" y="1"/>
                  </a:cubicBezTo>
                  <a:cubicBezTo>
                    <a:pt x="10" y="0"/>
                    <a:pt x="8" y="0"/>
                    <a:pt x="7" y="0"/>
                  </a:cubicBezTo>
                </a:path>
              </a:pathLst>
            </a:custGeom>
            <a:solidFill>
              <a:srgbClr val="373D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1" name="Freeform 181">
              <a:extLst>
                <a:ext uri="{FF2B5EF4-FFF2-40B4-BE49-F238E27FC236}">
                  <a16:creationId xmlns:a16="http://schemas.microsoft.com/office/drawing/2014/main" xmlns="" id="{2EC828FC-01D2-484F-9636-FEE3D4CC282C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2" name="Rectangle 182">
              <a:extLst>
                <a:ext uri="{FF2B5EF4-FFF2-40B4-BE49-F238E27FC236}">
                  <a16:creationId xmlns:a16="http://schemas.microsoft.com/office/drawing/2014/main" xmlns="" id="{66AE8E7E-FFF4-4CCB-8979-7822DC9ACC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1588" cy="1588"/>
            </a:xfrm>
            <a:prstGeom prst="rect">
              <a:avLst/>
            </a:pr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" name="Freeform 183">
              <a:extLst>
                <a:ext uri="{FF2B5EF4-FFF2-40B4-BE49-F238E27FC236}">
                  <a16:creationId xmlns:a16="http://schemas.microsoft.com/office/drawing/2014/main" xmlns="" id="{8676D9B5-53AC-4347-9C36-47D1E20137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3051" y="3373438"/>
              <a:ext cx="0" cy="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rect l="0" t="0" r="r" b="b"/>
              <a:pathLst>
                <a:path>
                  <a:moveTo>
                    <a:pt x="0" y="0"/>
                  </a:move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4" name="Freeform 186">
              <a:extLst>
                <a:ext uri="{FF2B5EF4-FFF2-40B4-BE49-F238E27FC236}">
                  <a16:creationId xmlns:a16="http://schemas.microsoft.com/office/drawing/2014/main" xmlns="" id="{BB5420F2-868C-45B1-BAC0-89DC0CF6F0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9401" y="3365500"/>
              <a:ext cx="792163" cy="957263"/>
            </a:xfrm>
            <a:custGeom>
              <a:avLst/>
              <a:gdLst>
                <a:gd name="T0" fmla="*/ 4 w 240"/>
                <a:gd name="T1" fmla="*/ 0 h 290"/>
                <a:gd name="T2" fmla="*/ 0 w 240"/>
                <a:gd name="T3" fmla="*/ 1 h 290"/>
                <a:gd name="T4" fmla="*/ 0 w 240"/>
                <a:gd name="T5" fmla="*/ 1 h 290"/>
                <a:gd name="T6" fmla="*/ 0 w 240"/>
                <a:gd name="T7" fmla="*/ 1 h 290"/>
                <a:gd name="T8" fmla="*/ 0 w 240"/>
                <a:gd name="T9" fmla="*/ 1 h 290"/>
                <a:gd name="T10" fmla="*/ 0 w 240"/>
                <a:gd name="T11" fmla="*/ 1 h 290"/>
                <a:gd name="T12" fmla="*/ 1 w 240"/>
                <a:gd name="T13" fmla="*/ 1 h 290"/>
                <a:gd name="T14" fmla="*/ 5 w 240"/>
                <a:gd name="T15" fmla="*/ 3 h 290"/>
                <a:gd name="T16" fmla="*/ 5 w 240"/>
                <a:gd name="T17" fmla="*/ 3 h 290"/>
                <a:gd name="T18" fmla="*/ 226 w 240"/>
                <a:gd name="T19" fmla="*/ 130 h 290"/>
                <a:gd name="T20" fmla="*/ 236 w 240"/>
                <a:gd name="T21" fmla="*/ 149 h 290"/>
                <a:gd name="T22" fmla="*/ 236 w 240"/>
                <a:gd name="T23" fmla="*/ 284 h 290"/>
                <a:gd name="T24" fmla="*/ 236 w 240"/>
                <a:gd name="T25" fmla="*/ 284 h 290"/>
                <a:gd name="T26" fmla="*/ 236 w 240"/>
                <a:gd name="T27" fmla="*/ 284 h 290"/>
                <a:gd name="T28" fmla="*/ 236 w 240"/>
                <a:gd name="T29" fmla="*/ 284 h 290"/>
                <a:gd name="T30" fmla="*/ 236 w 240"/>
                <a:gd name="T31" fmla="*/ 284 h 290"/>
                <a:gd name="T32" fmla="*/ 236 w 240"/>
                <a:gd name="T33" fmla="*/ 284 h 290"/>
                <a:gd name="T34" fmla="*/ 236 w 240"/>
                <a:gd name="T35" fmla="*/ 284 h 290"/>
                <a:gd name="T36" fmla="*/ 236 w 240"/>
                <a:gd name="T37" fmla="*/ 284 h 290"/>
                <a:gd name="T38" fmla="*/ 236 w 240"/>
                <a:gd name="T39" fmla="*/ 284 h 290"/>
                <a:gd name="T40" fmla="*/ 236 w 240"/>
                <a:gd name="T41" fmla="*/ 284 h 290"/>
                <a:gd name="T42" fmla="*/ 234 w 240"/>
                <a:gd name="T43" fmla="*/ 290 h 290"/>
                <a:gd name="T44" fmla="*/ 235 w 240"/>
                <a:gd name="T45" fmla="*/ 290 h 290"/>
                <a:gd name="T46" fmla="*/ 237 w 240"/>
                <a:gd name="T47" fmla="*/ 288 h 290"/>
                <a:gd name="T48" fmla="*/ 237 w 240"/>
                <a:gd name="T49" fmla="*/ 288 h 290"/>
                <a:gd name="T50" fmla="*/ 237 w 240"/>
                <a:gd name="T51" fmla="*/ 288 h 290"/>
                <a:gd name="T52" fmla="*/ 237 w 240"/>
                <a:gd name="T53" fmla="*/ 288 h 290"/>
                <a:gd name="T54" fmla="*/ 239 w 240"/>
                <a:gd name="T55" fmla="*/ 287 h 290"/>
                <a:gd name="T56" fmla="*/ 240 w 240"/>
                <a:gd name="T57" fmla="*/ 282 h 290"/>
                <a:gd name="T58" fmla="*/ 240 w 240"/>
                <a:gd name="T59" fmla="*/ 147 h 290"/>
                <a:gd name="T60" fmla="*/ 229 w 240"/>
                <a:gd name="T61" fmla="*/ 128 h 290"/>
                <a:gd name="T62" fmla="*/ 9 w 240"/>
                <a:gd name="T63" fmla="*/ 1 h 290"/>
                <a:gd name="T64" fmla="*/ 4 w 240"/>
                <a:gd name="T65" fmla="*/ 0 h 2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0" h="290">
                  <a:moveTo>
                    <a:pt x="4" y="0"/>
                  </a:moveTo>
                  <a:cubicBezTo>
                    <a:pt x="3" y="0"/>
                    <a:pt x="1" y="0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1" y="1"/>
                  </a:cubicBezTo>
                  <a:cubicBezTo>
                    <a:pt x="2" y="1"/>
                    <a:pt x="4" y="2"/>
                    <a:pt x="5" y="3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226" y="130"/>
                    <a:pt x="226" y="130"/>
                    <a:pt x="226" y="130"/>
                  </a:cubicBezTo>
                  <a:cubicBezTo>
                    <a:pt x="232" y="133"/>
                    <a:pt x="236" y="142"/>
                    <a:pt x="236" y="149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4"/>
                    <a:pt x="236" y="284"/>
                    <a:pt x="236" y="284"/>
                  </a:cubicBezTo>
                  <a:cubicBezTo>
                    <a:pt x="236" y="287"/>
                    <a:pt x="236" y="289"/>
                    <a:pt x="234" y="290"/>
                  </a:cubicBezTo>
                  <a:cubicBezTo>
                    <a:pt x="235" y="290"/>
                    <a:pt x="235" y="290"/>
                    <a:pt x="235" y="290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7" y="288"/>
                    <a:pt x="237" y="288"/>
                    <a:pt x="237" y="288"/>
                  </a:cubicBezTo>
                  <a:cubicBezTo>
                    <a:pt x="238" y="288"/>
                    <a:pt x="239" y="288"/>
                    <a:pt x="239" y="287"/>
                  </a:cubicBezTo>
                  <a:cubicBezTo>
                    <a:pt x="240" y="286"/>
                    <a:pt x="240" y="284"/>
                    <a:pt x="240" y="282"/>
                  </a:cubicBezTo>
                  <a:cubicBezTo>
                    <a:pt x="240" y="147"/>
                    <a:pt x="240" y="147"/>
                    <a:pt x="240" y="147"/>
                  </a:cubicBezTo>
                  <a:cubicBezTo>
                    <a:pt x="240" y="140"/>
                    <a:pt x="235" y="132"/>
                    <a:pt x="229" y="128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0"/>
                    <a:pt x="6" y="0"/>
                    <a:pt x="4" y="0"/>
                  </a:cubicBezTo>
                </a:path>
              </a:pathLst>
            </a:custGeom>
            <a:solidFill>
              <a:srgbClr val="333D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5" name="Freeform 187">
              <a:extLst>
                <a:ext uri="{FF2B5EF4-FFF2-40B4-BE49-F238E27FC236}">
                  <a16:creationId xmlns:a16="http://schemas.microsoft.com/office/drawing/2014/main" xmlns="" id="{212E335B-E0EE-4EA2-8379-C441DD026D17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359401" y="3370263"/>
              <a:ext cx="779463" cy="952500"/>
            </a:xfrm>
            <a:custGeom>
              <a:avLst/>
              <a:gdLst>
                <a:gd name="T0" fmla="*/ 236 w 236"/>
                <a:gd name="T1" fmla="*/ 283 h 289"/>
                <a:gd name="T2" fmla="*/ 234 w 236"/>
                <a:gd name="T3" fmla="*/ 289 h 289"/>
                <a:gd name="T4" fmla="*/ 234 w 236"/>
                <a:gd name="T5" fmla="*/ 289 h 289"/>
                <a:gd name="T6" fmla="*/ 236 w 236"/>
                <a:gd name="T7" fmla="*/ 283 h 289"/>
                <a:gd name="T8" fmla="*/ 236 w 236"/>
                <a:gd name="T9" fmla="*/ 283 h 289"/>
                <a:gd name="T10" fmla="*/ 236 w 236"/>
                <a:gd name="T11" fmla="*/ 283 h 289"/>
                <a:gd name="T12" fmla="*/ 236 w 236"/>
                <a:gd name="T13" fmla="*/ 283 h 289"/>
                <a:gd name="T14" fmla="*/ 236 w 236"/>
                <a:gd name="T15" fmla="*/ 283 h 289"/>
                <a:gd name="T16" fmla="*/ 236 w 236"/>
                <a:gd name="T17" fmla="*/ 283 h 289"/>
                <a:gd name="T18" fmla="*/ 236 w 236"/>
                <a:gd name="T19" fmla="*/ 283 h 289"/>
                <a:gd name="T20" fmla="*/ 236 w 236"/>
                <a:gd name="T21" fmla="*/ 283 h 289"/>
                <a:gd name="T22" fmla="*/ 236 w 236"/>
                <a:gd name="T23" fmla="*/ 283 h 289"/>
                <a:gd name="T24" fmla="*/ 236 w 236"/>
                <a:gd name="T25" fmla="*/ 283 h 289"/>
                <a:gd name="T26" fmla="*/ 236 w 236"/>
                <a:gd name="T27" fmla="*/ 283 h 289"/>
                <a:gd name="T28" fmla="*/ 236 w 236"/>
                <a:gd name="T29" fmla="*/ 283 h 289"/>
                <a:gd name="T30" fmla="*/ 236 w 236"/>
                <a:gd name="T31" fmla="*/ 283 h 289"/>
                <a:gd name="T32" fmla="*/ 0 w 236"/>
                <a:gd name="T33" fmla="*/ 0 h 289"/>
                <a:gd name="T34" fmla="*/ 0 w 236"/>
                <a:gd name="T35" fmla="*/ 0 h 289"/>
                <a:gd name="T36" fmla="*/ 0 w 236"/>
                <a:gd name="T37" fmla="*/ 0 h 289"/>
                <a:gd name="T38" fmla="*/ 0 w 236"/>
                <a:gd name="T39" fmla="*/ 0 h 289"/>
                <a:gd name="T40" fmla="*/ 0 w 236"/>
                <a:gd name="T41" fmla="*/ 0 h 289"/>
                <a:gd name="T42" fmla="*/ 0 w 236"/>
                <a:gd name="T43" fmla="*/ 0 h 289"/>
                <a:gd name="T44" fmla="*/ 0 w 236"/>
                <a:gd name="T45" fmla="*/ 0 h 289"/>
                <a:gd name="T46" fmla="*/ 1 w 236"/>
                <a:gd name="T47" fmla="*/ 0 h 289"/>
                <a:gd name="T48" fmla="*/ 0 w 236"/>
                <a:gd name="T49" fmla="*/ 0 h 289"/>
                <a:gd name="T50" fmla="*/ 1 w 236"/>
                <a:gd name="T51" fmla="*/ 0 h 289"/>
                <a:gd name="T52" fmla="*/ 5 w 236"/>
                <a:gd name="T53" fmla="*/ 2 h 289"/>
                <a:gd name="T54" fmla="*/ 1 w 236"/>
                <a:gd name="T5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236" h="289">
                  <a:moveTo>
                    <a:pt x="236" y="283"/>
                  </a:moveTo>
                  <a:cubicBezTo>
                    <a:pt x="236" y="286"/>
                    <a:pt x="236" y="288"/>
                    <a:pt x="234" y="289"/>
                  </a:cubicBezTo>
                  <a:cubicBezTo>
                    <a:pt x="234" y="289"/>
                    <a:pt x="234" y="289"/>
                    <a:pt x="234" y="289"/>
                  </a:cubicBezTo>
                  <a:cubicBezTo>
                    <a:pt x="236" y="288"/>
                    <a:pt x="236" y="286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236" y="283"/>
                  </a:moveTo>
                  <a:cubicBezTo>
                    <a:pt x="236" y="283"/>
                    <a:pt x="236" y="283"/>
                    <a:pt x="236" y="283"/>
                  </a:cubicBezTo>
                  <a:cubicBezTo>
                    <a:pt x="236" y="283"/>
                    <a:pt x="236" y="283"/>
                    <a:pt x="236" y="283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moveTo>
                    <a:pt x="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4" y="1"/>
                    <a:pt x="5" y="2"/>
                  </a:cubicBezTo>
                  <a:cubicBezTo>
                    <a:pt x="4" y="1"/>
                    <a:pt x="2" y="0"/>
                    <a:pt x="1" y="0"/>
                  </a:cubicBezTo>
                </a:path>
              </a:pathLst>
            </a:custGeom>
            <a:solidFill>
              <a:srgbClr val="333B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6" name="Freeform 209">
              <a:extLst>
                <a:ext uri="{FF2B5EF4-FFF2-40B4-BE49-F238E27FC236}">
                  <a16:creationId xmlns:a16="http://schemas.microsoft.com/office/drawing/2014/main" xmlns="" id="{E245FF98-59F8-42A9-8B51-D1B16ADCEA8A}"/>
                </a:ext>
              </a:extLst>
            </p:cNvPr>
            <p:cNvSpPr>
              <a:spLocks noEditPoints="1" noChangeArrowheads="1"/>
            </p:cNvSpPr>
            <p:nvPr/>
          </p:nvSpPr>
          <p:spPr bwMode="auto">
            <a:xfrm>
              <a:off x="5934076" y="3379788"/>
              <a:ext cx="12700" cy="22225"/>
            </a:xfrm>
            <a:custGeom>
              <a:avLst/>
              <a:gdLst>
                <a:gd name="T0" fmla="*/ 3 w 4"/>
                <a:gd name="T1" fmla="*/ 0 h 7"/>
                <a:gd name="T2" fmla="*/ 0 w 4"/>
                <a:gd name="T3" fmla="*/ 7 h 7"/>
                <a:gd name="T4" fmla="*/ 1 w 4"/>
                <a:gd name="T5" fmla="*/ 6 h 7"/>
                <a:gd name="T6" fmla="*/ 3 w 4"/>
                <a:gd name="T7" fmla="*/ 0 h 7"/>
                <a:gd name="T8" fmla="*/ 4 w 4"/>
                <a:gd name="T9" fmla="*/ 0 h 7"/>
                <a:gd name="T10" fmla="*/ 3 w 4"/>
                <a:gd name="T11" fmla="*/ 0 h 7"/>
                <a:gd name="T12" fmla="*/ 4 w 4"/>
                <a:gd name="T13" fmla="*/ 0 h 7"/>
                <a:gd name="T14" fmla="*/ 4 w 4"/>
                <a:gd name="T15" fmla="*/ 0 h 7"/>
                <a:gd name="T16" fmla="*/ 4 w 4"/>
                <a:gd name="T17" fmla="*/ 0 h 7"/>
                <a:gd name="T18" fmla="*/ 4 w 4"/>
                <a:gd name="T19" fmla="*/ 0 h 7"/>
                <a:gd name="T20" fmla="*/ 4 w 4"/>
                <a:gd name="T21" fmla="*/ 0 h 7"/>
                <a:gd name="T22" fmla="*/ 4 w 4"/>
                <a:gd name="T23" fmla="*/ 0 h 7"/>
                <a:gd name="T24" fmla="*/ 4 w 4"/>
                <a:gd name="T25" fmla="*/ 0 h 7"/>
                <a:gd name="T26" fmla="*/ 4 w 4"/>
                <a:gd name="T27" fmla="*/ 0 h 7"/>
                <a:gd name="T28" fmla="*/ 4 w 4"/>
                <a:gd name="T29" fmla="*/ 0 h 7"/>
                <a:gd name="T30" fmla="*/ 4 w 4"/>
                <a:gd name="T31" fmla="*/ 0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" h="7">
                  <a:moveTo>
                    <a:pt x="3" y="0"/>
                  </a:moveTo>
                  <a:cubicBezTo>
                    <a:pt x="3" y="3"/>
                    <a:pt x="2" y="6"/>
                    <a:pt x="0" y="7"/>
                  </a:cubicBezTo>
                  <a:cubicBezTo>
                    <a:pt x="1" y="6"/>
                    <a:pt x="1" y="6"/>
                    <a:pt x="1" y="6"/>
                  </a:cubicBezTo>
                  <a:cubicBezTo>
                    <a:pt x="2" y="5"/>
                    <a:pt x="3" y="3"/>
                    <a:pt x="3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3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moveTo>
                    <a:pt x="4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solidFill>
              <a:srgbClr val="312A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7" name="Freeform 168">
            <a:extLst>
              <a:ext uri="{FF2B5EF4-FFF2-40B4-BE49-F238E27FC236}">
                <a16:creationId xmlns:a16="http://schemas.microsoft.com/office/drawing/2014/main" xmlns="" id="{C0745924-2690-4861-BFA6-57FA630019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42 w 253"/>
              <a:gd name="T1" fmla="*/ 129 h 298"/>
              <a:gd name="T2" fmla="*/ 22 w 253"/>
              <a:gd name="T3" fmla="*/ 1 h 298"/>
              <a:gd name="T4" fmla="*/ 14 w 253"/>
              <a:gd name="T5" fmla="*/ 1 h 298"/>
              <a:gd name="T6" fmla="*/ 14 w 253"/>
              <a:gd name="T7" fmla="*/ 1 h 298"/>
              <a:gd name="T8" fmla="*/ 14 w 253"/>
              <a:gd name="T9" fmla="*/ 1 h 298"/>
              <a:gd name="T10" fmla="*/ 14 w 253"/>
              <a:gd name="T11" fmla="*/ 1 h 298"/>
              <a:gd name="T12" fmla="*/ 0 w 253"/>
              <a:gd name="T13" fmla="*/ 9 h 298"/>
              <a:gd name="T14" fmla="*/ 11 w 253"/>
              <a:gd name="T15" fmla="*/ 14 h 298"/>
              <a:gd name="T16" fmla="*/ 11 w 253"/>
              <a:gd name="T17" fmla="*/ 143 h 298"/>
              <a:gd name="T18" fmla="*/ 22 w 253"/>
              <a:gd name="T19" fmla="*/ 162 h 298"/>
              <a:gd name="T20" fmla="*/ 98 w 253"/>
              <a:gd name="T21" fmla="*/ 206 h 298"/>
              <a:gd name="T22" fmla="*/ 132 w 253"/>
              <a:gd name="T23" fmla="*/ 264 h 298"/>
              <a:gd name="T24" fmla="*/ 165 w 253"/>
              <a:gd name="T25" fmla="*/ 245 h 298"/>
              <a:gd name="T26" fmla="*/ 236 w 253"/>
              <a:gd name="T27" fmla="*/ 285 h 298"/>
              <a:gd name="T28" fmla="*/ 235 w 253"/>
              <a:gd name="T29" fmla="*/ 298 h 298"/>
              <a:gd name="T30" fmla="*/ 250 w 253"/>
              <a:gd name="T31" fmla="*/ 290 h 298"/>
              <a:gd name="T32" fmla="*/ 250 w 253"/>
              <a:gd name="T33" fmla="*/ 290 h 298"/>
              <a:gd name="T34" fmla="*/ 250 w 253"/>
              <a:gd name="T35" fmla="*/ 290 h 298"/>
              <a:gd name="T36" fmla="*/ 250 w 253"/>
              <a:gd name="T37" fmla="*/ 290 h 298"/>
              <a:gd name="T38" fmla="*/ 253 w 253"/>
              <a:gd name="T39" fmla="*/ 283 h 298"/>
              <a:gd name="T40" fmla="*/ 253 w 253"/>
              <a:gd name="T41" fmla="*/ 147 h 298"/>
              <a:gd name="T42" fmla="*/ 242 w 253"/>
              <a:gd name="T43" fmla="*/ 129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253" h="298">
                <a:moveTo>
                  <a:pt x="242" y="129"/>
                </a:moveTo>
                <a:cubicBezTo>
                  <a:pt x="22" y="1"/>
                  <a:pt x="22" y="1"/>
                  <a:pt x="22" y="1"/>
                </a:cubicBezTo>
                <a:cubicBezTo>
                  <a:pt x="19" y="0"/>
                  <a:pt x="16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0" y="9"/>
                  <a:pt x="0" y="9"/>
                  <a:pt x="0" y="9"/>
                </a:cubicBezTo>
                <a:cubicBezTo>
                  <a:pt x="11" y="14"/>
                  <a:pt x="11" y="14"/>
                  <a:pt x="11" y="14"/>
                </a:cubicBezTo>
                <a:cubicBezTo>
                  <a:pt x="11" y="143"/>
                  <a:pt x="11" y="143"/>
                  <a:pt x="11" y="143"/>
                </a:cubicBezTo>
                <a:cubicBezTo>
                  <a:pt x="11" y="150"/>
                  <a:pt x="16" y="158"/>
                  <a:pt x="22" y="162"/>
                </a:cubicBezTo>
                <a:cubicBezTo>
                  <a:pt x="98" y="206"/>
                  <a:pt x="98" y="206"/>
                  <a:pt x="98" y="206"/>
                </a:cubicBezTo>
                <a:cubicBezTo>
                  <a:pt x="132" y="264"/>
                  <a:pt x="132" y="264"/>
                  <a:pt x="132" y="264"/>
                </a:cubicBezTo>
                <a:cubicBezTo>
                  <a:pt x="165" y="245"/>
                  <a:pt x="165" y="245"/>
                  <a:pt x="165" y="245"/>
                </a:cubicBezTo>
                <a:cubicBezTo>
                  <a:pt x="236" y="285"/>
                  <a:pt x="236" y="285"/>
                  <a:pt x="236" y="285"/>
                </a:cubicBezTo>
                <a:cubicBezTo>
                  <a:pt x="235" y="298"/>
                  <a:pt x="235" y="298"/>
                  <a:pt x="235" y="298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8" name="Freeform 169">
            <a:extLst>
              <a:ext uri="{FF2B5EF4-FFF2-40B4-BE49-F238E27FC236}">
                <a16:creationId xmlns:a16="http://schemas.microsoft.com/office/drawing/2014/main" xmlns="" id="{3BA63241-B4F6-41AD-8097-BA7F17D9808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1225" y="2065338"/>
            <a:ext cx="1047750" cy="1231900"/>
          </a:xfrm>
          <a:custGeom>
            <a:avLst/>
            <a:gdLst>
              <a:gd name="T0" fmla="*/ 237 w 253"/>
              <a:gd name="T1" fmla="*/ 297 h 298"/>
              <a:gd name="T2" fmla="*/ 237 w 253"/>
              <a:gd name="T3" fmla="*/ 297 h 298"/>
              <a:gd name="T4" fmla="*/ 236 w 253"/>
              <a:gd name="T5" fmla="*/ 298 h 298"/>
              <a:gd name="T6" fmla="*/ 235 w 253"/>
              <a:gd name="T7" fmla="*/ 298 h 298"/>
              <a:gd name="T8" fmla="*/ 237 w 253"/>
              <a:gd name="T9" fmla="*/ 297 h 298"/>
              <a:gd name="T10" fmla="*/ 2 w 253"/>
              <a:gd name="T11" fmla="*/ 8 h 298"/>
              <a:gd name="T12" fmla="*/ 0 w 253"/>
              <a:gd name="T13" fmla="*/ 9 h 298"/>
              <a:gd name="T14" fmla="*/ 0 w 253"/>
              <a:gd name="T15" fmla="*/ 9 h 298"/>
              <a:gd name="T16" fmla="*/ 2 w 253"/>
              <a:gd name="T17" fmla="*/ 8 h 298"/>
              <a:gd name="T18" fmla="*/ 2 w 253"/>
              <a:gd name="T19" fmla="*/ 8 h 298"/>
              <a:gd name="T20" fmla="*/ 2 w 253"/>
              <a:gd name="T21" fmla="*/ 8 h 298"/>
              <a:gd name="T22" fmla="*/ 2 w 253"/>
              <a:gd name="T23" fmla="*/ 8 h 298"/>
              <a:gd name="T24" fmla="*/ 2 w 253"/>
              <a:gd name="T25" fmla="*/ 8 h 298"/>
              <a:gd name="T26" fmla="*/ 2 w 253"/>
              <a:gd name="T27" fmla="*/ 8 h 298"/>
              <a:gd name="T28" fmla="*/ 2 w 253"/>
              <a:gd name="T29" fmla="*/ 8 h 298"/>
              <a:gd name="T30" fmla="*/ 17 w 253"/>
              <a:gd name="T31" fmla="*/ 0 h 298"/>
              <a:gd name="T32" fmla="*/ 14 w 253"/>
              <a:gd name="T33" fmla="*/ 1 h 298"/>
              <a:gd name="T34" fmla="*/ 14 w 253"/>
              <a:gd name="T35" fmla="*/ 1 h 298"/>
              <a:gd name="T36" fmla="*/ 4 w 253"/>
              <a:gd name="T37" fmla="*/ 7 h 298"/>
              <a:gd name="T38" fmla="*/ 7 w 253"/>
              <a:gd name="T39" fmla="*/ 6 h 298"/>
              <a:gd name="T40" fmla="*/ 12 w 253"/>
              <a:gd name="T41" fmla="*/ 7 h 298"/>
              <a:gd name="T42" fmla="*/ 232 w 253"/>
              <a:gd name="T43" fmla="*/ 135 h 298"/>
              <a:gd name="T44" fmla="*/ 243 w 253"/>
              <a:gd name="T45" fmla="*/ 153 h 298"/>
              <a:gd name="T46" fmla="*/ 243 w 253"/>
              <a:gd name="T47" fmla="*/ 288 h 298"/>
              <a:gd name="T48" fmla="*/ 241 w 253"/>
              <a:gd name="T49" fmla="*/ 294 h 298"/>
              <a:gd name="T50" fmla="*/ 240 w 253"/>
              <a:gd name="T51" fmla="*/ 295 h 298"/>
              <a:gd name="T52" fmla="*/ 250 w 253"/>
              <a:gd name="T53" fmla="*/ 290 h 298"/>
              <a:gd name="T54" fmla="*/ 250 w 253"/>
              <a:gd name="T55" fmla="*/ 290 h 298"/>
              <a:gd name="T56" fmla="*/ 250 w 253"/>
              <a:gd name="T57" fmla="*/ 290 h 298"/>
              <a:gd name="T58" fmla="*/ 250 w 253"/>
              <a:gd name="T59" fmla="*/ 290 h 298"/>
              <a:gd name="T60" fmla="*/ 250 w 253"/>
              <a:gd name="T61" fmla="*/ 290 h 298"/>
              <a:gd name="T62" fmla="*/ 250 w 253"/>
              <a:gd name="T63" fmla="*/ 290 h 298"/>
              <a:gd name="T64" fmla="*/ 253 w 253"/>
              <a:gd name="T65" fmla="*/ 283 h 298"/>
              <a:gd name="T66" fmla="*/ 253 w 253"/>
              <a:gd name="T67" fmla="*/ 147 h 298"/>
              <a:gd name="T68" fmla="*/ 242 w 253"/>
              <a:gd name="T69" fmla="*/ 129 h 298"/>
              <a:gd name="T70" fmla="*/ 165 w 253"/>
              <a:gd name="T71" fmla="*/ 84 h 298"/>
              <a:gd name="T72" fmla="*/ 162 w 253"/>
              <a:gd name="T73" fmla="*/ 82 h 298"/>
              <a:gd name="T74" fmla="*/ 34 w 253"/>
              <a:gd name="T75" fmla="*/ 8 h 298"/>
              <a:gd name="T76" fmla="*/ 31 w 253"/>
              <a:gd name="T77" fmla="*/ 7 h 298"/>
              <a:gd name="T78" fmla="*/ 22 w 253"/>
              <a:gd name="T79" fmla="*/ 1 h 298"/>
              <a:gd name="T80" fmla="*/ 17 w 253"/>
              <a:gd name="T81" fmla="*/ 0 h 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</a:cxnLst>
            <a:rect l="0" t="0" r="r" b="b"/>
            <a:pathLst>
              <a:path w="253" h="298">
                <a:moveTo>
                  <a:pt x="237" y="297"/>
                </a:moveTo>
                <a:cubicBezTo>
                  <a:pt x="237" y="297"/>
                  <a:pt x="237" y="297"/>
                  <a:pt x="237" y="297"/>
                </a:cubicBezTo>
                <a:cubicBezTo>
                  <a:pt x="236" y="298"/>
                  <a:pt x="236" y="298"/>
                  <a:pt x="236" y="298"/>
                </a:cubicBezTo>
                <a:cubicBezTo>
                  <a:pt x="236" y="298"/>
                  <a:pt x="235" y="298"/>
                  <a:pt x="235" y="298"/>
                </a:cubicBezTo>
                <a:cubicBezTo>
                  <a:pt x="237" y="297"/>
                  <a:pt x="237" y="297"/>
                  <a:pt x="237" y="297"/>
                </a:cubicBezTo>
                <a:moveTo>
                  <a:pt x="2" y="8"/>
                </a:moveTo>
                <a:cubicBezTo>
                  <a:pt x="1" y="8"/>
                  <a:pt x="1" y="9"/>
                  <a:pt x="0" y="9"/>
                </a:cubicBezTo>
                <a:cubicBezTo>
                  <a:pt x="0" y="9"/>
                  <a:pt x="0" y="9"/>
                  <a:pt x="0" y="9"/>
                </a:cubicBezTo>
                <a:cubicBezTo>
                  <a:pt x="0" y="9"/>
                  <a:pt x="1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2" y="8"/>
                </a:moveTo>
                <a:cubicBezTo>
                  <a:pt x="2" y="8"/>
                  <a:pt x="2" y="8"/>
                  <a:pt x="2" y="8"/>
                </a:cubicBezTo>
                <a:cubicBezTo>
                  <a:pt x="2" y="8"/>
                  <a:pt x="2" y="8"/>
                  <a:pt x="2" y="8"/>
                </a:cubicBezTo>
                <a:moveTo>
                  <a:pt x="17" y="0"/>
                </a:moveTo>
                <a:cubicBezTo>
                  <a:pt x="16" y="0"/>
                  <a:pt x="15" y="0"/>
                  <a:pt x="14" y="1"/>
                </a:cubicBezTo>
                <a:cubicBezTo>
                  <a:pt x="14" y="1"/>
                  <a:pt x="14" y="1"/>
                  <a:pt x="14" y="1"/>
                </a:cubicBezTo>
                <a:cubicBezTo>
                  <a:pt x="4" y="7"/>
                  <a:pt x="4" y="7"/>
                  <a:pt x="4" y="7"/>
                </a:cubicBezTo>
                <a:cubicBezTo>
                  <a:pt x="5" y="6"/>
                  <a:pt x="6" y="6"/>
                  <a:pt x="7" y="6"/>
                </a:cubicBezTo>
                <a:cubicBezTo>
                  <a:pt x="8" y="6"/>
                  <a:pt x="10" y="6"/>
                  <a:pt x="12" y="7"/>
                </a:cubicBezTo>
                <a:cubicBezTo>
                  <a:pt x="232" y="135"/>
                  <a:pt x="232" y="135"/>
                  <a:pt x="232" y="135"/>
                </a:cubicBezTo>
                <a:cubicBezTo>
                  <a:pt x="238" y="138"/>
                  <a:pt x="243" y="146"/>
                  <a:pt x="243" y="153"/>
                </a:cubicBezTo>
                <a:cubicBezTo>
                  <a:pt x="243" y="288"/>
                  <a:pt x="243" y="288"/>
                  <a:pt x="243" y="288"/>
                </a:cubicBezTo>
                <a:cubicBezTo>
                  <a:pt x="243" y="291"/>
                  <a:pt x="242" y="293"/>
                  <a:pt x="241" y="294"/>
                </a:cubicBezTo>
                <a:cubicBezTo>
                  <a:pt x="241" y="294"/>
                  <a:pt x="241" y="295"/>
                  <a:pt x="240" y="295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0" y="290"/>
                  <a:pt x="250" y="290"/>
                  <a:pt x="250" y="290"/>
                </a:cubicBezTo>
                <a:cubicBezTo>
                  <a:pt x="252" y="288"/>
                  <a:pt x="253" y="286"/>
                  <a:pt x="253" y="283"/>
                </a:cubicBezTo>
                <a:cubicBezTo>
                  <a:pt x="253" y="147"/>
                  <a:pt x="253" y="147"/>
                  <a:pt x="253" y="147"/>
                </a:cubicBezTo>
                <a:cubicBezTo>
                  <a:pt x="253" y="140"/>
                  <a:pt x="248" y="132"/>
                  <a:pt x="242" y="129"/>
                </a:cubicBezTo>
                <a:cubicBezTo>
                  <a:pt x="165" y="84"/>
                  <a:pt x="165" y="84"/>
                  <a:pt x="165" y="84"/>
                </a:cubicBezTo>
                <a:cubicBezTo>
                  <a:pt x="162" y="82"/>
                  <a:pt x="162" y="82"/>
                  <a:pt x="162" y="82"/>
                </a:cubicBezTo>
                <a:cubicBezTo>
                  <a:pt x="34" y="8"/>
                  <a:pt x="34" y="8"/>
                  <a:pt x="34" y="8"/>
                </a:cubicBezTo>
                <a:cubicBezTo>
                  <a:pt x="31" y="7"/>
                  <a:pt x="31" y="7"/>
                  <a:pt x="31" y="7"/>
                </a:cubicBezTo>
                <a:cubicBezTo>
                  <a:pt x="22" y="1"/>
                  <a:pt x="22" y="1"/>
                  <a:pt x="22" y="1"/>
                </a:cubicBezTo>
                <a:cubicBezTo>
                  <a:pt x="20" y="0"/>
                  <a:pt x="19" y="0"/>
                  <a:pt x="17" y="0"/>
                </a:cubicBezTo>
              </a:path>
            </a:pathLst>
          </a:custGeom>
          <a:gradFill rotWithShape="1">
            <a:gsLst>
              <a:gs pos="0">
                <a:srgbClr val="42C8D1"/>
              </a:gs>
              <a:gs pos="100000">
                <a:srgbClr val="2C6692"/>
              </a:gs>
            </a:gsLst>
            <a:lin ang="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09" name="Freeform 170">
            <a:extLst>
              <a:ext uri="{FF2B5EF4-FFF2-40B4-BE49-F238E27FC236}">
                <a16:creationId xmlns:a16="http://schemas.microsoft.com/office/drawing/2014/main" xmlns="" id="{EE9F85AD-BD72-44CB-8220-D182FCEE27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8525" y="2089150"/>
            <a:ext cx="998538" cy="1220788"/>
          </a:xfrm>
          <a:custGeom>
            <a:avLst/>
            <a:gdLst>
              <a:gd name="T0" fmla="*/ 231 w 241"/>
              <a:gd name="T1" fmla="*/ 131 h 295"/>
              <a:gd name="T2" fmla="*/ 10 w 241"/>
              <a:gd name="T3" fmla="*/ 4 h 295"/>
              <a:gd name="T4" fmla="*/ 0 w 241"/>
              <a:gd name="T5" fmla="*/ 10 h 295"/>
              <a:gd name="T6" fmla="*/ 0 w 241"/>
              <a:gd name="T7" fmla="*/ 145 h 295"/>
              <a:gd name="T8" fmla="*/ 10 w 241"/>
              <a:gd name="T9" fmla="*/ 164 h 295"/>
              <a:gd name="T10" fmla="*/ 87 w 241"/>
              <a:gd name="T11" fmla="*/ 208 h 295"/>
              <a:gd name="T12" fmla="*/ 120 w 241"/>
              <a:gd name="T13" fmla="*/ 266 h 295"/>
              <a:gd name="T14" fmla="*/ 154 w 241"/>
              <a:gd name="T15" fmla="*/ 247 h 295"/>
              <a:gd name="T16" fmla="*/ 231 w 241"/>
              <a:gd name="T17" fmla="*/ 291 h 295"/>
              <a:gd name="T18" fmla="*/ 241 w 241"/>
              <a:gd name="T19" fmla="*/ 285 h 295"/>
              <a:gd name="T20" fmla="*/ 241 w 241"/>
              <a:gd name="T21" fmla="*/ 150 h 295"/>
              <a:gd name="T22" fmla="*/ 231 w 241"/>
              <a:gd name="T23" fmla="*/ 131 h 2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</a:cxnLst>
            <a:rect l="0" t="0" r="r" b="b"/>
            <a:pathLst>
              <a:path w="241" h="295">
                <a:moveTo>
                  <a:pt x="231" y="131"/>
                </a:moveTo>
                <a:cubicBezTo>
                  <a:pt x="10" y="4"/>
                  <a:pt x="10" y="4"/>
                  <a:pt x="10" y="4"/>
                </a:cubicBezTo>
                <a:cubicBezTo>
                  <a:pt x="4" y="0"/>
                  <a:pt x="0" y="3"/>
                  <a:pt x="0" y="10"/>
                </a:cubicBezTo>
                <a:cubicBezTo>
                  <a:pt x="0" y="145"/>
                  <a:pt x="0" y="145"/>
                  <a:pt x="0" y="145"/>
                </a:cubicBezTo>
                <a:cubicBezTo>
                  <a:pt x="0" y="152"/>
                  <a:pt x="4" y="161"/>
                  <a:pt x="10" y="164"/>
                </a:cubicBezTo>
                <a:cubicBezTo>
                  <a:pt x="87" y="208"/>
                  <a:pt x="87" y="208"/>
                  <a:pt x="87" y="208"/>
                </a:cubicBezTo>
                <a:cubicBezTo>
                  <a:pt x="120" y="266"/>
                  <a:pt x="120" y="266"/>
                  <a:pt x="120" y="266"/>
                </a:cubicBezTo>
                <a:cubicBezTo>
                  <a:pt x="154" y="247"/>
                  <a:pt x="154" y="247"/>
                  <a:pt x="154" y="247"/>
                </a:cubicBezTo>
                <a:cubicBezTo>
                  <a:pt x="231" y="291"/>
                  <a:pt x="231" y="291"/>
                  <a:pt x="231" y="291"/>
                </a:cubicBezTo>
                <a:cubicBezTo>
                  <a:pt x="237" y="295"/>
                  <a:pt x="241" y="292"/>
                  <a:pt x="241" y="285"/>
                </a:cubicBezTo>
                <a:cubicBezTo>
                  <a:pt x="241" y="150"/>
                  <a:pt x="241" y="150"/>
                  <a:pt x="241" y="150"/>
                </a:cubicBezTo>
                <a:cubicBezTo>
                  <a:pt x="241" y="143"/>
                  <a:pt x="237" y="134"/>
                  <a:pt x="231" y="131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0" name="Freeform 171">
            <a:extLst>
              <a:ext uri="{FF2B5EF4-FFF2-40B4-BE49-F238E27FC236}">
                <a16:creationId xmlns:a16="http://schemas.microsoft.com/office/drawing/2014/main" xmlns="" id="{F9ED6832-E143-46A5-BEDE-DB6969F31A0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49EBE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1" name="Freeform 175">
            <a:extLst>
              <a:ext uri="{FF2B5EF4-FFF2-40B4-BE49-F238E27FC236}">
                <a16:creationId xmlns:a16="http://schemas.microsoft.com/office/drawing/2014/main" xmlns="" id="{2A5206FA-8AC0-4D97-B849-CB9E5D95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5825" y="2108200"/>
            <a:ext cx="985838" cy="1195388"/>
          </a:xfrm>
          <a:custGeom>
            <a:avLst/>
            <a:gdLst>
              <a:gd name="T0" fmla="*/ 3 w 238"/>
              <a:gd name="T1" fmla="*/ 0 h 289"/>
              <a:gd name="T2" fmla="*/ 2 w 238"/>
              <a:gd name="T3" fmla="*/ 0 h 289"/>
              <a:gd name="T4" fmla="*/ 2 w 238"/>
              <a:gd name="T5" fmla="*/ 0 h 289"/>
              <a:gd name="T6" fmla="*/ 2 w 238"/>
              <a:gd name="T7" fmla="*/ 0 h 289"/>
              <a:gd name="T8" fmla="*/ 2 w 238"/>
              <a:gd name="T9" fmla="*/ 0 h 289"/>
              <a:gd name="T10" fmla="*/ 2 w 238"/>
              <a:gd name="T11" fmla="*/ 0 h 289"/>
              <a:gd name="T12" fmla="*/ 0 w 238"/>
              <a:gd name="T13" fmla="*/ 6 h 289"/>
              <a:gd name="T14" fmla="*/ 0 w 238"/>
              <a:gd name="T15" fmla="*/ 142 h 289"/>
              <a:gd name="T16" fmla="*/ 11 w 238"/>
              <a:gd name="T17" fmla="*/ 160 h 289"/>
              <a:gd name="T18" fmla="*/ 88 w 238"/>
              <a:gd name="T19" fmla="*/ 205 h 289"/>
              <a:gd name="T20" fmla="*/ 121 w 238"/>
              <a:gd name="T21" fmla="*/ 262 h 289"/>
              <a:gd name="T22" fmla="*/ 132 w 238"/>
              <a:gd name="T23" fmla="*/ 256 h 289"/>
              <a:gd name="T24" fmla="*/ 151 w 238"/>
              <a:gd name="T25" fmla="*/ 245 h 289"/>
              <a:gd name="T26" fmla="*/ 151 w 238"/>
              <a:gd name="T27" fmla="*/ 245 h 289"/>
              <a:gd name="T28" fmla="*/ 151 w 238"/>
              <a:gd name="T29" fmla="*/ 245 h 289"/>
              <a:gd name="T30" fmla="*/ 155 w 238"/>
              <a:gd name="T31" fmla="*/ 243 h 289"/>
              <a:gd name="T32" fmla="*/ 231 w 238"/>
              <a:gd name="T33" fmla="*/ 287 h 289"/>
              <a:gd name="T34" fmla="*/ 236 w 238"/>
              <a:gd name="T35" fmla="*/ 289 h 289"/>
              <a:gd name="T36" fmla="*/ 236 w 238"/>
              <a:gd name="T37" fmla="*/ 289 h 289"/>
              <a:gd name="T38" fmla="*/ 238 w 238"/>
              <a:gd name="T39" fmla="*/ 283 h 289"/>
              <a:gd name="T40" fmla="*/ 238 w 238"/>
              <a:gd name="T41" fmla="*/ 283 h 289"/>
              <a:gd name="T42" fmla="*/ 238 w 238"/>
              <a:gd name="T43" fmla="*/ 283 h 289"/>
              <a:gd name="T44" fmla="*/ 238 w 238"/>
              <a:gd name="T45" fmla="*/ 283 h 289"/>
              <a:gd name="T46" fmla="*/ 238 w 238"/>
              <a:gd name="T47" fmla="*/ 283 h 289"/>
              <a:gd name="T48" fmla="*/ 238 w 238"/>
              <a:gd name="T49" fmla="*/ 283 h 289"/>
              <a:gd name="T50" fmla="*/ 238 w 238"/>
              <a:gd name="T51" fmla="*/ 283 h 289"/>
              <a:gd name="T52" fmla="*/ 238 w 238"/>
              <a:gd name="T53" fmla="*/ 283 h 289"/>
              <a:gd name="T54" fmla="*/ 238 w 238"/>
              <a:gd name="T55" fmla="*/ 283 h 289"/>
              <a:gd name="T56" fmla="*/ 238 w 238"/>
              <a:gd name="T57" fmla="*/ 148 h 289"/>
              <a:gd name="T58" fmla="*/ 228 w 238"/>
              <a:gd name="T59" fmla="*/ 129 h 289"/>
              <a:gd name="T60" fmla="*/ 7 w 238"/>
              <a:gd name="T61" fmla="*/ 2 h 289"/>
              <a:gd name="T62" fmla="*/ 7 w 238"/>
              <a:gd name="T63" fmla="*/ 2 h 289"/>
              <a:gd name="T64" fmla="*/ 3 w 238"/>
              <a:gd name="T6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38" h="289">
                <a:moveTo>
                  <a:pt x="3" y="0"/>
                </a:move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2" y="0"/>
                  <a:pt x="2" y="0"/>
                  <a:pt x="2" y="0"/>
                </a:cubicBezTo>
                <a:cubicBezTo>
                  <a:pt x="1" y="2"/>
                  <a:pt x="0" y="4"/>
                  <a:pt x="0" y="6"/>
                </a:cubicBezTo>
                <a:cubicBezTo>
                  <a:pt x="0" y="142"/>
                  <a:pt x="0" y="142"/>
                  <a:pt x="0" y="142"/>
                </a:cubicBezTo>
                <a:cubicBezTo>
                  <a:pt x="0" y="148"/>
                  <a:pt x="5" y="157"/>
                  <a:pt x="11" y="160"/>
                </a:cubicBezTo>
                <a:cubicBezTo>
                  <a:pt x="88" y="205"/>
                  <a:pt x="88" y="205"/>
                  <a:pt x="88" y="205"/>
                </a:cubicBezTo>
                <a:cubicBezTo>
                  <a:pt x="121" y="262"/>
                  <a:pt x="121" y="262"/>
                  <a:pt x="121" y="262"/>
                </a:cubicBezTo>
                <a:cubicBezTo>
                  <a:pt x="132" y="256"/>
                  <a:pt x="132" y="256"/>
                  <a:pt x="132" y="256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1" y="245"/>
                  <a:pt x="151" y="245"/>
                  <a:pt x="151" y="245"/>
                </a:cubicBezTo>
                <a:cubicBezTo>
                  <a:pt x="155" y="243"/>
                  <a:pt x="155" y="243"/>
                  <a:pt x="155" y="243"/>
                </a:cubicBezTo>
                <a:cubicBezTo>
                  <a:pt x="231" y="287"/>
                  <a:pt x="231" y="287"/>
                  <a:pt x="231" y="287"/>
                </a:cubicBezTo>
                <a:cubicBezTo>
                  <a:pt x="233" y="288"/>
                  <a:pt x="235" y="289"/>
                  <a:pt x="236" y="289"/>
                </a:cubicBezTo>
                <a:cubicBezTo>
                  <a:pt x="236" y="289"/>
                  <a:pt x="236" y="289"/>
                  <a:pt x="236" y="289"/>
                </a:cubicBezTo>
                <a:cubicBezTo>
                  <a:pt x="238" y="288"/>
                  <a:pt x="238" y="286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283"/>
                  <a:pt x="238" y="283"/>
                  <a:pt x="238" y="283"/>
                </a:cubicBezTo>
                <a:cubicBezTo>
                  <a:pt x="238" y="148"/>
                  <a:pt x="238" y="148"/>
                  <a:pt x="238" y="148"/>
                </a:cubicBezTo>
                <a:cubicBezTo>
                  <a:pt x="238" y="141"/>
                  <a:pt x="234" y="132"/>
                  <a:pt x="228" y="129"/>
                </a:cubicBezTo>
                <a:cubicBezTo>
                  <a:pt x="7" y="2"/>
                  <a:pt x="7" y="2"/>
                  <a:pt x="7" y="2"/>
                </a:cubicBezTo>
                <a:cubicBezTo>
                  <a:pt x="7" y="2"/>
                  <a:pt x="7" y="2"/>
                  <a:pt x="7" y="2"/>
                </a:cubicBezTo>
                <a:cubicBezTo>
                  <a:pt x="6" y="1"/>
                  <a:pt x="4" y="0"/>
                  <a:pt x="3" y="0"/>
                </a:cubicBezTo>
              </a:path>
            </a:pathLst>
          </a:custGeom>
          <a:gradFill rotWithShape="1">
            <a:gsLst>
              <a:gs pos="0">
                <a:srgbClr val="233877"/>
              </a:gs>
              <a:gs pos="100000">
                <a:srgbClr val="338CAA"/>
              </a:gs>
            </a:gsLst>
            <a:lin ang="12000000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2" name="Freeform 178">
            <a:extLst>
              <a:ext uri="{FF2B5EF4-FFF2-40B4-BE49-F238E27FC236}">
                <a16:creationId xmlns:a16="http://schemas.microsoft.com/office/drawing/2014/main" xmlns="" id="{0B844651-D0F8-4D4A-8564-83B4253D79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8675"/>
            <a:ext cx="3175" cy="3175"/>
          </a:xfrm>
          <a:custGeom>
            <a:avLst/>
            <a:gdLst>
              <a:gd name="T0" fmla="*/ 1 w 1"/>
              <a:gd name="T1" fmla="*/ 0 h 1"/>
              <a:gd name="T2" fmla="*/ 0 w 1"/>
              <a:gd name="T3" fmla="*/ 1 h 1"/>
              <a:gd name="T4" fmla="*/ 0 w 1"/>
              <a:gd name="T5" fmla="*/ 1 h 1"/>
              <a:gd name="T6" fmla="*/ 0 w 1"/>
              <a:gd name="T7" fmla="*/ 1 h 1"/>
              <a:gd name="T8" fmla="*/ 1 w 1"/>
              <a:gd name="T9" fmla="*/ 0 h 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" h="1">
                <a:moveTo>
                  <a:pt x="1" y="0"/>
                </a:move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1" y="0"/>
                  <a:pt x="1" y="0"/>
                  <a:pt x="1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3" name="Freeform 179">
            <a:extLst>
              <a:ext uri="{FF2B5EF4-FFF2-40B4-BE49-F238E27FC236}">
                <a16:creationId xmlns:a16="http://schemas.microsoft.com/office/drawing/2014/main" xmlns="" id="{2FB07380-BAF5-4752-BF7D-B046D6DD3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92325"/>
            <a:ext cx="17463" cy="9525"/>
          </a:xfrm>
          <a:custGeom>
            <a:avLst/>
            <a:gdLst>
              <a:gd name="T0" fmla="*/ 4 w 4"/>
              <a:gd name="T1" fmla="*/ 0 h 2"/>
              <a:gd name="T2" fmla="*/ 4 w 4"/>
              <a:gd name="T3" fmla="*/ 0 h 2"/>
              <a:gd name="T4" fmla="*/ 1 w 4"/>
              <a:gd name="T5" fmla="*/ 1 h 2"/>
              <a:gd name="T6" fmla="*/ 0 w 4"/>
              <a:gd name="T7" fmla="*/ 2 h 2"/>
              <a:gd name="T8" fmla="*/ 0 w 4"/>
              <a:gd name="T9" fmla="*/ 2 h 2"/>
              <a:gd name="T10" fmla="*/ 4 w 4"/>
              <a:gd name="T11" fmla="*/ 0 h 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" h="2"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1" y="1"/>
                  <a:pt x="1" y="1"/>
                  <a:pt x="1" y="1"/>
                </a:cubicBezTo>
                <a:cubicBezTo>
                  <a:pt x="0" y="2"/>
                  <a:pt x="0" y="2"/>
                  <a:pt x="0" y="2"/>
                </a:cubicBezTo>
                <a:cubicBezTo>
                  <a:pt x="0" y="2"/>
                  <a:pt x="0" y="2"/>
                  <a:pt x="0" y="2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4" name="Freeform 180">
            <a:extLst>
              <a:ext uri="{FF2B5EF4-FFF2-40B4-BE49-F238E27FC236}">
                <a16:creationId xmlns:a16="http://schemas.microsoft.com/office/drawing/2014/main" xmlns="" id="{5054D291-0697-4316-8BCA-AF35364DF7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089150"/>
            <a:ext cx="1004888" cy="1192213"/>
          </a:xfrm>
          <a:custGeom>
            <a:avLst/>
            <a:gdLst>
              <a:gd name="T0" fmla="*/ 7 w 243"/>
              <a:gd name="T1" fmla="*/ 0 h 288"/>
              <a:gd name="T2" fmla="*/ 4 w 243"/>
              <a:gd name="T3" fmla="*/ 1 h 288"/>
              <a:gd name="T4" fmla="*/ 0 w 243"/>
              <a:gd name="T5" fmla="*/ 3 h 288"/>
              <a:gd name="T6" fmla="*/ 2 w 243"/>
              <a:gd name="T7" fmla="*/ 2 h 288"/>
              <a:gd name="T8" fmla="*/ 2 w 243"/>
              <a:gd name="T9" fmla="*/ 2 h 288"/>
              <a:gd name="T10" fmla="*/ 2 w 243"/>
              <a:gd name="T11" fmla="*/ 2 h 288"/>
              <a:gd name="T12" fmla="*/ 2 w 243"/>
              <a:gd name="T13" fmla="*/ 2 h 288"/>
              <a:gd name="T14" fmla="*/ 2 w 243"/>
              <a:gd name="T15" fmla="*/ 2 h 288"/>
              <a:gd name="T16" fmla="*/ 2 w 243"/>
              <a:gd name="T17" fmla="*/ 2 h 288"/>
              <a:gd name="T18" fmla="*/ 6 w 243"/>
              <a:gd name="T19" fmla="*/ 1 h 288"/>
              <a:gd name="T20" fmla="*/ 11 w 243"/>
              <a:gd name="T21" fmla="*/ 2 h 288"/>
              <a:gd name="T22" fmla="*/ 231 w 243"/>
              <a:gd name="T23" fmla="*/ 129 h 288"/>
              <a:gd name="T24" fmla="*/ 242 w 243"/>
              <a:gd name="T25" fmla="*/ 148 h 288"/>
              <a:gd name="T26" fmla="*/ 242 w 243"/>
              <a:gd name="T27" fmla="*/ 283 h 288"/>
              <a:gd name="T28" fmla="*/ 242 w 243"/>
              <a:gd name="T29" fmla="*/ 283 h 288"/>
              <a:gd name="T30" fmla="*/ 241 w 243"/>
              <a:gd name="T31" fmla="*/ 288 h 288"/>
              <a:gd name="T32" fmla="*/ 243 w 243"/>
              <a:gd name="T33" fmla="*/ 282 h 288"/>
              <a:gd name="T34" fmla="*/ 243 w 243"/>
              <a:gd name="T35" fmla="*/ 147 h 288"/>
              <a:gd name="T36" fmla="*/ 232 w 243"/>
              <a:gd name="T37" fmla="*/ 129 h 288"/>
              <a:gd name="T38" fmla="*/ 12 w 243"/>
              <a:gd name="T39" fmla="*/ 1 h 288"/>
              <a:gd name="T40" fmla="*/ 7 w 243"/>
              <a:gd name="T41" fmla="*/ 0 h 2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</a:cxnLst>
            <a:rect l="0" t="0" r="r" b="b"/>
            <a:pathLst>
              <a:path w="243" h="288">
                <a:moveTo>
                  <a:pt x="7" y="0"/>
                </a:moveTo>
                <a:cubicBezTo>
                  <a:pt x="6" y="0"/>
                  <a:pt x="5" y="0"/>
                  <a:pt x="4" y="1"/>
                </a:cubicBezTo>
                <a:cubicBezTo>
                  <a:pt x="0" y="3"/>
                  <a:pt x="0" y="3"/>
                  <a:pt x="0" y="3"/>
                </a:cubicBezTo>
                <a:cubicBezTo>
                  <a:pt x="1" y="3"/>
                  <a:pt x="1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2" y="2"/>
                  <a:pt x="2" y="2"/>
                  <a:pt x="2" y="2"/>
                </a:cubicBezTo>
                <a:cubicBezTo>
                  <a:pt x="3" y="1"/>
                  <a:pt x="5" y="1"/>
                  <a:pt x="6" y="1"/>
                </a:cubicBezTo>
                <a:cubicBezTo>
                  <a:pt x="8" y="1"/>
                  <a:pt x="9" y="1"/>
                  <a:pt x="11" y="2"/>
                </a:cubicBezTo>
                <a:cubicBezTo>
                  <a:pt x="231" y="129"/>
                  <a:pt x="231" y="129"/>
                  <a:pt x="231" y="129"/>
                </a:cubicBezTo>
                <a:cubicBezTo>
                  <a:pt x="237" y="133"/>
                  <a:pt x="242" y="141"/>
                  <a:pt x="242" y="148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3"/>
                  <a:pt x="242" y="283"/>
                  <a:pt x="242" y="283"/>
                </a:cubicBezTo>
                <a:cubicBezTo>
                  <a:pt x="242" y="285"/>
                  <a:pt x="242" y="287"/>
                  <a:pt x="241" y="288"/>
                </a:cubicBezTo>
                <a:cubicBezTo>
                  <a:pt x="242" y="287"/>
                  <a:pt x="243" y="285"/>
                  <a:pt x="243" y="282"/>
                </a:cubicBezTo>
                <a:cubicBezTo>
                  <a:pt x="243" y="147"/>
                  <a:pt x="243" y="147"/>
                  <a:pt x="243" y="147"/>
                </a:cubicBezTo>
                <a:cubicBezTo>
                  <a:pt x="243" y="140"/>
                  <a:pt x="238" y="132"/>
                  <a:pt x="232" y="129"/>
                </a:cubicBezTo>
                <a:cubicBezTo>
                  <a:pt x="12" y="1"/>
                  <a:pt x="12" y="1"/>
                  <a:pt x="12" y="1"/>
                </a:cubicBezTo>
                <a:cubicBezTo>
                  <a:pt x="10" y="0"/>
                  <a:pt x="8" y="0"/>
                  <a:pt x="7" y="0"/>
                </a:cubicBezTo>
              </a:path>
            </a:pathLst>
          </a:custGeom>
          <a:solidFill>
            <a:srgbClr val="373D9A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5" name="Freeform 181">
            <a:extLst>
              <a:ext uri="{FF2B5EF4-FFF2-40B4-BE49-F238E27FC236}">
                <a16:creationId xmlns:a16="http://schemas.microsoft.com/office/drawing/2014/main" xmlns="" id="{34CE39BF-0A01-457A-B10F-2271DE79115A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6" name="Rectangle 182">
            <a:extLst>
              <a:ext uri="{FF2B5EF4-FFF2-40B4-BE49-F238E27FC236}">
                <a16:creationId xmlns:a16="http://schemas.microsoft.com/office/drawing/2014/main" xmlns="" id="{5AB752B0-98E4-4536-A922-C0F815996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1588" cy="3175"/>
          </a:xfrm>
          <a:prstGeom prst="rect">
            <a:avLst/>
          </a:pr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7" name="Freeform 183">
            <a:extLst>
              <a:ext uri="{FF2B5EF4-FFF2-40B4-BE49-F238E27FC236}">
                <a16:creationId xmlns:a16="http://schemas.microsoft.com/office/drawing/2014/main" xmlns="" id="{1FB66A94-FBB2-4076-9F76-9E9EAAC5E2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1225" y="2101850"/>
            <a:ext cx="0" cy="0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  <a:cxn ang="0">
                <a:pos x="0" y="0"/>
              </a:cxn>
            </a:cxnLst>
            <a:rect l="0" t="0" r="r" b="b"/>
            <a:pathLst>
              <a:path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8" name="Freeform 186">
            <a:extLst>
              <a:ext uri="{FF2B5EF4-FFF2-40B4-BE49-F238E27FC236}">
                <a16:creationId xmlns:a16="http://schemas.microsoft.com/office/drawing/2014/main" xmlns="" id="{59541746-04EE-4389-A2E2-39D3E067B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9163" y="2092325"/>
            <a:ext cx="993775" cy="1201738"/>
          </a:xfrm>
          <a:custGeom>
            <a:avLst/>
            <a:gdLst>
              <a:gd name="T0" fmla="*/ 4 w 240"/>
              <a:gd name="T1" fmla="*/ 0 h 290"/>
              <a:gd name="T2" fmla="*/ 0 w 240"/>
              <a:gd name="T3" fmla="*/ 1 h 290"/>
              <a:gd name="T4" fmla="*/ 0 w 240"/>
              <a:gd name="T5" fmla="*/ 1 h 290"/>
              <a:gd name="T6" fmla="*/ 0 w 240"/>
              <a:gd name="T7" fmla="*/ 1 h 290"/>
              <a:gd name="T8" fmla="*/ 0 w 240"/>
              <a:gd name="T9" fmla="*/ 1 h 290"/>
              <a:gd name="T10" fmla="*/ 0 w 240"/>
              <a:gd name="T11" fmla="*/ 1 h 290"/>
              <a:gd name="T12" fmla="*/ 1 w 240"/>
              <a:gd name="T13" fmla="*/ 1 h 290"/>
              <a:gd name="T14" fmla="*/ 5 w 240"/>
              <a:gd name="T15" fmla="*/ 3 h 290"/>
              <a:gd name="T16" fmla="*/ 5 w 240"/>
              <a:gd name="T17" fmla="*/ 3 h 290"/>
              <a:gd name="T18" fmla="*/ 226 w 240"/>
              <a:gd name="T19" fmla="*/ 130 h 290"/>
              <a:gd name="T20" fmla="*/ 236 w 240"/>
              <a:gd name="T21" fmla="*/ 149 h 290"/>
              <a:gd name="T22" fmla="*/ 236 w 240"/>
              <a:gd name="T23" fmla="*/ 284 h 290"/>
              <a:gd name="T24" fmla="*/ 236 w 240"/>
              <a:gd name="T25" fmla="*/ 284 h 290"/>
              <a:gd name="T26" fmla="*/ 236 w 240"/>
              <a:gd name="T27" fmla="*/ 284 h 290"/>
              <a:gd name="T28" fmla="*/ 236 w 240"/>
              <a:gd name="T29" fmla="*/ 284 h 290"/>
              <a:gd name="T30" fmla="*/ 236 w 240"/>
              <a:gd name="T31" fmla="*/ 284 h 290"/>
              <a:gd name="T32" fmla="*/ 236 w 240"/>
              <a:gd name="T33" fmla="*/ 284 h 290"/>
              <a:gd name="T34" fmla="*/ 236 w 240"/>
              <a:gd name="T35" fmla="*/ 284 h 290"/>
              <a:gd name="T36" fmla="*/ 236 w 240"/>
              <a:gd name="T37" fmla="*/ 284 h 290"/>
              <a:gd name="T38" fmla="*/ 236 w 240"/>
              <a:gd name="T39" fmla="*/ 284 h 290"/>
              <a:gd name="T40" fmla="*/ 236 w 240"/>
              <a:gd name="T41" fmla="*/ 284 h 290"/>
              <a:gd name="T42" fmla="*/ 234 w 240"/>
              <a:gd name="T43" fmla="*/ 290 h 290"/>
              <a:gd name="T44" fmla="*/ 235 w 240"/>
              <a:gd name="T45" fmla="*/ 290 h 290"/>
              <a:gd name="T46" fmla="*/ 237 w 240"/>
              <a:gd name="T47" fmla="*/ 288 h 290"/>
              <a:gd name="T48" fmla="*/ 237 w 240"/>
              <a:gd name="T49" fmla="*/ 288 h 290"/>
              <a:gd name="T50" fmla="*/ 237 w 240"/>
              <a:gd name="T51" fmla="*/ 288 h 290"/>
              <a:gd name="T52" fmla="*/ 237 w 240"/>
              <a:gd name="T53" fmla="*/ 288 h 290"/>
              <a:gd name="T54" fmla="*/ 239 w 240"/>
              <a:gd name="T55" fmla="*/ 287 h 290"/>
              <a:gd name="T56" fmla="*/ 240 w 240"/>
              <a:gd name="T57" fmla="*/ 282 h 290"/>
              <a:gd name="T58" fmla="*/ 240 w 240"/>
              <a:gd name="T59" fmla="*/ 147 h 290"/>
              <a:gd name="T60" fmla="*/ 229 w 240"/>
              <a:gd name="T61" fmla="*/ 128 h 290"/>
              <a:gd name="T62" fmla="*/ 9 w 240"/>
              <a:gd name="T63" fmla="*/ 1 h 290"/>
              <a:gd name="T64" fmla="*/ 4 w 240"/>
              <a:gd name="T65" fmla="*/ 0 h 2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240" h="290">
                <a:moveTo>
                  <a:pt x="4" y="0"/>
                </a:moveTo>
                <a:cubicBezTo>
                  <a:pt x="3" y="0"/>
                  <a:pt x="1" y="0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0" y="1"/>
                </a:cubicBezTo>
                <a:cubicBezTo>
                  <a:pt x="0" y="1"/>
                  <a:pt x="0" y="1"/>
                  <a:pt x="1" y="1"/>
                </a:cubicBezTo>
                <a:cubicBezTo>
                  <a:pt x="2" y="1"/>
                  <a:pt x="4" y="2"/>
                  <a:pt x="5" y="3"/>
                </a:cubicBezTo>
                <a:cubicBezTo>
                  <a:pt x="5" y="3"/>
                  <a:pt x="5" y="3"/>
                  <a:pt x="5" y="3"/>
                </a:cubicBezTo>
                <a:cubicBezTo>
                  <a:pt x="226" y="130"/>
                  <a:pt x="226" y="130"/>
                  <a:pt x="226" y="130"/>
                </a:cubicBezTo>
                <a:cubicBezTo>
                  <a:pt x="232" y="133"/>
                  <a:pt x="236" y="142"/>
                  <a:pt x="236" y="149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4"/>
                  <a:pt x="236" y="284"/>
                  <a:pt x="236" y="284"/>
                </a:cubicBezTo>
                <a:cubicBezTo>
                  <a:pt x="236" y="287"/>
                  <a:pt x="236" y="289"/>
                  <a:pt x="234" y="290"/>
                </a:cubicBezTo>
                <a:cubicBezTo>
                  <a:pt x="235" y="290"/>
                  <a:pt x="235" y="290"/>
                  <a:pt x="235" y="290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7" y="288"/>
                  <a:pt x="237" y="288"/>
                  <a:pt x="237" y="288"/>
                </a:cubicBezTo>
                <a:cubicBezTo>
                  <a:pt x="238" y="288"/>
                  <a:pt x="239" y="288"/>
                  <a:pt x="239" y="287"/>
                </a:cubicBezTo>
                <a:cubicBezTo>
                  <a:pt x="240" y="286"/>
                  <a:pt x="240" y="284"/>
                  <a:pt x="240" y="282"/>
                </a:cubicBezTo>
                <a:cubicBezTo>
                  <a:pt x="240" y="147"/>
                  <a:pt x="240" y="147"/>
                  <a:pt x="240" y="147"/>
                </a:cubicBezTo>
                <a:cubicBezTo>
                  <a:pt x="240" y="140"/>
                  <a:pt x="235" y="132"/>
                  <a:pt x="229" y="128"/>
                </a:cubicBezTo>
                <a:cubicBezTo>
                  <a:pt x="9" y="1"/>
                  <a:pt x="9" y="1"/>
                  <a:pt x="9" y="1"/>
                </a:cubicBezTo>
                <a:cubicBezTo>
                  <a:pt x="7" y="0"/>
                  <a:pt x="6" y="0"/>
                  <a:pt x="4" y="0"/>
                </a:cubicBezTo>
              </a:path>
            </a:pathLst>
          </a:custGeom>
          <a:solidFill>
            <a:srgbClr val="333D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19" name="Freeform 187">
            <a:extLst>
              <a:ext uri="{FF2B5EF4-FFF2-40B4-BE49-F238E27FC236}">
                <a16:creationId xmlns:a16="http://schemas.microsoft.com/office/drawing/2014/main" xmlns="" id="{895B4344-C9C8-4955-9C22-E848BB0EBB99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189163" y="2098675"/>
            <a:ext cx="977900" cy="1195388"/>
          </a:xfrm>
          <a:custGeom>
            <a:avLst/>
            <a:gdLst>
              <a:gd name="T0" fmla="*/ 236 w 236"/>
              <a:gd name="T1" fmla="*/ 283 h 289"/>
              <a:gd name="T2" fmla="*/ 234 w 236"/>
              <a:gd name="T3" fmla="*/ 289 h 289"/>
              <a:gd name="T4" fmla="*/ 234 w 236"/>
              <a:gd name="T5" fmla="*/ 289 h 289"/>
              <a:gd name="T6" fmla="*/ 236 w 236"/>
              <a:gd name="T7" fmla="*/ 283 h 289"/>
              <a:gd name="T8" fmla="*/ 236 w 236"/>
              <a:gd name="T9" fmla="*/ 283 h 289"/>
              <a:gd name="T10" fmla="*/ 236 w 236"/>
              <a:gd name="T11" fmla="*/ 283 h 289"/>
              <a:gd name="T12" fmla="*/ 236 w 236"/>
              <a:gd name="T13" fmla="*/ 283 h 289"/>
              <a:gd name="T14" fmla="*/ 236 w 236"/>
              <a:gd name="T15" fmla="*/ 283 h 289"/>
              <a:gd name="T16" fmla="*/ 236 w 236"/>
              <a:gd name="T17" fmla="*/ 283 h 289"/>
              <a:gd name="T18" fmla="*/ 236 w 236"/>
              <a:gd name="T19" fmla="*/ 283 h 289"/>
              <a:gd name="T20" fmla="*/ 236 w 236"/>
              <a:gd name="T21" fmla="*/ 283 h 289"/>
              <a:gd name="T22" fmla="*/ 236 w 236"/>
              <a:gd name="T23" fmla="*/ 283 h 289"/>
              <a:gd name="T24" fmla="*/ 236 w 236"/>
              <a:gd name="T25" fmla="*/ 283 h 289"/>
              <a:gd name="T26" fmla="*/ 236 w 236"/>
              <a:gd name="T27" fmla="*/ 283 h 289"/>
              <a:gd name="T28" fmla="*/ 236 w 236"/>
              <a:gd name="T29" fmla="*/ 283 h 289"/>
              <a:gd name="T30" fmla="*/ 236 w 236"/>
              <a:gd name="T31" fmla="*/ 283 h 289"/>
              <a:gd name="T32" fmla="*/ 0 w 236"/>
              <a:gd name="T33" fmla="*/ 0 h 289"/>
              <a:gd name="T34" fmla="*/ 0 w 236"/>
              <a:gd name="T35" fmla="*/ 0 h 289"/>
              <a:gd name="T36" fmla="*/ 0 w 236"/>
              <a:gd name="T37" fmla="*/ 0 h 289"/>
              <a:gd name="T38" fmla="*/ 0 w 236"/>
              <a:gd name="T39" fmla="*/ 0 h 289"/>
              <a:gd name="T40" fmla="*/ 0 w 236"/>
              <a:gd name="T41" fmla="*/ 0 h 289"/>
              <a:gd name="T42" fmla="*/ 0 w 236"/>
              <a:gd name="T43" fmla="*/ 0 h 289"/>
              <a:gd name="T44" fmla="*/ 0 w 236"/>
              <a:gd name="T45" fmla="*/ 0 h 289"/>
              <a:gd name="T46" fmla="*/ 1 w 236"/>
              <a:gd name="T47" fmla="*/ 0 h 289"/>
              <a:gd name="T48" fmla="*/ 0 w 236"/>
              <a:gd name="T49" fmla="*/ 0 h 289"/>
              <a:gd name="T50" fmla="*/ 1 w 236"/>
              <a:gd name="T51" fmla="*/ 0 h 289"/>
              <a:gd name="T52" fmla="*/ 5 w 236"/>
              <a:gd name="T53" fmla="*/ 2 h 289"/>
              <a:gd name="T54" fmla="*/ 1 w 236"/>
              <a:gd name="T55" fmla="*/ 0 h 2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36" h="289">
                <a:moveTo>
                  <a:pt x="236" y="283"/>
                </a:moveTo>
                <a:cubicBezTo>
                  <a:pt x="236" y="286"/>
                  <a:pt x="236" y="288"/>
                  <a:pt x="234" y="289"/>
                </a:cubicBezTo>
                <a:cubicBezTo>
                  <a:pt x="234" y="289"/>
                  <a:pt x="234" y="289"/>
                  <a:pt x="234" y="289"/>
                </a:cubicBezTo>
                <a:cubicBezTo>
                  <a:pt x="236" y="288"/>
                  <a:pt x="236" y="286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236" y="283"/>
                </a:moveTo>
                <a:cubicBezTo>
                  <a:pt x="236" y="283"/>
                  <a:pt x="236" y="283"/>
                  <a:pt x="236" y="283"/>
                </a:cubicBezTo>
                <a:cubicBezTo>
                  <a:pt x="236" y="283"/>
                  <a:pt x="236" y="283"/>
                  <a:pt x="236" y="283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0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0" y="0"/>
                </a:cubicBezTo>
                <a:moveTo>
                  <a:pt x="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0" y="0"/>
                  <a:pt x="1" y="0"/>
                </a:cubicBezTo>
                <a:cubicBezTo>
                  <a:pt x="2" y="0"/>
                  <a:pt x="4" y="1"/>
                  <a:pt x="5" y="2"/>
                </a:cubicBezTo>
                <a:cubicBezTo>
                  <a:pt x="4" y="1"/>
                  <a:pt x="2" y="0"/>
                  <a:pt x="1" y="0"/>
                </a:cubicBezTo>
              </a:path>
            </a:pathLst>
          </a:custGeom>
          <a:solidFill>
            <a:srgbClr val="333B9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" name="Freeform 209">
            <a:extLst>
              <a:ext uri="{FF2B5EF4-FFF2-40B4-BE49-F238E27FC236}">
                <a16:creationId xmlns:a16="http://schemas.microsoft.com/office/drawing/2014/main" xmlns="" id="{2691B07F-7AEB-44A0-B4AE-1AF0FF1D0D83}"/>
              </a:ext>
            </a:extLst>
          </p:cNvPr>
          <p:cNvSpPr>
            <a:spLocks noEditPoints="1" noChangeArrowheads="1"/>
          </p:cNvSpPr>
          <p:nvPr/>
        </p:nvSpPr>
        <p:spPr bwMode="auto">
          <a:xfrm>
            <a:off x="2909888" y="2109788"/>
            <a:ext cx="15875" cy="28575"/>
          </a:xfrm>
          <a:custGeom>
            <a:avLst/>
            <a:gdLst>
              <a:gd name="T0" fmla="*/ 3 w 4"/>
              <a:gd name="T1" fmla="*/ 0 h 7"/>
              <a:gd name="T2" fmla="*/ 0 w 4"/>
              <a:gd name="T3" fmla="*/ 7 h 7"/>
              <a:gd name="T4" fmla="*/ 1 w 4"/>
              <a:gd name="T5" fmla="*/ 6 h 7"/>
              <a:gd name="T6" fmla="*/ 3 w 4"/>
              <a:gd name="T7" fmla="*/ 0 h 7"/>
              <a:gd name="T8" fmla="*/ 4 w 4"/>
              <a:gd name="T9" fmla="*/ 0 h 7"/>
              <a:gd name="T10" fmla="*/ 3 w 4"/>
              <a:gd name="T11" fmla="*/ 0 h 7"/>
              <a:gd name="T12" fmla="*/ 4 w 4"/>
              <a:gd name="T13" fmla="*/ 0 h 7"/>
              <a:gd name="T14" fmla="*/ 4 w 4"/>
              <a:gd name="T15" fmla="*/ 0 h 7"/>
              <a:gd name="T16" fmla="*/ 4 w 4"/>
              <a:gd name="T17" fmla="*/ 0 h 7"/>
              <a:gd name="T18" fmla="*/ 4 w 4"/>
              <a:gd name="T19" fmla="*/ 0 h 7"/>
              <a:gd name="T20" fmla="*/ 4 w 4"/>
              <a:gd name="T21" fmla="*/ 0 h 7"/>
              <a:gd name="T22" fmla="*/ 4 w 4"/>
              <a:gd name="T23" fmla="*/ 0 h 7"/>
              <a:gd name="T24" fmla="*/ 4 w 4"/>
              <a:gd name="T25" fmla="*/ 0 h 7"/>
              <a:gd name="T26" fmla="*/ 4 w 4"/>
              <a:gd name="T27" fmla="*/ 0 h 7"/>
              <a:gd name="T28" fmla="*/ 4 w 4"/>
              <a:gd name="T29" fmla="*/ 0 h 7"/>
              <a:gd name="T30" fmla="*/ 4 w 4"/>
              <a:gd name="T31" fmla="*/ 0 h 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</a:cxnLst>
            <a:rect l="0" t="0" r="r" b="b"/>
            <a:pathLst>
              <a:path w="4" h="7">
                <a:moveTo>
                  <a:pt x="3" y="0"/>
                </a:moveTo>
                <a:cubicBezTo>
                  <a:pt x="3" y="3"/>
                  <a:pt x="2" y="6"/>
                  <a:pt x="0" y="7"/>
                </a:cubicBezTo>
                <a:cubicBezTo>
                  <a:pt x="1" y="6"/>
                  <a:pt x="1" y="6"/>
                  <a:pt x="1" y="6"/>
                </a:cubicBezTo>
                <a:cubicBezTo>
                  <a:pt x="2" y="5"/>
                  <a:pt x="3" y="3"/>
                  <a:pt x="3" y="0"/>
                </a:cubicBezTo>
                <a:moveTo>
                  <a:pt x="4" y="0"/>
                </a:moveTo>
                <a:cubicBezTo>
                  <a:pt x="4" y="0"/>
                  <a:pt x="4" y="0"/>
                  <a:pt x="3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  <a:moveTo>
                  <a:pt x="4" y="0"/>
                </a:moveTo>
                <a:cubicBezTo>
                  <a:pt x="4" y="0"/>
                  <a:pt x="4" y="0"/>
                  <a:pt x="4" y="0"/>
                </a:cubicBezTo>
                <a:cubicBezTo>
                  <a:pt x="4" y="0"/>
                  <a:pt x="4" y="0"/>
                  <a:pt x="4" y="0"/>
                </a:cubicBezTo>
              </a:path>
            </a:pathLst>
          </a:custGeom>
          <a:solidFill>
            <a:srgbClr val="312A9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1" name="Freeform 175">
            <a:extLst>
              <a:ext uri="{FF2B5EF4-FFF2-40B4-BE49-F238E27FC236}">
                <a16:creationId xmlns:a16="http://schemas.microsoft.com/office/drawing/2014/main" xmlns="" id="{FB2E26C0-A535-4D34-870F-2DC9AB8C3E6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617788" y="3695700"/>
            <a:ext cx="568325" cy="387350"/>
          </a:xfrm>
          <a:custGeom>
            <a:avLst/>
            <a:gdLst>
              <a:gd name="T0" fmla="*/ 10425 w 11337"/>
              <a:gd name="T1" fmla="*/ 5220 h 8840"/>
              <a:gd name="T2" fmla="*/ 10284 w 11337"/>
              <a:gd name="T3" fmla="*/ 5233 h 8840"/>
              <a:gd name="T4" fmla="*/ 8287 w 11337"/>
              <a:gd name="T5" fmla="*/ 2042 h 8840"/>
              <a:gd name="T6" fmla="*/ 8594 w 11337"/>
              <a:gd name="T7" fmla="*/ 1228 h 8840"/>
              <a:gd name="T8" fmla="*/ 7374 w 11337"/>
              <a:gd name="T9" fmla="*/ 0 h 8840"/>
              <a:gd name="T10" fmla="*/ 6154 w 11337"/>
              <a:gd name="T11" fmla="*/ 1228 h 8840"/>
              <a:gd name="T12" fmla="*/ 6628 w 11337"/>
              <a:gd name="T13" fmla="*/ 2201 h 8840"/>
              <a:gd name="T14" fmla="*/ 4398 w 11337"/>
              <a:gd name="T15" fmla="*/ 6431 h 8840"/>
              <a:gd name="T16" fmla="*/ 4082 w 11337"/>
              <a:gd name="T17" fmla="*/ 6387 h 8840"/>
              <a:gd name="T18" fmla="*/ 3520 w 11337"/>
              <a:gd name="T19" fmla="*/ 6524 h 8840"/>
              <a:gd name="T20" fmla="*/ 1672 w 11337"/>
              <a:gd name="T21" fmla="*/ 4318 h 8840"/>
              <a:gd name="T22" fmla="*/ 1826 w 11337"/>
              <a:gd name="T23" fmla="*/ 3805 h 8840"/>
              <a:gd name="T24" fmla="*/ 913 w 11337"/>
              <a:gd name="T25" fmla="*/ 2886 h 8840"/>
              <a:gd name="T26" fmla="*/ 0 w 11337"/>
              <a:gd name="T27" fmla="*/ 3805 h 8840"/>
              <a:gd name="T28" fmla="*/ 913 w 11337"/>
              <a:gd name="T29" fmla="*/ 4725 h 8840"/>
              <a:gd name="T30" fmla="*/ 1181 w 11337"/>
              <a:gd name="T31" fmla="*/ 4685 h 8840"/>
              <a:gd name="T32" fmla="*/ 3064 w 11337"/>
              <a:gd name="T33" fmla="*/ 6930 h 8840"/>
              <a:gd name="T34" fmla="*/ 2862 w 11337"/>
              <a:gd name="T35" fmla="*/ 7611 h 8840"/>
              <a:gd name="T36" fmla="*/ 4082 w 11337"/>
              <a:gd name="T37" fmla="*/ 8840 h 8840"/>
              <a:gd name="T38" fmla="*/ 5302 w 11337"/>
              <a:gd name="T39" fmla="*/ 7611 h 8840"/>
              <a:gd name="T40" fmla="*/ 4929 w 11337"/>
              <a:gd name="T41" fmla="*/ 6731 h 8840"/>
              <a:gd name="T42" fmla="*/ 7194 w 11337"/>
              <a:gd name="T43" fmla="*/ 2439 h 8840"/>
              <a:gd name="T44" fmla="*/ 7374 w 11337"/>
              <a:gd name="T45" fmla="*/ 2453 h 8840"/>
              <a:gd name="T46" fmla="*/ 7782 w 11337"/>
              <a:gd name="T47" fmla="*/ 2382 h 8840"/>
              <a:gd name="T48" fmla="*/ 9744 w 11337"/>
              <a:gd name="T49" fmla="*/ 5520 h 8840"/>
              <a:gd name="T50" fmla="*/ 9507 w 11337"/>
              <a:gd name="T51" fmla="*/ 6135 h 8840"/>
              <a:gd name="T52" fmla="*/ 10420 w 11337"/>
              <a:gd name="T53" fmla="*/ 7054 h 8840"/>
              <a:gd name="T54" fmla="*/ 11333 w 11337"/>
              <a:gd name="T55" fmla="*/ 6135 h 8840"/>
              <a:gd name="T56" fmla="*/ 10425 w 11337"/>
              <a:gd name="T57" fmla="*/ 5220 h 88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</a:cxnLst>
            <a:rect l="0" t="0" r="r" b="b"/>
            <a:pathLst>
              <a:path w="11337" h="8840">
                <a:moveTo>
                  <a:pt x="10425" y="5220"/>
                </a:moveTo>
                <a:cubicBezTo>
                  <a:pt x="10377" y="5220"/>
                  <a:pt x="10328" y="5224"/>
                  <a:pt x="10284" y="5233"/>
                </a:cubicBezTo>
                <a:lnTo>
                  <a:pt x="8287" y="2042"/>
                </a:lnTo>
                <a:cubicBezTo>
                  <a:pt x="8485" y="1817"/>
                  <a:pt x="8594" y="1528"/>
                  <a:pt x="8594" y="1228"/>
                </a:cubicBezTo>
                <a:cubicBezTo>
                  <a:pt x="8594" y="552"/>
                  <a:pt x="8050" y="0"/>
                  <a:pt x="7374" y="0"/>
                </a:cubicBezTo>
                <a:cubicBezTo>
                  <a:pt x="6698" y="0"/>
                  <a:pt x="6154" y="548"/>
                  <a:pt x="6154" y="1228"/>
                </a:cubicBezTo>
                <a:cubicBezTo>
                  <a:pt x="6154" y="1626"/>
                  <a:pt x="6343" y="1975"/>
                  <a:pt x="6628" y="2201"/>
                </a:cubicBezTo>
                <a:lnTo>
                  <a:pt x="4398" y="6431"/>
                </a:lnTo>
                <a:cubicBezTo>
                  <a:pt x="4295" y="6403"/>
                  <a:pt x="4189" y="6388"/>
                  <a:pt x="4082" y="6387"/>
                </a:cubicBezTo>
                <a:cubicBezTo>
                  <a:pt x="3880" y="6387"/>
                  <a:pt x="3687" y="6435"/>
                  <a:pt x="3520" y="6524"/>
                </a:cubicBezTo>
                <a:lnTo>
                  <a:pt x="1672" y="4318"/>
                </a:lnTo>
                <a:cubicBezTo>
                  <a:pt x="1769" y="4172"/>
                  <a:pt x="1826" y="3995"/>
                  <a:pt x="1826" y="3805"/>
                </a:cubicBezTo>
                <a:cubicBezTo>
                  <a:pt x="1826" y="3297"/>
                  <a:pt x="1418" y="2886"/>
                  <a:pt x="913" y="2886"/>
                </a:cubicBezTo>
                <a:cubicBezTo>
                  <a:pt x="408" y="2886"/>
                  <a:pt x="0" y="3297"/>
                  <a:pt x="0" y="3805"/>
                </a:cubicBezTo>
                <a:cubicBezTo>
                  <a:pt x="0" y="4314"/>
                  <a:pt x="408" y="4725"/>
                  <a:pt x="913" y="4725"/>
                </a:cubicBezTo>
                <a:cubicBezTo>
                  <a:pt x="1005" y="4725"/>
                  <a:pt x="1097" y="4711"/>
                  <a:pt x="1181" y="4685"/>
                </a:cubicBezTo>
                <a:lnTo>
                  <a:pt x="3064" y="6930"/>
                </a:lnTo>
                <a:cubicBezTo>
                  <a:pt x="2932" y="7132"/>
                  <a:pt x="2861" y="7369"/>
                  <a:pt x="2862" y="7611"/>
                </a:cubicBezTo>
                <a:cubicBezTo>
                  <a:pt x="2862" y="8287"/>
                  <a:pt x="3406" y="8840"/>
                  <a:pt x="4082" y="8840"/>
                </a:cubicBezTo>
                <a:cubicBezTo>
                  <a:pt x="4758" y="8840"/>
                  <a:pt x="5302" y="8292"/>
                  <a:pt x="5302" y="7611"/>
                </a:cubicBezTo>
                <a:cubicBezTo>
                  <a:pt x="5302" y="7266"/>
                  <a:pt x="5157" y="6952"/>
                  <a:pt x="4929" y="6731"/>
                </a:cubicBezTo>
                <a:lnTo>
                  <a:pt x="7194" y="2439"/>
                </a:lnTo>
                <a:cubicBezTo>
                  <a:pt x="7255" y="2448"/>
                  <a:pt x="7313" y="2453"/>
                  <a:pt x="7374" y="2453"/>
                </a:cubicBezTo>
                <a:cubicBezTo>
                  <a:pt x="7514" y="2453"/>
                  <a:pt x="7655" y="2426"/>
                  <a:pt x="7782" y="2382"/>
                </a:cubicBezTo>
                <a:lnTo>
                  <a:pt x="9744" y="5520"/>
                </a:lnTo>
                <a:cubicBezTo>
                  <a:pt x="9593" y="5689"/>
                  <a:pt x="9509" y="5908"/>
                  <a:pt x="9507" y="6135"/>
                </a:cubicBezTo>
                <a:cubicBezTo>
                  <a:pt x="9507" y="6643"/>
                  <a:pt x="9915" y="7054"/>
                  <a:pt x="10420" y="7054"/>
                </a:cubicBezTo>
                <a:cubicBezTo>
                  <a:pt x="10925" y="7054"/>
                  <a:pt x="11333" y="6643"/>
                  <a:pt x="11333" y="6135"/>
                </a:cubicBezTo>
                <a:cubicBezTo>
                  <a:pt x="11337" y="5630"/>
                  <a:pt x="10929" y="5220"/>
                  <a:pt x="10425" y="5220"/>
                </a:cubicBezTo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2" name="Freeform 242">
            <a:extLst>
              <a:ext uri="{FF2B5EF4-FFF2-40B4-BE49-F238E27FC236}">
                <a16:creationId xmlns:a16="http://schemas.microsoft.com/office/drawing/2014/main" xmlns="" id="{BF2DDFB1-6C1B-4514-9752-CFBF77FA25B1}"/>
              </a:ext>
            </a:extLst>
          </p:cNvPr>
          <p:cNvSpPr/>
          <p:nvPr userDrawn="1"/>
        </p:nvSpPr>
        <p:spPr bwMode="auto">
          <a:xfrm>
            <a:off x="2508250" y="2522538"/>
            <a:ext cx="341313" cy="444500"/>
          </a:xfrm>
          <a:custGeom>
            <a:avLst/>
            <a:gdLst>
              <a:gd name="connsiteX0" fmla="*/ 203312 w 490994"/>
              <a:gd name="connsiteY0" fmla="*/ 568333 h 607497"/>
              <a:gd name="connsiteX1" fmla="*/ 287691 w 490994"/>
              <a:gd name="connsiteY1" fmla="*/ 568333 h 607497"/>
              <a:gd name="connsiteX2" fmla="*/ 307242 w 490994"/>
              <a:gd name="connsiteY2" fmla="*/ 587955 h 607497"/>
              <a:gd name="connsiteX3" fmla="*/ 287691 w 490994"/>
              <a:gd name="connsiteY3" fmla="*/ 607497 h 607497"/>
              <a:gd name="connsiteX4" fmla="*/ 203312 w 490994"/>
              <a:gd name="connsiteY4" fmla="*/ 607497 h 607497"/>
              <a:gd name="connsiteX5" fmla="*/ 183682 w 490994"/>
              <a:gd name="connsiteY5" fmla="*/ 587955 h 607497"/>
              <a:gd name="connsiteX6" fmla="*/ 203312 w 490994"/>
              <a:gd name="connsiteY6" fmla="*/ 568333 h 607497"/>
              <a:gd name="connsiteX7" fmla="*/ 186520 w 490994"/>
              <a:gd name="connsiteY7" fmla="*/ 510187 h 607497"/>
              <a:gd name="connsiteX8" fmla="*/ 304395 w 490994"/>
              <a:gd name="connsiteY8" fmla="*/ 510187 h 607497"/>
              <a:gd name="connsiteX9" fmla="*/ 324107 w 490994"/>
              <a:gd name="connsiteY9" fmla="*/ 529804 h 607497"/>
              <a:gd name="connsiteX10" fmla="*/ 304395 w 490994"/>
              <a:gd name="connsiteY10" fmla="*/ 549421 h 607497"/>
              <a:gd name="connsiteX11" fmla="*/ 186520 w 490994"/>
              <a:gd name="connsiteY11" fmla="*/ 549421 h 607497"/>
              <a:gd name="connsiteX12" fmla="*/ 166887 w 490994"/>
              <a:gd name="connsiteY12" fmla="*/ 529804 h 607497"/>
              <a:gd name="connsiteX13" fmla="*/ 186520 w 490994"/>
              <a:gd name="connsiteY13" fmla="*/ 510187 h 607497"/>
              <a:gd name="connsiteX14" fmla="*/ 62837 w 490994"/>
              <a:gd name="connsiteY14" fmla="*/ 319449 h 607497"/>
              <a:gd name="connsiteX15" fmla="*/ 79611 w 490994"/>
              <a:gd name="connsiteY15" fmla="*/ 330831 h 607497"/>
              <a:gd name="connsiteX16" fmla="*/ 87445 w 490994"/>
              <a:gd name="connsiteY16" fmla="*/ 348457 h 607497"/>
              <a:gd name="connsiteX17" fmla="*/ 79137 w 490994"/>
              <a:gd name="connsiteY17" fmla="*/ 374856 h 607497"/>
              <a:gd name="connsiteX18" fmla="*/ 64498 w 490994"/>
              <a:gd name="connsiteY18" fmla="*/ 383314 h 607497"/>
              <a:gd name="connsiteX19" fmla="*/ 54687 w 490994"/>
              <a:gd name="connsiteY19" fmla="*/ 385922 h 607497"/>
              <a:gd name="connsiteX20" fmla="*/ 37675 w 490994"/>
              <a:gd name="connsiteY20" fmla="*/ 376121 h 607497"/>
              <a:gd name="connsiteX21" fmla="*/ 28021 w 490994"/>
              <a:gd name="connsiteY21" fmla="*/ 359285 h 607497"/>
              <a:gd name="connsiteX22" fmla="*/ 26043 w 490994"/>
              <a:gd name="connsiteY22" fmla="*/ 344426 h 607497"/>
              <a:gd name="connsiteX23" fmla="*/ 35222 w 490994"/>
              <a:gd name="connsiteY23" fmla="*/ 332491 h 607497"/>
              <a:gd name="connsiteX24" fmla="*/ 53500 w 490994"/>
              <a:gd name="connsiteY24" fmla="*/ 321978 h 607497"/>
              <a:gd name="connsiteX25" fmla="*/ 62837 w 490994"/>
              <a:gd name="connsiteY25" fmla="*/ 319449 h 607497"/>
              <a:gd name="connsiteX26" fmla="*/ 427899 w 490994"/>
              <a:gd name="connsiteY26" fmla="*/ 319379 h 607497"/>
              <a:gd name="connsiteX27" fmla="*/ 437320 w 490994"/>
              <a:gd name="connsiteY27" fmla="*/ 321908 h 607497"/>
              <a:gd name="connsiteX28" fmla="*/ 455767 w 490994"/>
              <a:gd name="connsiteY28" fmla="*/ 332498 h 607497"/>
              <a:gd name="connsiteX29" fmla="*/ 464871 w 490994"/>
              <a:gd name="connsiteY29" fmla="*/ 344431 h 607497"/>
              <a:gd name="connsiteX30" fmla="*/ 462971 w 490994"/>
              <a:gd name="connsiteY30" fmla="*/ 359289 h 607497"/>
              <a:gd name="connsiteX31" fmla="*/ 453233 w 490994"/>
              <a:gd name="connsiteY31" fmla="*/ 376122 h 607497"/>
              <a:gd name="connsiteX32" fmla="*/ 436212 w 490994"/>
              <a:gd name="connsiteY32" fmla="*/ 385922 h 607497"/>
              <a:gd name="connsiteX33" fmla="*/ 426395 w 490994"/>
              <a:gd name="connsiteY33" fmla="*/ 383235 h 607497"/>
              <a:gd name="connsiteX34" fmla="*/ 411511 w 490994"/>
              <a:gd name="connsiteY34" fmla="*/ 374700 h 607497"/>
              <a:gd name="connsiteX35" fmla="*/ 403198 w 490994"/>
              <a:gd name="connsiteY35" fmla="*/ 348225 h 607497"/>
              <a:gd name="connsiteX36" fmla="*/ 411115 w 490994"/>
              <a:gd name="connsiteY36" fmla="*/ 330759 h 607497"/>
              <a:gd name="connsiteX37" fmla="*/ 427899 w 490994"/>
              <a:gd name="connsiteY37" fmla="*/ 319379 h 607497"/>
              <a:gd name="connsiteX38" fmla="*/ 19624 w 490994"/>
              <a:gd name="connsiteY38" fmla="*/ 215859 h 607497"/>
              <a:gd name="connsiteX39" fmla="*/ 40990 w 490994"/>
              <a:gd name="connsiteY39" fmla="*/ 215859 h 607497"/>
              <a:gd name="connsiteX40" fmla="*/ 54917 w 490994"/>
              <a:gd name="connsiteY40" fmla="*/ 222024 h 607497"/>
              <a:gd name="connsiteX41" fmla="*/ 59269 w 490994"/>
              <a:gd name="connsiteY41" fmla="*/ 236489 h 607497"/>
              <a:gd name="connsiteX42" fmla="*/ 58636 w 490994"/>
              <a:gd name="connsiteY42" fmla="*/ 245104 h 607497"/>
              <a:gd name="connsiteX43" fmla="*/ 59269 w 490994"/>
              <a:gd name="connsiteY43" fmla="*/ 253719 h 607497"/>
              <a:gd name="connsiteX44" fmla="*/ 54996 w 490994"/>
              <a:gd name="connsiteY44" fmla="*/ 268263 h 607497"/>
              <a:gd name="connsiteX45" fmla="*/ 41069 w 490994"/>
              <a:gd name="connsiteY45" fmla="*/ 274428 h 607497"/>
              <a:gd name="connsiteX46" fmla="*/ 19624 w 490994"/>
              <a:gd name="connsiteY46" fmla="*/ 274428 h 607497"/>
              <a:gd name="connsiteX47" fmla="*/ 0 w 490994"/>
              <a:gd name="connsiteY47" fmla="*/ 254826 h 607497"/>
              <a:gd name="connsiteX48" fmla="*/ 0 w 490994"/>
              <a:gd name="connsiteY48" fmla="*/ 235461 h 607497"/>
              <a:gd name="connsiteX49" fmla="*/ 19624 w 490994"/>
              <a:gd name="connsiteY49" fmla="*/ 215859 h 607497"/>
              <a:gd name="connsiteX50" fmla="*/ 450011 w 490994"/>
              <a:gd name="connsiteY50" fmla="*/ 215789 h 607497"/>
              <a:gd name="connsiteX51" fmla="*/ 471373 w 490994"/>
              <a:gd name="connsiteY51" fmla="*/ 215789 h 607497"/>
              <a:gd name="connsiteX52" fmla="*/ 490994 w 490994"/>
              <a:gd name="connsiteY52" fmla="*/ 235467 h 607497"/>
              <a:gd name="connsiteX53" fmla="*/ 490994 w 490994"/>
              <a:gd name="connsiteY53" fmla="*/ 254830 h 607497"/>
              <a:gd name="connsiteX54" fmla="*/ 471373 w 490994"/>
              <a:gd name="connsiteY54" fmla="*/ 274429 h 607497"/>
              <a:gd name="connsiteX55" fmla="*/ 449931 w 490994"/>
              <a:gd name="connsiteY55" fmla="*/ 274429 h 607497"/>
              <a:gd name="connsiteX56" fmla="*/ 436007 w 490994"/>
              <a:gd name="connsiteY56" fmla="*/ 268265 h 607497"/>
              <a:gd name="connsiteX57" fmla="*/ 431655 w 490994"/>
              <a:gd name="connsiteY57" fmla="*/ 253723 h 607497"/>
              <a:gd name="connsiteX58" fmla="*/ 432367 w 490994"/>
              <a:gd name="connsiteY58" fmla="*/ 245109 h 607497"/>
              <a:gd name="connsiteX59" fmla="*/ 431655 w 490994"/>
              <a:gd name="connsiteY59" fmla="*/ 236495 h 607497"/>
              <a:gd name="connsiteX60" fmla="*/ 436007 w 490994"/>
              <a:gd name="connsiteY60" fmla="*/ 221953 h 607497"/>
              <a:gd name="connsiteX61" fmla="*/ 450011 w 490994"/>
              <a:gd name="connsiteY61" fmla="*/ 215789 h 607497"/>
              <a:gd name="connsiteX62" fmla="*/ 245501 w 490994"/>
              <a:gd name="connsiteY62" fmla="*/ 133735 h 607497"/>
              <a:gd name="connsiteX63" fmla="*/ 137281 w 490994"/>
              <a:gd name="connsiteY63" fmla="*/ 241809 h 607497"/>
              <a:gd name="connsiteX64" fmla="*/ 171639 w 490994"/>
              <a:gd name="connsiteY64" fmla="*/ 338656 h 607497"/>
              <a:gd name="connsiteX65" fmla="*/ 208372 w 490994"/>
              <a:gd name="connsiteY65" fmla="*/ 425858 h 607497"/>
              <a:gd name="connsiteX66" fmla="*/ 211459 w 490994"/>
              <a:gd name="connsiteY66" fmla="*/ 428388 h 607497"/>
              <a:gd name="connsiteX67" fmla="*/ 279305 w 490994"/>
              <a:gd name="connsiteY67" fmla="*/ 428388 h 607497"/>
              <a:gd name="connsiteX68" fmla="*/ 282313 w 490994"/>
              <a:gd name="connsiteY68" fmla="*/ 425858 h 607497"/>
              <a:gd name="connsiteX69" fmla="*/ 319838 w 490994"/>
              <a:gd name="connsiteY69" fmla="*/ 336759 h 607497"/>
              <a:gd name="connsiteX70" fmla="*/ 319918 w 490994"/>
              <a:gd name="connsiteY70" fmla="*/ 336601 h 607497"/>
              <a:gd name="connsiteX71" fmla="*/ 353722 w 490994"/>
              <a:gd name="connsiteY71" fmla="*/ 241809 h 607497"/>
              <a:gd name="connsiteX72" fmla="*/ 245501 w 490994"/>
              <a:gd name="connsiteY72" fmla="*/ 133735 h 607497"/>
              <a:gd name="connsiteX73" fmla="*/ 436205 w 490994"/>
              <a:gd name="connsiteY73" fmla="*/ 104366 h 607497"/>
              <a:gd name="connsiteX74" fmla="*/ 453224 w 490994"/>
              <a:gd name="connsiteY74" fmla="*/ 114168 h 607497"/>
              <a:gd name="connsiteX75" fmla="*/ 462960 w 490994"/>
              <a:gd name="connsiteY75" fmla="*/ 131006 h 607497"/>
              <a:gd name="connsiteX76" fmla="*/ 455757 w 490994"/>
              <a:gd name="connsiteY76" fmla="*/ 157804 h 607497"/>
              <a:gd name="connsiteX77" fmla="*/ 437788 w 490994"/>
              <a:gd name="connsiteY77" fmla="*/ 168159 h 607497"/>
              <a:gd name="connsiteX78" fmla="*/ 428289 w 490994"/>
              <a:gd name="connsiteY78" fmla="*/ 170768 h 607497"/>
              <a:gd name="connsiteX79" fmla="*/ 411349 w 490994"/>
              <a:gd name="connsiteY79" fmla="*/ 160254 h 607497"/>
              <a:gd name="connsiteX80" fmla="*/ 402009 w 490994"/>
              <a:gd name="connsiteY80" fmla="*/ 144365 h 607497"/>
              <a:gd name="connsiteX81" fmla="*/ 399317 w 490994"/>
              <a:gd name="connsiteY81" fmla="*/ 129346 h 607497"/>
              <a:gd name="connsiteX82" fmla="*/ 408262 w 490994"/>
              <a:gd name="connsiteY82" fmla="*/ 117488 h 607497"/>
              <a:gd name="connsiteX83" fmla="*/ 426389 w 490994"/>
              <a:gd name="connsiteY83" fmla="*/ 107054 h 607497"/>
              <a:gd name="connsiteX84" fmla="*/ 436205 w 490994"/>
              <a:gd name="connsiteY84" fmla="*/ 104366 h 607497"/>
              <a:gd name="connsiteX85" fmla="*/ 54676 w 490994"/>
              <a:gd name="connsiteY85" fmla="*/ 104366 h 607497"/>
              <a:gd name="connsiteX86" fmla="*/ 64501 w 490994"/>
              <a:gd name="connsiteY86" fmla="*/ 107054 h 607497"/>
              <a:gd name="connsiteX87" fmla="*/ 82644 w 490994"/>
              <a:gd name="connsiteY87" fmla="*/ 117488 h 607497"/>
              <a:gd name="connsiteX88" fmla="*/ 91596 w 490994"/>
              <a:gd name="connsiteY88" fmla="*/ 129346 h 607497"/>
              <a:gd name="connsiteX89" fmla="*/ 88903 w 490994"/>
              <a:gd name="connsiteY89" fmla="*/ 144365 h 607497"/>
              <a:gd name="connsiteX90" fmla="*/ 79633 w 490994"/>
              <a:gd name="connsiteY90" fmla="*/ 160254 h 607497"/>
              <a:gd name="connsiteX91" fmla="*/ 62678 w 490994"/>
              <a:gd name="connsiteY91" fmla="*/ 170768 h 607497"/>
              <a:gd name="connsiteX92" fmla="*/ 53171 w 490994"/>
              <a:gd name="connsiteY92" fmla="*/ 168159 h 607497"/>
              <a:gd name="connsiteX93" fmla="*/ 35186 w 490994"/>
              <a:gd name="connsiteY93" fmla="*/ 157804 h 607497"/>
              <a:gd name="connsiteX94" fmla="*/ 27977 w 490994"/>
              <a:gd name="connsiteY94" fmla="*/ 131006 h 607497"/>
              <a:gd name="connsiteX95" fmla="*/ 37642 w 490994"/>
              <a:gd name="connsiteY95" fmla="*/ 114168 h 607497"/>
              <a:gd name="connsiteX96" fmla="*/ 54676 w 490994"/>
              <a:gd name="connsiteY96" fmla="*/ 104366 h 607497"/>
              <a:gd name="connsiteX97" fmla="*/ 245501 w 490994"/>
              <a:gd name="connsiteY97" fmla="*/ 75152 h 607497"/>
              <a:gd name="connsiteX98" fmla="*/ 412384 w 490994"/>
              <a:gd name="connsiteY98" fmla="*/ 241809 h 607497"/>
              <a:gd name="connsiteX99" fmla="*/ 372247 w 490994"/>
              <a:gd name="connsiteY99" fmla="*/ 363006 h 607497"/>
              <a:gd name="connsiteX100" fmla="*/ 334168 w 490994"/>
              <a:gd name="connsiteY100" fmla="*/ 468155 h 607497"/>
              <a:gd name="connsiteX101" fmla="*/ 314138 w 490994"/>
              <a:gd name="connsiteY101" fmla="*/ 486971 h 607497"/>
              <a:gd name="connsiteX102" fmla="*/ 176864 w 490994"/>
              <a:gd name="connsiteY102" fmla="*/ 486971 h 607497"/>
              <a:gd name="connsiteX103" fmla="*/ 156755 w 490994"/>
              <a:gd name="connsiteY103" fmla="*/ 468155 h 607497"/>
              <a:gd name="connsiteX104" fmla="*/ 119151 w 490994"/>
              <a:gd name="connsiteY104" fmla="*/ 364825 h 607497"/>
              <a:gd name="connsiteX105" fmla="*/ 78618 w 490994"/>
              <a:gd name="connsiteY105" fmla="*/ 241809 h 607497"/>
              <a:gd name="connsiteX106" fmla="*/ 245501 w 490994"/>
              <a:gd name="connsiteY106" fmla="*/ 75152 h 607497"/>
              <a:gd name="connsiteX107" fmla="*/ 350001 w 490994"/>
              <a:gd name="connsiteY107" fmla="*/ 25404 h 607497"/>
              <a:gd name="connsiteX108" fmla="*/ 359812 w 490994"/>
              <a:gd name="connsiteY108" fmla="*/ 28012 h 607497"/>
              <a:gd name="connsiteX109" fmla="*/ 376587 w 490994"/>
              <a:gd name="connsiteY109" fmla="*/ 37731 h 607497"/>
              <a:gd name="connsiteX110" fmla="*/ 383787 w 490994"/>
              <a:gd name="connsiteY110" fmla="*/ 64519 h 607497"/>
              <a:gd name="connsiteX111" fmla="*/ 373343 w 490994"/>
              <a:gd name="connsiteY111" fmla="*/ 82536 h 607497"/>
              <a:gd name="connsiteX112" fmla="*/ 357043 w 490994"/>
              <a:gd name="connsiteY112" fmla="*/ 92018 h 607497"/>
              <a:gd name="connsiteX113" fmla="*/ 346440 w 490994"/>
              <a:gd name="connsiteY113" fmla="*/ 88857 h 607497"/>
              <a:gd name="connsiteX114" fmla="*/ 330536 w 490994"/>
              <a:gd name="connsiteY114" fmla="*/ 79533 h 607497"/>
              <a:gd name="connsiteX115" fmla="*/ 320803 w 490994"/>
              <a:gd name="connsiteY115" fmla="*/ 67917 h 607497"/>
              <a:gd name="connsiteX116" fmla="*/ 322623 w 490994"/>
              <a:gd name="connsiteY116" fmla="*/ 53219 h 607497"/>
              <a:gd name="connsiteX117" fmla="*/ 332989 w 490994"/>
              <a:gd name="connsiteY117" fmla="*/ 35202 h 607497"/>
              <a:gd name="connsiteX118" fmla="*/ 350001 w 490994"/>
              <a:gd name="connsiteY118" fmla="*/ 25404 h 607497"/>
              <a:gd name="connsiteX119" fmla="*/ 140881 w 490994"/>
              <a:gd name="connsiteY119" fmla="*/ 25404 h 607497"/>
              <a:gd name="connsiteX120" fmla="*/ 157911 w 490994"/>
              <a:gd name="connsiteY120" fmla="*/ 35202 h 607497"/>
              <a:gd name="connsiteX121" fmla="*/ 168367 w 490994"/>
              <a:gd name="connsiteY121" fmla="*/ 53219 h 607497"/>
              <a:gd name="connsiteX122" fmla="*/ 170189 w 490994"/>
              <a:gd name="connsiteY122" fmla="*/ 67917 h 607497"/>
              <a:gd name="connsiteX123" fmla="*/ 160367 w 490994"/>
              <a:gd name="connsiteY123" fmla="*/ 79533 h 607497"/>
              <a:gd name="connsiteX124" fmla="*/ 144446 w 490994"/>
              <a:gd name="connsiteY124" fmla="*/ 88857 h 607497"/>
              <a:gd name="connsiteX125" fmla="*/ 133831 w 490994"/>
              <a:gd name="connsiteY125" fmla="*/ 92018 h 607497"/>
              <a:gd name="connsiteX126" fmla="*/ 117514 w 490994"/>
              <a:gd name="connsiteY126" fmla="*/ 82615 h 607497"/>
              <a:gd name="connsiteX127" fmla="*/ 107058 w 490994"/>
              <a:gd name="connsiteY127" fmla="*/ 64519 h 607497"/>
              <a:gd name="connsiteX128" fmla="*/ 105078 w 490994"/>
              <a:gd name="connsiteY128" fmla="*/ 49584 h 607497"/>
              <a:gd name="connsiteX129" fmla="*/ 114266 w 490994"/>
              <a:gd name="connsiteY129" fmla="*/ 37731 h 607497"/>
              <a:gd name="connsiteX130" fmla="*/ 131059 w 490994"/>
              <a:gd name="connsiteY130" fmla="*/ 28012 h 607497"/>
              <a:gd name="connsiteX131" fmla="*/ 140881 w 490994"/>
              <a:gd name="connsiteY131" fmla="*/ 25404 h 607497"/>
              <a:gd name="connsiteX132" fmla="*/ 235768 w 490994"/>
              <a:gd name="connsiteY132" fmla="*/ 0 h 607497"/>
              <a:gd name="connsiteX133" fmla="*/ 255156 w 490994"/>
              <a:gd name="connsiteY133" fmla="*/ 0 h 607497"/>
              <a:gd name="connsiteX134" fmla="*/ 274782 w 490994"/>
              <a:gd name="connsiteY134" fmla="*/ 19595 h 607497"/>
              <a:gd name="connsiteX135" fmla="*/ 274782 w 490994"/>
              <a:gd name="connsiteY135" fmla="*/ 40927 h 607497"/>
              <a:gd name="connsiteX136" fmla="*/ 256581 w 490994"/>
              <a:gd name="connsiteY136" fmla="*/ 59416 h 607497"/>
              <a:gd name="connsiteX137" fmla="*/ 254127 w 490994"/>
              <a:gd name="connsiteY137" fmla="*/ 59258 h 607497"/>
              <a:gd name="connsiteX138" fmla="*/ 245502 w 490994"/>
              <a:gd name="connsiteY138" fmla="*/ 58547 h 607497"/>
              <a:gd name="connsiteX139" fmla="*/ 236876 w 490994"/>
              <a:gd name="connsiteY139" fmla="*/ 59258 h 607497"/>
              <a:gd name="connsiteX140" fmla="*/ 234422 w 490994"/>
              <a:gd name="connsiteY140" fmla="*/ 59416 h 607497"/>
              <a:gd name="connsiteX141" fmla="*/ 216142 w 490994"/>
              <a:gd name="connsiteY141" fmla="*/ 40927 h 607497"/>
              <a:gd name="connsiteX142" fmla="*/ 216142 w 490994"/>
              <a:gd name="connsiteY142" fmla="*/ 19595 h 607497"/>
              <a:gd name="connsiteX143" fmla="*/ 235768 w 490994"/>
              <a:gd name="connsiteY143" fmla="*/ 0 h 607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</a:cxnLst>
            <a:rect l="l" t="t" r="r" b="b"/>
            <a:pathLst>
              <a:path w="490994" h="607497">
                <a:moveTo>
                  <a:pt x="203312" y="568333"/>
                </a:moveTo>
                <a:lnTo>
                  <a:pt x="287691" y="568333"/>
                </a:lnTo>
                <a:cubicBezTo>
                  <a:pt x="298456" y="568333"/>
                  <a:pt x="307242" y="577115"/>
                  <a:pt x="307242" y="587955"/>
                </a:cubicBezTo>
                <a:cubicBezTo>
                  <a:pt x="307242" y="598794"/>
                  <a:pt x="298456" y="607497"/>
                  <a:pt x="287691" y="607497"/>
                </a:cubicBezTo>
                <a:lnTo>
                  <a:pt x="203312" y="607497"/>
                </a:lnTo>
                <a:cubicBezTo>
                  <a:pt x="192468" y="607497"/>
                  <a:pt x="183682" y="598794"/>
                  <a:pt x="183682" y="587955"/>
                </a:cubicBezTo>
                <a:cubicBezTo>
                  <a:pt x="183682" y="577115"/>
                  <a:pt x="192468" y="568333"/>
                  <a:pt x="203312" y="568333"/>
                </a:cubicBezTo>
                <a:close/>
                <a:moveTo>
                  <a:pt x="186520" y="510187"/>
                </a:moveTo>
                <a:lnTo>
                  <a:pt x="304395" y="510187"/>
                </a:lnTo>
                <a:cubicBezTo>
                  <a:pt x="315320" y="510187"/>
                  <a:pt x="324107" y="518967"/>
                  <a:pt x="324107" y="529804"/>
                </a:cubicBezTo>
                <a:cubicBezTo>
                  <a:pt x="324107" y="540641"/>
                  <a:pt x="315320" y="549421"/>
                  <a:pt x="304395" y="549421"/>
                </a:cubicBezTo>
                <a:lnTo>
                  <a:pt x="186520" y="549421"/>
                </a:lnTo>
                <a:cubicBezTo>
                  <a:pt x="175674" y="549421"/>
                  <a:pt x="166887" y="540641"/>
                  <a:pt x="166887" y="529804"/>
                </a:cubicBezTo>
                <a:cubicBezTo>
                  <a:pt x="166887" y="518967"/>
                  <a:pt x="175674" y="510187"/>
                  <a:pt x="186520" y="510187"/>
                </a:cubicBezTo>
                <a:close/>
                <a:moveTo>
                  <a:pt x="62837" y="319449"/>
                </a:moveTo>
                <a:cubicBezTo>
                  <a:pt x="70116" y="319449"/>
                  <a:pt x="76684" y="323954"/>
                  <a:pt x="79611" y="330831"/>
                </a:cubicBezTo>
                <a:cubicBezTo>
                  <a:pt x="82064" y="336601"/>
                  <a:pt x="84676" y="342529"/>
                  <a:pt x="87445" y="348457"/>
                </a:cubicBezTo>
                <a:cubicBezTo>
                  <a:pt x="91876" y="358021"/>
                  <a:pt x="88236" y="369640"/>
                  <a:pt x="79137" y="374856"/>
                </a:cubicBezTo>
                <a:lnTo>
                  <a:pt x="64498" y="383314"/>
                </a:lnTo>
                <a:cubicBezTo>
                  <a:pt x="61571" y="384974"/>
                  <a:pt x="58168" y="385922"/>
                  <a:pt x="54687" y="385922"/>
                </a:cubicBezTo>
                <a:cubicBezTo>
                  <a:pt x="47724" y="385922"/>
                  <a:pt x="41156" y="382128"/>
                  <a:pt x="37675" y="376121"/>
                </a:cubicBezTo>
                <a:lnTo>
                  <a:pt x="28021" y="359285"/>
                </a:lnTo>
                <a:cubicBezTo>
                  <a:pt x="25410" y="354780"/>
                  <a:pt x="24698" y="349484"/>
                  <a:pt x="26043" y="344426"/>
                </a:cubicBezTo>
                <a:cubicBezTo>
                  <a:pt x="27388" y="339367"/>
                  <a:pt x="30632" y="335099"/>
                  <a:pt x="35222" y="332491"/>
                </a:cubicBezTo>
                <a:lnTo>
                  <a:pt x="53500" y="321978"/>
                </a:lnTo>
                <a:cubicBezTo>
                  <a:pt x="56348" y="320319"/>
                  <a:pt x="59593" y="319449"/>
                  <a:pt x="62837" y="319449"/>
                </a:cubicBezTo>
                <a:close/>
                <a:moveTo>
                  <a:pt x="427899" y="319379"/>
                </a:moveTo>
                <a:cubicBezTo>
                  <a:pt x="431145" y="319379"/>
                  <a:pt x="434391" y="320248"/>
                  <a:pt x="437320" y="321908"/>
                </a:cubicBezTo>
                <a:lnTo>
                  <a:pt x="455767" y="332498"/>
                </a:lnTo>
                <a:cubicBezTo>
                  <a:pt x="460279" y="335106"/>
                  <a:pt x="463525" y="339374"/>
                  <a:pt x="464871" y="344431"/>
                </a:cubicBezTo>
                <a:cubicBezTo>
                  <a:pt x="466296" y="349489"/>
                  <a:pt x="465583" y="354784"/>
                  <a:pt x="462971" y="359289"/>
                </a:cubicBezTo>
                <a:lnTo>
                  <a:pt x="453233" y="376122"/>
                </a:lnTo>
                <a:cubicBezTo>
                  <a:pt x="449750" y="382129"/>
                  <a:pt x="443258" y="385922"/>
                  <a:pt x="436212" y="385922"/>
                </a:cubicBezTo>
                <a:cubicBezTo>
                  <a:pt x="432808" y="385922"/>
                  <a:pt x="429403" y="384974"/>
                  <a:pt x="426395" y="383235"/>
                </a:cubicBezTo>
                <a:lnTo>
                  <a:pt x="411511" y="374700"/>
                </a:lnTo>
                <a:cubicBezTo>
                  <a:pt x="402407" y="369405"/>
                  <a:pt x="398765" y="357787"/>
                  <a:pt x="403198" y="348225"/>
                </a:cubicBezTo>
                <a:cubicBezTo>
                  <a:pt x="405969" y="342456"/>
                  <a:pt x="408582" y="336529"/>
                  <a:pt x="411115" y="330759"/>
                </a:cubicBezTo>
                <a:cubicBezTo>
                  <a:pt x="414045" y="323805"/>
                  <a:pt x="420616" y="319379"/>
                  <a:pt x="427899" y="319379"/>
                </a:cubicBezTo>
                <a:close/>
                <a:moveTo>
                  <a:pt x="19624" y="215859"/>
                </a:moveTo>
                <a:lnTo>
                  <a:pt x="40990" y="215859"/>
                </a:lnTo>
                <a:cubicBezTo>
                  <a:pt x="46371" y="215859"/>
                  <a:pt x="51435" y="218072"/>
                  <a:pt x="54917" y="222024"/>
                </a:cubicBezTo>
                <a:cubicBezTo>
                  <a:pt x="58398" y="225897"/>
                  <a:pt x="59981" y="231193"/>
                  <a:pt x="59269" y="236489"/>
                </a:cubicBezTo>
                <a:cubicBezTo>
                  <a:pt x="58952" y="239097"/>
                  <a:pt x="58636" y="242101"/>
                  <a:pt x="58636" y="245104"/>
                </a:cubicBezTo>
                <a:cubicBezTo>
                  <a:pt x="58636" y="248187"/>
                  <a:pt x="58952" y="251348"/>
                  <a:pt x="59269" y="253719"/>
                </a:cubicBezTo>
                <a:cubicBezTo>
                  <a:pt x="59981" y="259094"/>
                  <a:pt x="58398" y="264390"/>
                  <a:pt x="54996" y="268263"/>
                </a:cubicBezTo>
                <a:cubicBezTo>
                  <a:pt x="51514" y="272136"/>
                  <a:pt x="46450" y="274428"/>
                  <a:pt x="41069" y="274428"/>
                </a:cubicBezTo>
                <a:lnTo>
                  <a:pt x="19624" y="274428"/>
                </a:lnTo>
                <a:cubicBezTo>
                  <a:pt x="8783" y="274428"/>
                  <a:pt x="0" y="265576"/>
                  <a:pt x="0" y="254826"/>
                </a:cubicBezTo>
                <a:lnTo>
                  <a:pt x="0" y="235461"/>
                </a:lnTo>
                <a:cubicBezTo>
                  <a:pt x="0" y="224633"/>
                  <a:pt x="8783" y="215859"/>
                  <a:pt x="19624" y="215859"/>
                </a:cubicBezTo>
                <a:close/>
                <a:moveTo>
                  <a:pt x="450011" y="215789"/>
                </a:moveTo>
                <a:lnTo>
                  <a:pt x="471373" y="215789"/>
                </a:lnTo>
                <a:cubicBezTo>
                  <a:pt x="482133" y="215789"/>
                  <a:pt x="490994" y="224640"/>
                  <a:pt x="490994" y="235467"/>
                </a:cubicBezTo>
                <a:lnTo>
                  <a:pt x="490994" y="254830"/>
                </a:lnTo>
                <a:cubicBezTo>
                  <a:pt x="490994" y="265578"/>
                  <a:pt x="482133" y="274429"/>
                  <a:pt x="471373" y="274429"/>
                </a:cubicBezTo>
                <a:lnTo>
                  <a:pt x="449931" y="274429"/>
                </a:lnTo>
                <a:cubicBezTo>
                  <a:pt x="444472" y="274429"/>
                  <a:pt x="439409" y="272137"/>
                  <a:pt x="436007" y="268265"/>
                </a:cubicBezTo>
                <a:cubicBezTo>
                  <a:pt x="432525" y="264313"/>
                  <a:pt x="430943" y="259018"/>
                  <a:pt x="431655" y="253723"/>
                </a:cubicBezTo>
                <a:cubicBezTo>
                  <a:pt x="431972" y="251352"/>
                  <a:pt x="432367" y="248191"/>
                  <a:pt x="432367" y="245109"/>
                </a:cubicBezTo>
                <a:cubicBezTo>
                  <a:pt x="432367" y="242106"/>
                  <a:pt x="431972" y="239024"/>
                  <a:pt x="431655" y="236495"/>
                </a:cubicBezTo>
                <a:cubicBezTo>
                  <a:pt x="431022" y="231200"/>
                  <a:pt x="432604" y="225905"/>
                  <a:pt x="436007" y="221953"/>
                </a:cubicBezTo>
                <a:cubicBezTo>
                  <a:pt x="439488" y="218081"/>
                  <a:pt x="444551" y="215789"/>
                  <a:pt x="450011" y="215789"/>
                </a:cubicBezTo>
                <a:close/>
                <a:moveTo>
                  <a:pt x="245501" y="133735"/>
                </a:moveTo>
                <a:cubicBezTo>
                  <a:pt x="185810" y="133735"/>
                  <a:pt x="137281" y="182198"/>
                  <a:pt x="137281" y="241809"/>
                </a:cubicBezTo>
                <a:cubicBezTo>
                  <a:pt x="137281" y="269717"/>
                  <a:pt x="153905" y="303159"/>
                  <a:pt x="171639" y="338656"/>
                </a:cubicBezTo>
                <a:cubicBezTo>
                  <a:pt x="185572" y="366564"/>
                  <a:pt x="199901" y="395342"/>
                  <a:pt x="208372" y="425858"/>
                </a:cubicBezTo>
                <a:cubicBezTo>
                  <a:pt x="208768" y="427123"/>
                  <a:pt x="210430" y="428388"/>
                  <a:pt x="211459" y="428388"/>
                </a:cubicBezTo>
                <a:lnTo>
                  <a:pt x="279305" y="428388"/>
                </a:lnTo>
                <a:cubicBezTo>
                  <a:pt x="280255" y="428388"/>
                  <a:pt x="281997" y="427123"/>
                  <a:pt x="282313" y="425858"/>
                </a:cubicBezTo>
                <a:cubicBezTo>
                  <a:pt x="290863" y="394314"/>
                  <a:pt x="305588" y="364983"/>
                  <a:pt x="319838" y="336759"/>
                </a:cubicBezTo>
                <a:lnTo>
                  <a:pt x="319918" y="336601"/>
                </a:lnTo>
                <a:cubicBezTo>
                  <a:pt x="337255" y="301973"/>
                  <a:pt x="353722" y="269321"/>
                  <a:pt x="353722" y="241809"/>
                </a:cubicBezTo>
                <a:cubicBezTo>
                  <a:pt x="353722" y="182198"/>
                  <a:pt x="305113" y="133735"/>
                  <a:pt x="245501" y="133735"/>
                </a:cubicBezTo>
                <a:close/>
                <a:moveTo>
                  <a:pt x="436205" y="104366"/>
                </a:moveTo>
                <a:cubicBezTo>
                  <a:pt x="443250" y="104366"/>
                  <a:pt x="449741" y="108160"/>
                  <a:pt x="453224" y="114168"/>
                </a:cubicBezTo>
                <a:lnTo>
                  <a:pt x="462960" y="131006"/>
                </a:lnTo>
                <a:cubicBezTo>
                  <a:pt x="468343" y="140334"/>
                  <a:pt x="465098" y="152428"/>
                  <a:pt x="455757" y="157804"/>
                </a:cubicBezTo>
                <a:lnTo>
                  <a:pt x="437788" y="168159"/>
                </a:lnTo>
                <a:cubicBezTo>
                  <a:pt x="434859" y="169819"/>
                  <a:pt x="431535" y="170768"/>
                  <a:pt x="428289" y="170768"/>
                </a:cubicBezTo>
                <a:cubicBezTo>
                  <a:pt x="421165" y="170768"/>
                  <a:pt x="414674" y="166737"/>
                  <a:pt x="411349" y="160254"/>
                </a:cubicBezTo>
                <a:cubicBezTo>
                  <a:pt x="408579" y="154879"/>
                  <a:pt x="405413" y="149504"/>
                  <a:pt x="402009" y="144365"/>
                </a:cubicBezTo>
                <a:cubicBezTo>
                  <a:pt x="399080" y="139780"/>
                  <a:pt x="398130" y="134484"/>
                  <a:pt x="399317" y="129346"/>
                </a:cubicBezTo>
                <a:cubicBezTo>
                  <a:pt x="400505" y="124366"/>
                  <a:pt x="403671" y="120097"/>
                  <a:pt x="408262" y="117488"/>
                </a:cubicBezTo>
                <a:lnTo>
                  <a:pt x="426389" y="107054"/>
                </a:lnTo>
                <a:cubicBezTo>
                  <a:pt x="429397" y="105315"/>
                  <a:pt x="432801" y="104366"/>
                  <a:pt x="436205" y="104366"/>
                </a:cubicBezTo>
                <a:close/>
                <a:moveTo>
                  <a:pt x="54676" y="104366"/>
                </a:moveTo>
                <a:cubicBezTo>
                  <a:pt x="58162" y="104366"/>
                  <a:pt x="61569" y="105315"/>
                  <a:pt x="64501" y="107054"/>
                </a:cubicBezTo>
                <a:lnTo>
                  <a:pt x="82644" y="117488"/>
                </a:lnTo>
                <a:cubicBezTo>
                  <a:pt x="87239" y="120097"/>
                  <a:pt x="90408" y="124366"/>
                  <a:pt x="91596" y="129346"/>
                </a:cubicBezTo>
                <a:cubicBezTo>
                  <a:pt x="92864" y="134484"/>
                  <a:pt x="91913" y="139780"/>
                  <a:pt x="88903" y="144365"/>
                </a:cubicBezTo>
                <a:cubicBezTo>
                  <a:pt x="85575" y="149504"/>
                  <a:pt x="82406" y="154879"/>
                  <a:pt x="79633" y="160254"/>
                </a:cubicBezTo>
                <a:cubicBezTo>
                  <a:pt x="76305" y="166737"/>
                  <a:pt x="69809" y="170768"/>
                  <a:pt x="62678" y="170768"/>
                </a:cubicBezTo>
                <a:cubicBezTo>
                  <a:pt x="59430" y="170768"/>
                  <a:pt x="56102" y="169819"/>
                  <a:pt x="53171" y="168159"/>
                </a:cubicBezTo>
                <a:lnTo>
                  <a:pt x="35186" y="157804"/>
                </a:lnTo>
                <a:cubicBezTo>
                  <a:pt x="25758" y="152428"/>
                  <a:pt x="22510" y="140334"/>
                  <a:pt x="27977" y="131006"/>
                </a:cubicBezTo>
                <a:lnTo>
                  <a:pt x="37642" y="114168"/>
                </a:lnTo>
                <a:cubicBezTo>
                  <a:pt x="41128" y="108160"/>
                  <a:pt x="47704" y="104366"/>
                  <a:pt x="54676" y="104366"/>
                </a:cubicBezTo>
                <a:close/>
                <a:moveTo>
                  <a:pt x="245501" y="75152"/>
                </a:moveTo>
                <a:cubicBezTo>
                  <a:pt x="337493" y="75152"/>
                  <a:pt x="412384" y="149942"/>
                  <a:pt x="412384" y="241809"/>
                </a:cubicBezTo>
                <a:cubicBezTo>
                  <a:pt x="412384" y="283236"/>
                  <a:pt x="391959" y="323793"/>
                  <a:pt x="372247" y="363006"/>
                </a:cubicBezTo>
                <a:cubicBezTo>
                  <a:pt x="354909" y="397634"/>
                  <a:pt x="336859" y="433448"/>
                  <a:pt x="334168" y="468155"/>
                </a:cubicBezTo>
                <a:cubicBezTo>
                  <a:pt x="333297" y="478749"/>
                  <a:pt x="324509" y="486971"/>
                  <a:pt x="314138" y="486971"/>
                </a:cubicBezTo>
                <a:lnTo>
                  <a:pt x="176864" y="486971"/>
                </a:lnTo>
                <a:cubicBezTo>
                  <a:pt x="166493" y="486971"/>
                  <a:pt x="157705" y="478749"/>
                  <a:pt x="156755" y="468155"/>
                </a:cubicBezTo>
                <a:cubicBezTo>
                  <a:pt x="153985" y="434792"/>
                  <a:pt x="137043" y="400797"/>
                  <a:pt x="119151" y="364825"/>
                </a:cubicBezTo>
                <a:cubicBezTo>
                  <a:pt x="99201" y="324821"/>
                  <a:pt x="78539" y="283473"/>
                  <a:pt x="78618" y="241809"/>
                </a:cubicBezTo>
                <a:cubicBezTo>
                  <a:pt x="78618" y="149942"/>
                  <a:pt x="153430" y="75152"/>
                  <a:pt x="245501" y="75152"/>
                </a:cubicBezTo>
                <a:close/>
                <a:moveTo>
                  <a:pt x="350001" y="25404"/>
                </a:moveTo>
                <a:cubicBezTo>
                  <a:pt x="353482" y="25404"/>
                  <a:pt x="356885" y="26273"/>
                  <a:pt x="359812" y="28012"/>
                </a:cubicBezTo>
                <a:lnTo>
                  <a:pt x="376587" y="37731"/>
                </a:lnTo>
                <a:cubicBezTo>
                  <a:pt x="386003" y="43104"/>
                  <a:pt x="389168" y="55116"/>
                  <a:pt x="383787" y="64519"/>
                </a:cubicBezTo>
                <a:lnTo>
                  <a:pt x="373343" y="82536"/>
                </a:lnTo>
                <a:cubicBezTo>
                  <a:pt x="369940" y="88462"/>
                  <a:pt x="363848" y="92018"/>
                  <a:pt x="357043" y="92018"/>
                </a:cubicBezTo>
                <a:cubicBezTo>
                  <a:pt x="353324" y="92018"/>
                  <a:pt x="349684" y="90912"/>
                  <a:pt x="346440" y="88857"/>
                </a:cubicBezTo>
                <a:cubicBezTo>
                  <a:pt x="341297" y="85459"/>
                  <a:pt x="335916" y="82378"/>
                  <a:pt x="330536" y="79533"/>
                </a:cubicBezTo>
                <a:cubicBezTo>
                  <a:pt x="325788" y="77083"/>
                  <a:pt x="322307" y="72974"/>
                  <a:pt x="320803" y="67917"/>
                </a:cubicBezTo>
                <a:cubicBezTo>
                  <a:pt x="319379" y="62939"/>
                  <a:pt x="320012" y="57723"/>
                  <a:pt x="322623" y="53219"/>
                </a:cubicBezTo>
                <a:lnTo>
                  <a:pt x="332989" y="35202"/>
                </a:lnTo>
                <a:cubicBezTo>
                  <a:pt x="336549" y="29197"/>
                  <a:pt x="343038" y="25404"/>
                  <a:pt x="350001" y="25404"/>
                </a:cubicBezTo>
                <a:close/>
                <a:moveTo>
                  <a:pt x="140881" y="25404"/>
                </a:moveTo>
                <a:cubicBezTo>
                  <a:pt x="147931" y="25404"/>
                  <a:pt x="154426" y="29197"/>
                  <a:pt x="157911" y="35202"/>
                </a:cubicBezTo>
                <a:lnTo>
                  <a:pt x="168367" y="53219"/>
                </a:lnTo>
                <a:cubicBezTo>
                  <a:pt x="170981" y="57723"/>
                  <a:pt x="171615" y="62939"/>
                  <a:pt x="170189" y="67917"/>
                </a:cubicBezTo>
                <a:cubicBezTo>
                  <a:pt x="168684" y="72974"/>
                  <a:pt x="165199" y="77083"/>
                  <a:pt x="160367" y="79533"/>
                </a:cubicBezTo>
                <a:cubicBezTo>
                  <a:pt x="154981" y="82378"/>
                  <a:pt x="149673" y="85459"/>
                  <a:pt x="144446" y="88857"/>
                </a:cubicBezTo>
                <a:cubicBezTo>
                  <a:pt x="141198" y="90912"/>
                  <a:pt x="137554" y="92018"/>
                  <a:pt x="133831" y="92018"/>
                </a:cubicBezTo>
                <a:cubicBezTo>
                  <a:pt x="127019" y="92018"/>
                  <a:pt x="120999" y="88541"/>
                  <a:pt x="117514" y="82615"/>
                </a:cubicBezTo>
                <a:lnTo>
                  <a:pt x="107058" y="64519"/>
                </a:lnTo>
                <a:cubicBezTo>
                  <a:pt x="104444" y="59936"/>
                  <a:pt x="103731" y="54641"/>
                  <a:pt x="105078" y="49584"/>
                </a:cubicBezTo>
                <a:cubicBezTo>
                  <a:pt x="106424" y="44527"/>
                  <a:pt x="109672" y="40339"/>
                  <a:pt x="114266" y="37731"/>
                </a:cubicBezTo>
                <a:lnTo>
                  <a:pt x="131059" y="28012"/>
                </a:lnTo>
                <a:cubicBezTo>
                  <a:pt x="134069" y="26273"/>
                  <a:pt x="137475" y="25404"/>
                  <a:pt x="140881" y="25404"/>
                </a:cubicBezTo>
                <a:close/>
                <a:moveTo>
                  <a:pt x="235768" y="0"/>
                </a:moveTo>
                <a:lnTo>
                  <a:pt x="255156" y="0"/>
                </a:lnTo>
                <a:cubicBezTo>
                  <a:pt x="265998" y="0"/>
                  <a:pt x="274782" y="8770"/>
                  <a:pt x="274782" y="19595"/>
                </a:cubicBezTo>
                <a:lnTo>
                  <a:pt x="274782" y="40927"/>
                </a:lnTo>
                <a:cubicBezTo>
                  <a:pt x="274782" y="51278"/>
                  <a:pt x="266789" y="59416"/>
                  <a:pt x="256581" y="59416"/>
                </a:cubicBezTo>
                <a:cubicBezTo>
                  <a:pt x="255710" y="59416"/>
                  <a:pt x="254919" y="59337"/>
                  <a:pt x="254127" y="59258"/>
                </a:cubicBezTo>
                <a:cubicBezTo>
                  <a:pt x="251516" y="58863"/>
                  <a:pt x="248509" y="58547"/>
                  <a:pt x="245502" y="58547"/>
                </a:cubicBezTo>
                <a:cubicBezTo>
                  <a:pt x="242415" y="58547"/>
                  <a:pt x="239408" y="58863"/>
                  <a:pt x="236876" y="59258"/>
                </a:cubicBezTo>
                <a:cubicBezTo>
                  <a:pt x="236005" y="59337"/>
                  <a:pt x="235214" y="59416"/>
                  <a:pt x="234422" y="59416"/>
                </a:cubicBezTo>
                <a:cubicBezTo>
                  <a:pt x="224135" y="59416"/>
                  <a:pt x="216142" y="51278"/>
                  <a:pt x="216142" y="40927"/>
                </a:cubicBezTo>
                <a:lnTo>
                  <a:pt x="216142" y="19595"/>
                </a:lnTo>
                <a:cubicBezTo>
                  <a:pt x="216142" y="8770"/>
                  <a:pt x="224926" y="0"/>
                  <a:pt x="235768" y="0"/>
                </a:cubicBezTo>
                <a:close/>
              </a:path>
            </a:pathLst>
          </a:custGeom>
          <a:solidFill>
            <a:srgbClr val="FBBB3B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/>
            <a:endParaRPr lang="zh-CN" altLang="en-US" noProof="1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123" name="increasing-stocks-graphic_38888">
            <a:extLst>
              <a:ext uri="{FF2B5EF4-FFF2-40B4-BE49-F238E27FC236}">
                <a16:creationId xmlns:a16="http://schemas.microsoft.com/office/drawing/2014/main" xmlns="" id="{7B945D96-5651-4B79-8CB4-95DD4AD24423}"/>
              </a:ext>
            </a:extLst>
          </p:cNvPr>
          <p:cNvSpPr>
            <a:spLocks noChangeAspect="1" noChangeArrowheads="1"/>
          </p:cNvSpPr>
          <p:nvPr userDrawn="1"/>
        </p:nvSpPr>
        <p:spPr bwMode="auto">
          <a:xfrm>
            <a:off x="3951288" y="2970213"/>
            <a:ext cx="347662" cy="342900"/>
          </a:xfrm>
          <a:custGeom>
            <a:avLst/>
            <a:gdLst>
              <a:gd name="T0" fmla="*/ 269730 w 593397"/>
              <a:gd name="T1" fmla="*/ 48345 h 586586"/>
              <a:gd name="T2" fmla="*/ 269730 w 593397"/>
              <a:gd name="T3" fmla="*/ 329207 h 586586"/>
              <a:gd name="T4" fmla="*/ 518251 w 593397"/>
              <a:gd name="T5" fmla="*/ 421753 h 586586"/>
              <a:gd name="T6" fmla="*/ 269730 w 593397"/>
              <a:gd name="T7" fmla="*/ 586586 h 586586"/>
              <a:gd name="T8" fmla="*/ 0 w 593397"/>
              <a:gd name="T9" fmla="*/ 317696 h 586586"/>
              <a:gd name="T10" fmla="*/ 269730 w 593397"/>
              <a:gd name="T11" fmla="*/ 48345 h 586586"/>
              <a:gd name="T12" fmla="*/ 323685 w 593397"/>
              <a:gd name="T13" fmla="*/ 0 h 586586"/>
              <a:gd name="T14" fmla="*/ 593397 w 593397"/>
              <a:gd name="T15" fmla="*/ 269372 h 586586"/>
              <a:gd name="T16" fmla="*/ 572189 w 593397"/>
              <a:gd name="T17" fmla="*/ 373437 h 586586"/>
              <a:gd name="T18" fmla="*/ 323685 w 593397"/>
              <a:gd name="T19" fmla="*/ 280884 h 5865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593397" h="586586">
                <a:moveTo>
                  <a:pt x="269730" y="48345"/>
                </a:moveTo>
                <a:lnTo>
                  <a:pt x="269730" y="329207"/>
                </a:lnTo>
                <a:lnTo>
                  <a:pt x="518251" y="421753"/>
                </a:lnTo>
                <a:cubicBezTo>
                  <a:pt x="477215" y="518903"/>
                  <a:pt x="381311" y="586586"/>
                  <a:pt x="269730" y="586586"/>
                </a:cubicBezTo>
                <a:cubicBezTo>
                  <a:pt x="120802" y="586586"/>
                  <a:pt x="0" y="466414"/>
                  <a:pt x="0" y="317696"/>
                </a:cubicBezTo>
                <a:cubicBezTo>
                  <a:pt x="0" y="168977"/>
                  <a:pt x="120802" y="48345"/>
                  <a:pt x="269730" y="48345"/>
                </a:cubicBezTo>
                <a:close/>
                <a:moveTo>
                  <a:pt x="323685" y="0"/>
                </a:moveTo>
                <a:cubicBezTo>
                  <a:pt x="472603" y="0"/>
                  <a:pt x="593397" y="120642"/>
                  <a:pt x="593397" y="269372"/>
                </a:cubicBezTo>
                <a:cubicBezTo>
                  <a:pt x="593397" y="306209"/>
                  <a:pt x="585559" y="341665"/>
                  <a:pt x="572189" y="373437"/>
                </a:cubicBezTo>
                <a:lnTo>
                  <a:pt x="323685" y="280884"/>
                </a:lnTo>
                <a:close/>
              </a:path>
            </a:pathLst>
          </a:custGeom>
          <a:solidFill>
            <a:srgbClr val="FBBB3B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24" name="组合 123">
            <a:extLst>
              <a:ext uri="{FF2B5EF4-FFF2-40B4-BE49-F238E27FC236}">
                <a16:creationId xmlns:a16="http://schemas.microsoft.com/office/drawing/2014/main" xmlns="" id="{408B5205-2A4B-456E-8135-3354FC249D20}"/>
              </a:ext>
            </a:extLst>
          </p:cNvPr>
          <p:cNvGrpSpPr/>
          <p:nvPr/>
        </p:nvGrpSpPr>
        <p:grpSpPr>
          <a:xfrm>
            <a:off x="937172" y="1836665"/>
            <a:ext cx="10459150" cy="3921025"/>
            <a:chOff x="1728788" y="7356475"/>
            <a:chExt cx="10683874" cy="4005263"/>
          </a:xfrm>
          <a:solidFill>
            <a:schemeClr val="bg1">
              <a:alpha val="20000"/>
            </a:schemeClr>
          </a:solidFill>
        </p:grpSpPr>
        <p:sp>
          <p:nvSpPr>
            <p:cNvPr id="125" name="Freeform 192">
              <a:extLst>
                <a:ext uri="{FF2B5EF4-FFF2-40B4-BE49-F238E27FC236}">
                  <a16:creationId xmlns:a16="http://schemas.microsoft.com/office/drawing/2014/main" xmlns="" id="{58A50D4B-E781-4B8E-B0B8-717CFC9A36B8}"/>
                </a:ext>
              </a:extLst>
            </p:cNvPr>
            <p:cNvSpPr/>
            <p:nvPr userDrawn="1"/>
          </p:nvSpPr>
          <p:spPr bwMode="auto">
            <a:xfrm>
              <a:off x="2941638" y="9977438"/>
              <a:ext cx="4075112" cy="1090613"/>
            </a:xfrm>
            <a:custGeom>
              <a:avLst/>
              <a:gdLst>
                <a:gd name="T0" fmla="*/ 834 w 834"/>
                <a:gd name="T1" fmla="*/ 0 h 223"/>
                <a:gd name="T2" fmla="*/ 105 w 834"/>
                <a:gd name="T3" fmla="*/ 0 h 223"/>
                <a:gd name="T4" fmla="*/ 0 w 834"/>
                <a:gd name="T5" fmla="*/ 105 h 223"/>
                <a:gd name="T6" fmla="*/ 0 w 834"/>
                <a:gd name="T7" fmla="*/ 223 h 223"/>
                <a:gd name="T8" fmla="*/ 2 w 834"/>
                <a:gd name="T9" fmla="*/ 223 h 223"/>
                <a:gd name="T10" fmla="*/ 4 w 834"/>
                <a:gd name="T11" fmla="*/ 223 h 223"/>
                <a:gd name="T12" fmla="*/ 4 w 834"/>
                <a:gd name="T13" fmla="*/ 105 h 223"/>
                <a:gd name="T14" fmla="*/ 105 w 834"/>
                <a:gd name="T15" fmla="*/ 3 h 223"/>
                <a:gd name="T16" fmla="*/ 834 w 834"/>
                <a:gd name="T17" fmla="*/ 3 h 223"/>
                <a:gd name="T18" fmla="*/ 834 w 834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3">
                  <a:moveTo>
                    <a:pt x="834" y="0"/>
                  </a:moveTo>
                  <a:cubicBezTo>
                    <a:pt x="105" y="0"/>
                    <a:pt x="105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223"/>
                    <a:pt x="0" y="223"/>
                    <a:pt x="0" y="223"/>
                  </a:cubicBezTo>
                  <a:cubicBezTo>
                    <a:pt x="1" y="223"/>
                    <a:pt x="1" y="223"/>
                    <a:pt x="2" y="223"/>
                  </a:cubicBezTo>
                  <a:cubicBezTo>
                    <a:pt x="3" y="223"/>
                    <a:pt x="3" y="223"/>
                    <a:pt x="4" y="223"/>
                  </a:cubicBezTo>
                  <a:cubicBezTo>
                    <a:pt x="4" y="105"/>
                    <a:pt x="4" y="105"/>
                    <a:pt x="4" y="105"/>
                  </a:cubicBezTo>
                  <a:cubicBezTo>
                    <a:pt x="4" y="49"/>
                    <a:pt x="49" y="3"/>
                    <a:pt x="105" y="3"/>
                  </a:cubicBezTo>
                  <a:cubicBezTo>
                    <a:pt x="834" y="3"/>
                    <a:pt x="834" y="3"/>
                    <a:pt x="834" y="3"/>
                  </a:cubicBezTo>
                  <a:cubicBezTo>
                    <a:pt x="834" y="0"/>
                    <a:pt x="834" y="0"/>
                    <a:pt x="83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6" name="Freeform 193">
              <a:extLst>
                <a:ext uri="{FF2B5EF4-FFF2-40B4-BE49-F238E27FC236}">
                  <a16:creationId xmlns:a16="http://schemas.microsoft.com/office/drawing/2014/main" xmlns="" id="{42C3B884-6BFA-42E8-B0D5-E83D66B476DD}"/>
                </a:ext>
              </a:extLst>
            </p:cNvPr>
            <p:cNvSpPr/>
            <p:nvPr userDrawn="1"/>
          </p:nvSpPr>
          <p:spPr bwMode="auto">
            <a:xfrm>
              <a:off x="2789238" y="9840913"/>
              <a:ext cx="4227512" cy="885825"/>
            </a:xfrm>
            <a:custGeom>
              <a:avLst/>
              <a:gdLst>
                <a:gd name="T0" fmla="*/ 865 w 865"/>
                <a:gd name="T1" fmla="*/ 0 h 181"/>
                <a:gd name="T2" fmla="*/ 130 w 865"/>
                <a:gd name="T3" fmla="*/ 0 h 181"/>
                <a:gd name="T4" fmla="*/ 0 w 865"/>
                <a:gd name="T5" fmla="*/ 131 h 181"/>
                <a:gd name="T6" fmla="*/ 0 w 865"/>
                <a:gd name="T7" fmla="*/ 181 h 181"/>
                <a:gd name="T8" fmla="*/ 2 w 865"/>
                <a:gd name="T9" fmla="*/ 181 h 181"/>
                <a:gd name="T10" fmla="*/ 3 w 865"/>
                <a:gd name="T11" fmla="*/ 181 h 181"/>
                <a:gd name="T12" fmla="*/ 3 w 865"/>
                <a:gd name="T13" fmla="*/ 131 h 181"/>
                <a:gd name="T14" fmla="*/ 130 w 865"/>
                <a:gd name="T15" fmla="*/ 3 h 181"/>
                <a:gd name="T16" fmla="*/ 865 w 865"/>
                <a:gd name="T17" fmla="*/ 3 h 181"/>
                <a:gd name="T18" fmla="*/ 865 w 865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5" h="181">
                  <a:moveTo>
                    <a:pt x="865" y="0"/>
                  </a:moveTo>
                  <a:cubicBezTo>
                    <a:pt x="130" y="0"/>
                    <a:pt x="130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0" y="181"/>
                    <a:pt x="1" y="181"/>
                    <a:pt x="2" y="181"/>
                  </a:cubicBezTo>
                  <a:cubicBezTo>
                    <a:pt x="2" y="181"/>
                    <a:pt x="3" y="181"/>
                    <a:pt x="3" y="181"/>
                  </a:cubicBezTo>
                  <a:cubicBezTo>
                    <a:pt x="3" y="131"/>
                    <a:pt x="3" y="131"/>
                    <a:pt x="3" y="131"/>
                  </a:cubicBezTo>
                  <a:cubicBezTo>
                    <a:pt x="3" y="60"/>
                    <a:pt x="60" y="3"/>
                    <a:pt x="130" y="3"/>
                  </a:cubicBezTo>
                  <a:cubicBezTo>
                    <a:pt x="865" y="3"/>
                    <a:pt x="865" y="3"/>
                    <a:pt x="865" y="3"/>
                  </a:cubicBezTo>
                  <a:cubicBezTo>
                    <a:pt x="865" y="0"/>
                    <a:pt x="865" y="0"/>
                    <a:pt x="8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7" name="Freeform 194">
              <a:extLst>
                <a:ext uri="{FF2B5EF4-FFF2-40B4-BE49-F238E27FC236}">
                  <a16:creationId xmlns:a16="http://schemas.microsoft.com/office/drawing/2014/main" xmlns="" id="{AC649642-D428-4D63-A6C3-FCE5F6FC2ECD}"/>
                </a:ext>
              </a:extLst>
            </p:cNvPr>
            <p:cNvSpPr/>
            <p:nvPr userDrawn="1"/>
          </p:nvSpPr>
          <p:spPr bwMode="auto">
            <a:xfrm>
              <a:off x="2627313" y="9694863"/>
              <a:ext cx="4389437" cy="1168400"/>
            </a:xfrm>
            <a:custGeom>
              <a:avLst/>
              <a:gdLst>
                <a:gd name="T0" fmla="*/ 898 w 898"/>
                <a:gd name="T1" fmla="*/ 0 h 239"/>
                <a:gd name="T2" fmla="*/ 159 w 898"/>
                <a:gd name="T3" fmla="*/ 0 h 239"/>
                <a:gd name="T4" fmla="*/ 0 w 898"/>
                <a:gd name="T5" fmla="*/ 160 h 239"/>
                <a:gd name="T6" fmla="*/ 0 w 898"/>
                <a:gd name="T7" fmla="*/ 239 h 239"/>
                <a:gd name="T8" fmla="*/ 1 w 898"/>
                <a:gd name="T9" fmla="*/ 239 h 239"/>
                <a:gd name="T10" fmla="*/ 3 w 898"/>
                <a:gd name="T11" fmla="*/ 239 h 239"/>
                <a:gd name="T12" fmla="*/ 3 w 898"/>
                <a:gd name="T13" fmla="*/ 160 h 239"/>
                <a:gd name="T14" fmla="*/ 159 w 898"/>
                <a:gd name="T15" fmla="*/ 3 h 239"/>
                <a:gd name="T16" fmla="*/ 898 w 898"/>
                <a:gd name="T17" fmla="*/ 3 h 239"/>
                <a:gd name="T18" fmla="*/ 898 w 898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8" h="239">
                  <a:moveTo>
                    <a:pt x="898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71" y="0"/>
                    <a:pt x="0" y="72"/>
                    <a:pt x="0" y="160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0" y="239"/>
                    <a:pt x="1" y="239"/>
                    <a:pt x="1" y="239"/>
                  </a:cubicBezTo>
                  <a:cubicBezTo>
                    <a:pt x="2" y="239"/>
                    <a:pt x="2" y="239"/>
                    <a:pt x="3" y="239"/>
                  </a:cubicBezTo>
                  <a:cubicBezTo>
                    <a:pt x="3" y="160"/>
                    <a:pt x="3" y="160"/>
                    <a:pt x="3" y="160"/>
                  </a:cubicBezTo>
                  <a:cubicBezTo>
                    <a:pt x="3" y="74"/>
                    <a:pt x="73" y="3"/>
                    <a:pt x="159" y="3"/>
                  </a:cubicBezTo>
                  <a:cubicBezTo>
                    <a:pt x="898" y="3"/>
                    <a:pt x="898" y="3"/>
                    <a:pt x="898" y="3"/>
                  </a:cubicBezTo>
                  <a:cubicBezTo>
                    <a:pt x="898" y="0"/>
                    <a:pt x="898" y="0"/>
                    <a:pt x="89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8" name="Freeform 195">
              <a:extLst>
                <a:ext uri="{FF2B5EF4-FFF2-40B4-BE49-F238E27FC236}">
                  <a16:creationId xmlns:a16="http://schemas.microsoft.com/office/drawing/2014/main" xmlns="" id="{B582B9E6-10D1-4810-BDCB-33CEB9AE5C13}"/>
                </a:ext>
              </a:extLst>
            </p:cNvPr>
            <p:cNvSpPr/>
            <p:nvPr userDrawn="1"/>
          </p:nvSpPr>
          <p:spPr bwMode="auto">
            <a:xfrm>
              <a:off x="2495550" y="9547225"/>
              <a:ext cx="4521200" cy="1731963"/>
            </a:xfrm>
            <a:custGeom>
              <a:avLst/>
              <a:gdLst>
                <a:gd name="T0" fmla="*/ 925 w 925"/>
                <a:gd name="T1" fmla="*/ 0 h 354"/>
                <a:gd name="T2" fmla="*/ 180 w 925"/>
                <a:gd name="T3" fmla="*/ 0 h 354"/>
                <a:gd name="T4" fmla="*/ 0 w 925"/>
                <a:gd name="T5" fmla="*/ 180 h 354"/>
                <a:gd name="T6" fmla="*/ 0 w 925"/>
                <a:gd name="T7" fmla="*/ 354 h 354"/>
                <a:gd name="T8" fmla="*/ 2 w 925"/>
                <a:gd name="T9" fmla="*/ 353 h 354"/>
                <a:gd name="T10" fmla="*/ 3 w 925"/>
                <a:gd name="T11" fmla="*/ 354 h 354"/>
                <a:gd name="T12" fmla="*/ 3 w 925"/>
                <a:gd name="T13" fmla="*/ 180 h 354"/>
                <a:gd name="T14" fmla="*/ 180 w 925"/>
                <a:gd name="T15" fmla="*/ 3 h 354"/>
                <a:gd name="T16" fmla="*/ 925 w 925"/>
                <a:gd name="T17" fmla="*/ 3 h 354"/>
                <a:gd name="T18" fmla="*/ 925 w 925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5" h="354">
                  <a:moveTo>
                    <a:pt x="925" y="0"/>
                  </a:moveTo>
                  <a:cubicBezTo>
                    <a:pt x="180" y="0"/>
                    <a:pt x="180" y="0"/>
                    <a:pt x="180" y="0"/>
                  </a:cubicBezTo>
                  <a:cubicBezTo>
                    <a:pt x="81" y="0"/>
                    <a:pt x="0" y="81"/>
                    <a:pt x="0" y="180"/>
                  </a:cubicBezTo>
                  <a:cubicBezTo>
                    <a:pt x="0" y="354"/>
                    <a:pt x="0" y="354"/>
                    <a:pt x="0" y="354"/>
                  </a:cubicBezTo>
                  <a:cubicBezTo>
                    <a:pt x="1" y="353"/>
                    <a:pt x="1" y="353"/>
                    <a:pt x="2" y="353"/>
                  </a:cubicBezTo>
                  <a:cubicBezTo>
                    <a:pt x="2" y="353"/>
                    <a:pt x="3" y="353"/>
                    <a:pt x="3" y="354"/>
                  </a:cubicBezTo>
                  <a:cubicBezTo>
                    <a:pt x="3" y="180"/>
                    <a:pt x="3" y="180"/>
                    <a:pt x="3" y="180"/>
                  </a:cubicBezTo>
                  <a:cubicBezTo>
                    <a:pt x="3" y="82"/>
                    <a:pt x="82" y="3"/>
                    <a:pt x="180" y="3"/>
                  </a:cubicBezTo>
                  <a:cubicBezTo>
                    <a:pt x="925" y="3"/>
                    <a:pt x="925" y="3"/>
                    <a:pt x="925" y="3"/>
                  </a:cubicBezTo>
                  <a:cubicBezTo>
                    <a:pt x="925" y="0"/>
                    <a:pt x="925" y="0"/>
                    <a:pt x="92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29" name="Freeform 196">
              <a:extLst>
                <a:ext uri="{FF2B5EF4-FFF2-40B4-BE49-F238E27FC236}">
                  <a16:creationId xmlns:a16="http://schemas.microsoft.com/office/drawing/2014/main" xmlns="" id="{2D64AF32-6592-48F7-8F90-F628B250CB1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6713" y="11068050"/>
              <a:ext cx="87312" cy="84138"/>
            </a:xfrm>
            <a:custGeom>
              <a:avLst/>
              <a:gdLst>
                <a:gd name="T0" fmla="*/ 9 w 18"/>
                <a:gd name="T1" fmla="*/ 14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4 h 17"/>
                <a:gd name="T10" fmla="*/ 9 w 18"/>
                <a:gd name="T11" fmla="*/ 0 h 17"/>
                <a:gd name="T12" fmla="*/ 7 w 18"/>
                <a:gd name="T13" fmla="*/ 0 h 17"/>
                <a:gd name="T14" fmla="*/ 0 w 18"/>
                <a:gd name="T15" fmla="*/ 8 h 17"/>
                <a:gd name="T16" fmla="*/ 9 w 18"/>
                <a:gd name="T17" fmla="*/ 17 h 17"/>
                <a:gd name="T18" fmla="*/ 18 w 18"/>
                <a:gd name="T19" fmla="*/ 8 h 17"/>
                <a:gd name="T20" fmla="*/ 11 w 18"/>
                <a:gd name="T21" fmla="*/ 0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4"/>
                  </a:moveTo>
                  <a:cubicBezTo>
                    <a:pt x="6" y="14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4"/>
                    <a:pt x="15" y="1"/>
                    <a:pt x="11" y="0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0" name="Freeform 197">
              <a:extLst>
                <a:ext uri="{FF2B5EF4-FFF2-40B4-BE49-F238E27FC236}">
                  <a16:creationId xmlns:a16="http://schemas.microsoft.com/office/drawing/2014/main" xmlns="" id="{C7B7BC44-F60B-4CFC-A762-DC1B77B9005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5900" y="10726738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1" name="Freeform 198">
              <a:extLst>
                <a:ext uri="{FF2B5EF4-FFF2-40B4-BE49-F238E27FC236}">
                  <a16:creationId xmlns:a16="http://schemas.microsoft.com/office/drawing/2014/main" xmlns="" id="{D1A0F323-7BE9-4760-A08B-DC0C71F8229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93975" y="10863263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2" name="Freeform 199">
              <a:extLst>
                <a:ext uri="{FF2B5EF4-FFF2-40B4-BE49-F238E27FC236}">
                  <a16:creationId xmlns:a16="http://schemas.microsoft.com/office/drawing/2014/main" xmlns="" id="{573B7176-9E7C-4448-8B97-7BC840646C4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62213" y="11274425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7 w 17"/>
                <a:gd name="T13" fmla="*/ 1 h 18"/>
                <a:gd name="T14" fmla="*/ 0 w 17"/>
                <a:gd name="T15" fmla="*/ 9 h 18"/>
                <a:gd name="T16" fmla="*/ 9 w 17"/>
                <a:gd name="T17" fmla="*/ 18 h 18"/>
                <a:gd name="T18" fmla="*/ 17 w 17"/>
                <a:gd name="T19" fmla="*/ 9 h 18"/>
                <a:gd name="T20" fmla="*/ 10 w 17"/>
                <a:gd name="T21" fmla="*/ 1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1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3" y="18"/>
                    <a:pt x="17" y="14"/>
                    <a:pt x="17" y="9"/>
                  </a:cubicBezTo>
                  <a:cubicBezTo>
                    <a:pt x="17" y="5"/>
                    <a:pt x="14" y="1"/>
                    <a:pt x="10" y="1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3" name="Freeform 200">
              <a:extLst>
                <a:ext uri="{FF2B5EF4-FFF2-40B4-BE49-F238E27FC236}">
                  <a16:creationId xmlns:a16="http://schemas.microsoft.com/office/drawing/2014/main" xmlns="" id="{25B855A5-D691-4AB7-80BC-8C8ABA078521}"/>
                </a:ext>
              </a:extLst>
            </p:cNvPr>
            <p:cNvSpPr/>
            <p:nvPr userDrawn="1"/>
          </p:nvSpPr>
          <p:spPr bwMode="auto">
            <a:xfrm>
              <a:off x="2935288" y="7650163"/>
              <a:ext cx="4076700" cy="1085850"/>
            </a:xfrm>
            <a:custGeom>
              <a:avLst/>
              <a:gdLst>
                <a:gd name="T0" fmla="*/ 3 w 834"/>
                <a:gd name="T1" fmla="*/ 0 h 222"/>
                <a:gd name="T2" fmla="*/ 1 w 834"/>
                <a:gd name="T3" fmla="*/ 0 h 222"/>
                <a:gd name="T4" fmla="*/ 0 w 834"/>
                <a:gd name="T5" fmla="*/ 0 h 222"/>
                <a:gd name="T6" fmla="*/ 0 w 834"/>
                <a:gd name="T7" fmla="*/ 118 h 222"/>
                <a:gd name="T8" fmla="*/ 105 w 834"/>
                <a:gd name="T9" fmla="*/ 222 h 222"/>
                <a:gd name="T10" fmla="*/ 834 w 834"/>
                <a:gd name="T11" fmla="*/ 222 h 222"/>
                <a:gd name="T12" fmla="*/ 834 w 834"/>
                <a:gd name="T13" fmla="*/ 219 h 222"/>
                <a:gd name="T14" fmla="*/ 105 w 834"/>
                <a:gd name="T15" fmla="*/ 219 h 222"/>
                <a:gd name="T16" fmla="*/ 3 w 834"/>
                <a:gd name="T17" fmla="*/ 118 h 222"/>
                <a:gd name="T18" fmla="*/ 3 w 834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34" h="222">
                  <a:moveTo>
                    <a:pt x="3" y="0"/>
                  </a:moveTo>
                  <a:cubicBezTo>
                    <a:pt x="2" y="0"/>
                    <a:pt x="2" y="0"/>
                    <a:pt x="1" y="0"/>
                  </a:cubicBezTo>
                  <a:cubicBezTo>
                    <a:pt x="1" y="0"/>
                    <a:pt x="0" y="0"/>
                    <a:pt x="0" y="0"/>
                  </a:cubicBezTo>
                  <a:cubicBezTo>
                    <a:pt x="0" y="118"/>
                    <a:pt x="0" y="118"/>
                    <a:pt x="0" y="118"/>
                  </a:cubicBezTo>
                  <a:cubicBezTo>
                    <a:pt x="0" y="175"/>
                    <a:pt x="47" y="222"/>
                    <a:pt x="105" y="222"/>
                  </a:cubicBezTo>
                  <a:cubicBezTo>
                    <a:pt x="834" y="222"/>
                    <a:pt x="834" y="222"/>
                    <a:pt x="834" y="222"/>
                  </a:cubicBezTo>
                  <a:cubicBezTo>
                    <a:pt x="834" y="219"/>
                    <a:pt x="834" y="219"/>
                    <a:pt x="834" y="219"/>
                  </a:cubicBezTo>
                  <a:cubicBezTo>
                    <a:pt x="105" y="219"/>
                    <a:pt x="105" y="219"/>
                    <a:pt x="105" y="219"/>
                  </a:cubicBezTo>
                  <a:cubicBezTo>
                    <a:pt x="49" y="219"/>
                    <a:pt x="3" y="174"/>
                    <a:pt x="3" y="118"/>
                  </a:cubicBez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4" name="Freeform 201">
              <a:extLst>
                <a:ext uri="{FF2B5EF4-FFF2-40B4-BE49-F238E27FC236}">
                  <a16:creationId xmlns:a16="http://schemas.microsoft.com/office/drawing/2014/main" xmlns="" id="{0E66EEBF-B104-499C-99BF-2232A7CFAA86}"/>
                </a:ext>
              </a:extLst>
            </p:cNvPr>
            <p:cNvSpPr/>
            <p:nvPr userDrawn="1"/>
          </p:nvSpPr>
          <p:spPr bwMode="auto">
            <a:xfrm>
              <a:off x="2779713" y="7986713"/>
              <a:ext cx="4232275" cy="885825"/>
            </a:xfrm>
            <a:custGeom>
              <a:avLst/>
              <a:gdLst>
                <a:gd name="T0" fmla="*/ 0 w 866"/>
                <a:gd name="T1" fmla="*/ 0 h 181"/>
                <a:gd name="T2" fmla="*/ 0 w 866"/>
                <a:gd name="T3" fmla="*/ 51 h 181"/>
                <a:gd name="T4" fmla="*/ 131 w 866"/>
                <a:gd name="T5" fmla="*/ 181 h 181"/>
                <a:gd name="T6" fmla="*/ 866 w 866"/>
                <a:gd name="T7" fmla="*/ 181 h 181"/>
                <a:gd name="T8" fmla="*/ 866 w 866"/>
                <a:gd name="T9" fmla="*/ 178 h 181"/>
                <a:gd name="T10" fmla="*/ 131 w 866"/>
                <a:gd name="T11" fmla="*/ 178 h 181"/>
                <a:gd name="T12" fmla="*/ 3 w 866"/>
                <a:gd name="T13" fmla="*/ 51 h 181"/>
                <a:gd name="T14" fmla="*/ 3 w 866"/>
                <a:gd name="T15" fmla="*/ 0 h 181"/>
                <a:gd name="T16" fmla="*/ 2 w 866"/>
                <a:gd name="T17" fmla="*/ 0 h 181"/>
                <a:gd name="T18" fmla="*/ 0 w 866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66" h="181">
                  <a:moveTo>
                    <a:pt x="0" y="0"/>
                  </a:moveTo>
                  <a:cubicBezTo>
                    <a:pt x="0" y="51"/>
                    <a:pt x="0" y="51"/>
                    <a:pt x="0" y="51"/>
                  </a:cubicBezTo>
                  <a:cubicBezTo>
                    <a:pt x="0" y="123"/>
                    <a:pt x="59" y="181"/>
                    <a:pt x="131" y="181"/>
                  </a:cubicBezTo>
                  <a:cubicBezTo>
                    <a:pt x="866" y="181"/>
                    <a:pt x="866" y="181"/>
                    <a:pt x="866" y="181"/>
                  </a:cubicBezTo>
                  <a:cubicBezTo>
                    <a:pt x="866" y="178"/>
                    <a:pt x="866" y="178"/>
                    <a:pt x="866" y="178"/>
                  </a:cubicBezTo>
                  <a:cubicBezTo>
                    <a:pt x="131" y="178"/>
                    <a:pt x="131" y="178"/>
                    <a:pt x="131" y="178"/>
                  </a:cubicBezTo>
                  <a:cubicBezTo>
                    <a:pt x="61" y="178"/>
                    <a:pt x="3" y="121"/>
                    <a:pt x="3" y="51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2" y="0"/>
                    <a:pt x="2" y="0"/>
                  </a:cubicBezTo>
                  <a:cubicBezTo>
                    <a:pt x="1" y="0"/>
                    <a:pt x="1" y="0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5" name="Freeform 202">
              <a:extLst>
                <a:ext uri="{FF2B5EF4-FFF2-40B4-BE49-F238E27FC236}">
                  <a16:creationId xmlns:a16="http://schemas.microsoft.com/office/drawing/2014/main" xmlns="" id="{C46644B0-DEA0-494B-80FF-FF2998E8968E}"/>
                </a:ext>
              </a:extLst>
            </p:cNvPr>
            <p:cNvSpPr/>
            <p:nvPr userDrawn="1"/>
          </p:nvSpPr>
          <p:spPr bwMode="auto">
            <a:xfrm>
              <a:off x="2617788" y="7850188"/>
              <a:ext cx="4394200" cy="1168400"/>
            </a:xfrm>
            <a:custGeom>
              <a:avLst/>
              <a:gdLst>
                <a:gd name="T0" fmla="*/ 0 w 899"/>
                <a:gd name="T1" fmla="*/ 0 h 239"/>
                <a:gd name="T2" fmla="*/ 0 w 899"/>
                <a:gd name="T3" fmla="*/ 80 h 239"/>
                <a:gd name="T4" fmla="*/ 160 w 899"/>
                <a:gd name="T5" fmla="*/ 239 h 239"/>
                <a:gd name="T6" fmla="*/ 899 w 899"/>
                <a:gd name="T7" fmla="*/ 239 h 239"/>
                <a:gd name="T8" fmla="*/ 899 w 899"/>
                <a:gd name="T9" fmla="*/ 236 h 239"/>
                <a:gd name="T10" fmla="*/ 160 w 899"/>
                <a:gd name="T11" fmla="*/ 236 h 239"/>
                <a:gd name="T12" fmla="*/ 3 w 899"/>
                <a:gd name="T13" fmla="*/ 80 h 239"/>
                <a:gd name="T14" fmla="*/ 3 w 899"/>
                <a:gd name="T15" fmla="*/ 0 h 239"/>
                <a:gd name="T16" fmla="*/ 2 w 899"/>
                <a:gd name="T17" fmla="*/ 1 h 239"/>
                <a:gd name="T18" fmla="*/ 0 w 899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99" h="239">
                  <a:moveTo>
                    <a:pt x="0" y="0"/>
                  </a:moveTo>
                  <a:cubicBezTo>
                    <a:pt x="0" y="80"/>
                    <a:pt x="0" y="80"/>
                    <a:pt x="0" y="80"/>
                  </a:cubicBezTo>
                  <a:cubicBezTo>
                    <a:pt x="0" y="168"/>
                    <a:pt x="72" y="239"/>
                    <a:pt x="160" y="239"/>
                  </a:cubicBezTo>
                  <a:cubicBezTo>
                    <a:pt x="899" y="239"/>
                    <a:pt x="899" y="239"/>
                    <a:pt x="899" y="239"/>
                  </a:cubicBezTo>
                  <a:cubicBezTo>
                    <a:pt x="899" y="236"/>
                    <a:pt x="899" y="236"/>
                    <a:pt x="899" y="236"/>
                  </a:cubicBezTo>
                  <a:cubicBezTo>
                    <a:pt x="160" y="236"/>
                    <a:pt x="160" y="236"/>
                    <a:pt x="160" y="236"/>
                  </a:cubicBezTo>
                  <a:cubicBezTo>
                    <a:pt x="73" y="236"/>
                    <a:pt x="3" y="166"/>
                    <a:pt x="3" y="8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2" y="1"/>
                    <a:pt x="2" y="1"/>
                  </a:cubicBez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6" name="Freeform 203">
              <a:extLst>
                <a:ext uri="{FF2B5EF4-FFF2-40B4-BE49-F238E27FC236}">
                  <a16:creationId xmlns:a16="http://schemas.microsoft.com/office/drawing/2014/main" xmlns="" id="{84843ED1-8455-4781-88CA-CEDE3EA329A2}"/>
                </a:ext>
              </a:extLst>
            </p:cNvPr>
            <p:cNvSpPr/>
            <p:nvPr userDrawn="1"/>
          </p:nvSpPr>
          <p:spPr bwMode="auto">
            <a:xfrm>
              <a:off x="2486025" y="7439025"/>
              <a:ext cx="4525962" cy="1727200"/>
            </a:xfrm>
            <a:custGeom>
              <a:avLst/>
              <a:gdLst>
                <a:gd name="T0" fmla="*/ 4 w 926"/>
                <a:gd name="T1" fmla="*/ 0 h 353"/>
                <a:gd name="T2" fmla="*/ 2 w 926"/>
                <a:gd name="T3" fmla="*/ 0 h 353"/>
                <a:gd name="T4" fmla="*/ 0 w 926"/>
                <a:gd name="T5" fmla="*/ 0 h 353"/>
                <a:gd name="T6" fmla="*/ 0 w 926"/>
                <a:gd name="T7" fmla="*/ 174 h 353"/>
                <a:gd name="T8" fmla="*/ 180 w 926"/>
                <a:gd name="T9" fmla="*/ 353 h 353"/>
                <a:gd name="T10" fmla="*/ 926 w 926"/>
                <a:gd name="T11" fmla="*/ 353 h 353"/>
                <a:gd name="T12" fmla="*/ 926 w 926"/>
                <a:gd name="T13" fmla="*/ 350 h 353"/>
                <a:gd name="T14" fmla="*/ 180 w 926"/>
                <a:gd name="T15" fmla="*/ 350 h 353"/>
                <a:gd name="T16" fmla="*/ 4 w 926"/>
                <a:gd name="T17" fmla="*/ 174 h 353"/>
                <a:gd name="T18" fmla="*/ 4 w 926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6" h="353">
                  <a:moveTo>
                    <a:pt x="4" y="0"/>
                  </a:moveTo>
                  <a:cubicBezTo>
                    <a:pt x="3" y="0"/>
                    <a:pt x="3" y="0"/>
                    <a:pt x="2" y="0"/>
                  </a:cubicBezTo>
                  <a:cubicBezTo>
                    <a:pt x="2" y="0"/>
                    <a:pt x="1" y="0"/>
                    <a:pt x="0" y="0"/>
                  </a:cubicBezTo>
                  <a:cubicBezTo>
                    <a:pt x="0" y="174"/>
                    <a:pt x="0" y="174"/>
                    <a:pt x="0" y="174"/>
                  </a:cubicBezTo>
                  <a:cubicBezTo>
                    <a:pt x="0" y="273"/>
                    <a:pt x="81" y="353"/>
                    <a:pt x="180" y="353"/>
                  </a:cubicBezTo>
                  <a:cubicBezTo>
                    <a:pt x="926" y="353"/>
                    <a:pt x="926" y="353"/>
                    <a:pt x="926" y="353"/>
                  </a:cubicBezTo>
                  <a:cubicBezTo>
                    <a:pt x="926" y="350"/>
                    <a:pt x="926" y="350"/>
                    <a:pt x="926" y="350"/>
                  </a:cubicBezTo>
                  <a:cubicBezTo>
                    <a:pt x="180" y="350"/>
                    <a:pt x="180" y="350"/>
                    <a:pt x="180" y="350"/>
                  </a:cubicBezTo>
                  <a:cubicBezTo>
                    <a:pt x="83" y="350"/>
                    <a:pt x="4" y="271"/>
                    <a:pt x="4" y="174"/>
                  </a:cubicBezTo>
                  <a:cubicBezTo>
                    <a:pt x="4" y="0"/>
                    <a:pt x="4" y="0"/>
                    <a:pt x="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7" name="Freeform 204">
              <a:extLst>
                <a:ext uri="{FF2B5EF4-FFF2-40B4-BE49-F238E27FC236}">
                  <a16:creationId xmlns:a16="http://schemas.microsoft.com/office/drawing/2014/main" xmlns="" id="{2794E835-85EE-4FB3-B9C5-7B829D44182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1950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4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4" y="5"/>
                    <a:pt x="14" y="8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8" name="Freeform 205">
              <a:extLst>
                <a:ext uri="{FF2B5EF4-FFF2-40B4-BE49-F238E27FC236}">
                  <a16:creationId xmlns:a16="http://schemas.microsoft.com/office/drawing/2014/main" xmlns="" id="{A6A96DDD-881F-4933-8141-B1079D43E40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44788" y="7904163"/>
              <a:ext cx="84137" cy="82550"/>
            </a:xfrm>
            <a:custGeom>
              <a:avLst/>
              <a:gdLst>
                <a:gd name="T0" fmla="*/ 9 w 17"/>
                <a:gd name="T1" fmla="*/ 14 h 17"/>
                <a:gd name="T2" fmla="*/ 4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39" name="Freeform 206">
              <a:extLst>
                <a:ext uri="{FF2B5EF4-FFF2-40B4-BE49-F238E27FC236}">
                  <a16:creationId xmlns:a16="http://schemas.microsoft.com/office/drawing/2014/main" xmlns="" id="{91CCE4F0-4E3B-4FC0-9A28-7D5532D360C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584450" y="7767638"/>
              <a:ext cx="82550" cy="87313"/>
            </a:xfrm>
            <a:custGeom>
              <a:avLst/>
              <a:gdLst>
                <a:gd name="T0" fmla="*/ 9 w 17"/>
                <a:gd name="T1" fmla="*/ 14 h 18"/>
                <a:gd name="T2" fmla="*/ 3 w 17"/>
                <a:gd name="T3" fmla="*/ 9 h 18"/>
                <a:gd name="T4" fmla="*/ 9 w 17"/>
                <a:gd name="T5" fmla="*/ 4 h 18"/>
                <a:gd name="T6" fmla="*/ 14 w 17"/>
                <a:gd name="T7" fmla="*/ 9 h 18"/>
                <a:gd name="T8" fmla="*/ 9 w 17"/>
                <a:gd name="T9" fmla="*/ 14 h 18"/>
                <a:gd name="T10" fmla="*/ 9 w 17"/>
                <a:gd name="T11" fmla="*/ 0 h 18"/>
                <a:gd name="T12" fmla="*/ 0 w 17"/>
                <a:gd name="T13" fmla="*/ 9 h 18"/>
                <a:gd name="T14" fmla="*/ 7 w 17"/>
                <a:gd name="T15" fmla="*/ 17 h 18"/>
                <a:gd name="T16" fmla="*/ 9 w 17"/>
                <a:gd name="T17" fmla="*/ 18 h 18"/>
                <a:gd name="T18" fmla="*/ 10 w 17"/>
                <a:gd name="T19" fmla="*/ 17 h 18"/>
                <a:gd name="T20" fmla="*/ 17 w 17"/>
                <a:gd name="T21" fmla="*/ 9 h 18"/>
                <a:gd name="T22" fmla="*/ 9 w 17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8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4"/>
                    <a:pt x="9" y="4"/>
                  </a:cubicBezTo>
                  <a:cubicBezTo>
                    <a:pt x="11" y="4"/>
                    <a:pt x="14" y="6"/>
                    <a:pt x="14" y="9"/>
                  </a:cubicBezTo>
                  <a:cubicBezTo>
                    <a:pt x="14" y="12"/>
                    <a:pt x="11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7" y="18"/>
                    <a:pt x="8" y="18"/>
                    <a:pt x="9" y="18"/>
                  </a:cubicBezTo>
                  <a:cubicBezTo>
                    <a:pt x="9" y="18"/>
                    <a:pt x="10" y="18"/>
                    <a:pt x="10" y="17"/>
                  </a:cubicBezTo>
                  <a:cubicBezTo>
                    <a:pt x="14" y="17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0" name="Freeform 207">
              <a:extLst>
                <a:ext uri="{FF2B5EF4-FFF2-40B4-BE49-F238E27FC236}">
                  <a16:creationId xmlns:a16="http://schemas.microsoft.com/office/drawing/2014/main" xmlns="" id="{7AD7E107-798E-44E5-9A60-81D6063E55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457450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3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6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3" y="6"/>
                    <a:pt x="13" y="9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9"/>
                  </a:cubicBezTo>
                  <a:cubicBezTo>
                    <a:pt x="0" y="13"/>
                    <a:pt x="3" y="16"/>
                    <a:pt x="6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1" name="Freeform 208">
              <a:extLst>
                <a:ext uri="{FF2B5EF4-FFF2-40B4-BE49-F238E27FC236}">
                  <a16:creationId xmlns:a16="http://schemas.microsoft.com/office/drawing/2014/main" xmlns="" id="{B6F24CC8-64D4-45EC-A81B-8E268510B2AE}"/>
                </a:ext>
              </a:extLst>
            </p:cNvPr>
            <p:cNvSpPr/>
            <p:nvPr userDrawn="1"/>
          </p:nvSpPr>
          <p:spPr bwMode="auto">
            <a:xfrm>
              <a:off x="2217738" y="9415463"/>
              <a:ext cx="4789487" cy="14288"/>
            </a:xfrm>
            <a:custGeom>
              <a:avLst/>
              <a:gdLst>
                <a:gd name="T0" fmla="*/ 980 w 980"/>
                <a:gd name="T1" fmla="*/ 0 h 3"/>
                <a:gd name="T2" fmla="*/ 0 w 980"/>
                <a:gd name="T3" fmla="*/ 0 h 3"/>
                <a:gd name="T4" fmla="*/ 0 w 980"/>
                <a:gd name="T5" fmla="*/ 1 h 3"/>
                <a:gd name="T6" fmla="*/ 0 w 980"/>
                <a:gd name="T7" fmla="*/ 3 h 3"/>
                <a:gd name="T8" fmla="*/ 980 w 980"/>
                <a:gd name="T9" fmla="*/ 3 h 3"/>
                <a:gd name="T10" fmla="*/ 980 w 980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80" h="3">
                  <a:moveTo>
                    <a:pt x="98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980" y="3"/>
                    <a:pt x="980" y="3"/>
                    <a:pt x="980" y="3"/>
                  </a:cubicBezTo>
                  <a:cubicBezTo>
                    <a:pt x="980" y="0"/>
                    <a:pt x="980" y="0"/>
                    <a:pt x="98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2" name="Freeform 209">
              <a:extLst>
                <a:ext uri="{FF2B5EF4-FFF2-40B4-BE49-F238E27FC236}">
                  <a16:creationId xmlns:a16="http://schemas.microsoft.com/office/drawing/2014/main" xmlns="" id="{570606B0-14CE-456E-916D-7B0EF100926A}"/>
                </a:ext>
              </a:extLst>
            </p:cNvPr>
            <p:cNvSpPr/>
            <p:nvPr userDrawn="1"/>
          </p:nvSpPr>
          <p:spPr bwMode="auto">
            <a:xfrm>
              <a:off x="1811338" y="9283700"/>
              <a:ext cx="5205412" cy="14288"/>
            </a:xfrm>
            <a:custGeom>
              <a:avLst/>
              <a:gdLst>
                <a:gd name="T0" fmla="*/ 1065 w 1065"/>
                <a:gd name="T1" fmla="*/ 0 h 3"/>
                <a:gd name="T2" fmla="*/ 0 w 1065"/>
                <a:gd name="T3" fmla="*/ 0 h 3"/>
                <a:gd name="T4" fmla="*/ 0 w 1065"/>
                <a:gd name="T5" fmla="*/ 1 h 3"/>
                <a:gd name="T6" fmla="*/ 0 w 1065"/>
                <a:gd name="T7" fmla="*/ 3 h 3"/>
                <a:gd name="T8" fmla="*/ 1065 w 1065"/>
                <a:gd name="T9" fmla="*/ 3 h 3"/>
                <a:gd name="T10" fmla="*/ 1065 w 1065"/>
                <a:gd name="T11" fmla="*/ 0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65" h="3">
                  <a:moveTo>
                    <a:pt x="106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2"/>
                    <a:pt x="0" y="3"/>
                    <a:pt x="0" y="3"/>
                  </a:cubicBezTo>
                  <a:cubicBezTo>
                    <a:pt x="1065" y="3"/>
                    <a:pt x="1065" y="3"/>
                    <a:pt x="1065" y="3"/>
                  </a:cubicBezTo>
                  <a:cubicBezTo>
                    <a:pt x="1065" y="0"/>
                    <a:pt x="1065" y="0"/>
                    <a:pt x="1065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3" name="Freeform 210">
              <a:extLst>
                <a:ext uri="{FF2B5EF4-FFF2-40B4-BE49-F238E27FC236}">
                  <a16:creationId xmlns:a16="http://schemas.microsoft.com/office/drawing/2014/main" xmlns="" id="{21926438-26C9-485F-8528-D4EBD2FCD3B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35188" y="9380538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4" name="Freeform 211">
              <a:extLst>
                <a:ext uri="{FF2B5EF4-FFF2-40B4-BE49-F238E27FC236}">
                  <a16:creationId xmlns:a16="http://schemas.microsoft.com/office/drawing/2014/main" xmlns="" id="{D6F8F4F0-E282-4028-BD0A-14FE37212B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28788" y="924877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8 w 17"/>
                <a:gd name="T15" fmla="*/ 17 h 17"/>
                <a:gd name="T16" fmla="*/ 17 w 17"/>
                <a:gd name="T17" fmla="*/ 10 h 17"/>
                <a:gd name="T18" fmla="*/ 17 w 17"/>
                <a:gd name="T19" fmla="*/ 8 h 17"/>
                <a:gd name="T20" fmla="*/ 17 w 17"/>
                <a:gd name="T21" fmla="*/ 7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3"/>
                    <a:pt x="3" y="17"/>
                    <a:pt x="8" y="17"/>
                  </a:cubicBezTo>
                  <a:cubicBezTo>
                    <a:pt x="12" y="17"/>
                    <a:pt x="16" y="14"/>
                    <a:pt x="17" y="10"/>
                  </a:cubicBezTo>
                  <a:cubicBezTo>
                    <a:pt x="17" y="10"/>
                    <a:pt x="17" y="9"/>
                    <a:pt x="17" y="8"/>
                  </a:cubicBezTo>
                  <a:cubicBezTo>
                    <a:pt x="17" y="8"/>
                    <a:pt x="17" y="7"/>
                    <a:pt x="17" y="7"/>
                  </a:cubicBezTo>
                  <a:cubicBezTo>
                    <a:pt x="16" y="3"/>
                    <a:pt x="12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5" name="Freeform 212">
              <a:extLst>
                <a:ext uri="{FF2B5EF4-FFF2-40B4-BE49-F238E27FC236}">
                  <a16:creationId xmlns:a16="http://schemas.microsoft.com/office/drawing/2014/main" xmlns="" id="{49F2D76C-E743-4E53-BCD9-3B76409A0C70}"/>
                </a:ext>
              </a:extLst>
            </p:cNvPr>
            <p:cNvSpPr/>
            <p:nvPr userDrawn="1"/>
          </p:nvSpPr>
          <p:spPr bwMode="auto">
            <a:xfrm>
              <a:off x="7011988" y="7650163"/>
              <a:ext cx="4183062" cy="1085850"/>
            </a:xfrm>
            <a:custGeom>
              <a:avLst/>
              <a:gdLst>
                <a:gd name="T0" fmla="*/ 853 w 856"/>
                <a:gd name="T1" fmla="*/ 0 h 222"/>
                <a:gd name="T2" fmla="*/ 853 w 856"/>
                <a:gd name="T3" fmla="*/ 118 h 222"/>
                <a:gd name="T4" fmla="*/ 751 w 856"/>
                <a:gd name="T5" fmla="*/ 219 h 222"/>
                <a:gd name="T6" fmla="*/ 0 w 856"/>
                <a:gd name="T7" fmla="*/ 219 h 222"/>
                <a:gd name="T8" fmla="*/ 0 w 856"/>
                <a:gd name="T9" fmla="*/ 222 h 222"/>
                <a:gd name="T10" fmla="*/ 751 w 856"/>
                <a:gd name="T11" fmla="*/ 222 h 222"/>
                <a:gd name="T12" fmla="*/ 856 w 856"/>
                <a:gd name="T13" fmla="*/ 118 h 222"/>
                <a:gd name="T14" fmla="*/ 856 w 856"/>
                <a:gd name="T15" fmla="*/ 0 h 222"/>
                <a:gd name="T16" fmla="*/ 854 w 856"/>
                <a:gd name="T17" fmla="*/ 0 h 222"/>
                <a:gd name="T18" fmla="*/ 853 w 856"/>
                <a:gd name="T19" fmla="*/ 0 h 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6" h="222">
                  <a:moveTo>
                    <a:pt x="853" y="0"/>
                  </a:moveTo>
                  <a:cubicBezTo>
                    <a:pt x="853" y="118"/>
                    <a:pt x="853" y="118"/>
                    <a:pt x="853" y="118"/>
                  </a:cubicBezTo>
                  <a:cubicBezTo>
                    <a:pt x="853" y="174"/>
                    <a:pt x="807" y="219"/>
                    <a:pt x="751" y="219"/>
                  </a:cubicBezTo>
                  <a:cubicBezTo>
                    <a:pt x="0" y="219"/>
                    <a:pt x="0" y="219"/>
                    <a:pt x="0" y="219"/>
                  </a:cubicBezTo>
                  <a:cubicBezTo>
                    <a:pt x="0" y="222"/>
                    <a:pt x="0" y="222"/>
                    <a:pt x="0" y="222"/>
                  </a:cubicBezTo>
                  <a:cubicBezTo>
                    <a:pt x="751" y="222"/>
                    <a:pt x="751" y="222"/>
                    <a:pt x="751" y="222"/>
                  </a:cubicBezTo>
                  <a:cubicBezTo>
                    <a:pt x="809" y="222"/>
                    <a:pt x="856" y="175"/>
                    <a:pt x="856" y="118"/>
                  </a:cubicBezTo>
                  <a:cubicBezTo>
                    <a:pt x="856" y="0"/>
                    <a:pt x="856" y="0"/>
                    <a:pt x="856" y="0"/>
                  </a:cubicBezTo>
                  <a:cubicBezTo>
                    <a:pt x="855" y="0"/>
                    <a:pt x="855" y="0"/>
                    <a:pt x="854" y="0"/>
                  </a:cubicBezTo>
                  <a:cubicBezTo>
                    <a:pt x="854" y="0"/>
                    <a:pt x="853" y="0"/>
                    <a:pt x="853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6" name="Freeform 213">
              <a:extLst>
                <a:ext uri="{FF2B5EF4-FFF2-40B4-BE49-F238E27FC236}">
                  <a16:creationId xmlns:a16="http://schemas.microsoft.com/office/drawing/2014/main" xmlns="" id="{3EC33C70-C173-4119-886B-05C6A3FEE621}"/>
                </a:ext>
              </a:extLst>
            </p:cNvPr>
            <p:cNvSpPr/>
            <p:nvPr userDrawn="1"/>
          </p:nvSpPr>
          <p:spPr bwMode="auto">
            <a:xfrm>
              <a:off x="7011988" y="7986713"/>
              <a:ext cx="4335462" cy="885825"/>
            </a:xfrm>
            <a:custGeom>
              <a:avLst/>
              <a:gdLst>
                <a:gd name="T0" fmla="*/ 884 w 887"/>
                <a:gd name="T1" fmla="*/ 0 h 181"/>
                <a:gd name="T2" fmla="*/ 884 w 887"/>
                <a:gd name="T3" fmla="*/ 51 h 181"/>
                <a:gd name="T4" fmla="*/ 757 w 887"/>
                <a:gd name="T5" fmla="*/ 178 h 181"/>
                <a:gd name="T6" fmla="*/ 0 w 887"/>
                <a:gd name="T7" fmla="*/ 178 h 181"/>
                <a:gd name="T8" fmla="*/ 0 w 887"/>
                <a:gd name="T9" fmla="*/ 181 h 181"/>
                <a:gd name="T10" fmla="*/ 757 w 887"/>
                <a:gd name="T11" fmla="*/ 181 h 181"/>
                <a:gd name="T12" fmla="*/ 887 w 887"/>
                <a:gd name="T13" fmla="*/ 51 h 181"/>
                <a:gd name="T14" fmla="*/ 887 w 887"/>
                <a:gd name="T15" fmla="*/ 0 h 181"/>
                <a:gd name="T16" fmla="*/ 886 w 887"/>
                <a:gd name="T17" fmla="*/ 0 h 181"/>
                <a:gd name="T18" fmla="*/ 884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884" y="0"/>
                  </a:moveTo>
                  <a:cubicBezTo>
                    <a:pt x="884" y="51"/>
                    <a:pt x="884" y="51"/>
                    <a:pt x="884" y="51"/>
                  </a:cubicBezTo>
                  <a:cubicBezTo>
                    <a:pt x="884" y="121"/>
                    <a:pt x="827" y="178"/>
                    <a:pt x="757" y="178"/>
                  </a:cubicBezTo>
                  <a:cubicBezTo>
                    <a:pt x="0" y="178"/>
                    <a:pt x="0" y="178"/>
                    <a:pt x="0" y="178"/>
                  </a:cubicBezTo>
                  <a:cubicBezTo>
                    <a:pt x="0" y="181"/>
                    <a:pt x="0" y="181"/>
                    <a:pt x="0" y="181"/>
                  </a:cubicBezTo>
                  <a:cubicBezTo>
                    <a:pt x="757" y="181"/>
                    <a:pt x="757" y="181"/>
                    <a:pt x="757" y="181"/>
                  </a:cubicBezTo>
                  <a:cubicBezTo>
                    <a:pt x="829" y="181"/>
                    <a:pt x="887" y="123"/>
                    <a:pt x="887" y="51"/>
                  </a:cubicBezTo>
                  <a:cubicBezTo>
                    <a:pt x="887" y="0"/>
                    <a:pt x="887" y="0"/>
                    <a:pt x="887" y="0"/>
                  </a:cubicBezTo>
                  <a:cubicBezTo>
                    <a:pt x="887" y="0"/>
                    <a:pt x="886" y="0"/>
                    <a:pt x="886" y="0"/>
                  </a:cubicBezTo>
                  <a:cubicBezTo>
                    <a:pt x="885" y="0"/>
                    <a:pt x="885" y="0"/>
                    <a:pt x="88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7" name="Freeform 214">
              <a:extLst>
                <a:ext uri="{FF2B5EF4-FFF2-40B4-BE49-F238E27FC236}">
                  <a16:creationId xmlns:a16="http://schemas.microsoft.com/office/drawing/2014/main" xmlns="" id="{5B0986E0-9102-4FE8-8A78-F43B1948E199}"/>
                </a:ext>
              </a:extLst>
            </p:cNvPr>
            <p:cNvSpPr/>
            <p:nvPr userDrawn="1"/>
          </p:nvSpPr>
          <p:spPr bwMode="auto">
            <a:xfrm>
              <a:off x="7011988" y="7850188"/>
              <a:ext cx="4502150" cy="1168400"/>
            </a:xfrm>
            <a:custGeom>
              <a:avLst/>
              <a:gdLst>
                <a:gd name="T0" fmla="*/ 917 w 921"/>
                <a:gd name="T1" fmla="*/ 0 h 239"/>
                <a:gd name="T2" fmla="*/ 917 w 921"/>
                <a:gd name="T3" fmla="*/ 80 h 239"/>
                <a:gd name="T4" fmla="*/ 761 w 921"/>
                <a:gd name="T5" fmla="*/ 236 h 239"/>
                <a:gd name="T6" fmla="*/ 0 w 921"/>
                <a:gd name="T7" fmla="*/ 236 h 239"/>
                <a:gd name="T8" fmla="*/ 0 w 921"/>
                <a:gd name="T9" fmla="*/ 239 h 239"/>
                <a:gd name="T10" fmla="*/ 761 w 921"/>
                <a:gd name="T11" fmla="*/ 239 h 239"/>
                <a:gd name="T12" fmla="*/ 921 w 921"/>
                <a:gd name="T13" fmla="*/ 80 h 239"/>
                <a:gd name="T14" fmla="*/ 921 w 921"/>
                <a:gd name="T15" fmla="*/ 0 h 239"/>
                <a:gd name="T16" fmla="*/ 919 w 921"/>
                <a:gd name="T17" fmla="*/ 1 h 239"/>
                <a:gd name="T18" fmla="*/ 917 w 921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1" h="239">
                  <a:moveTo>
                    <a:pt x="917" y="0"/>
                  </a:moveTo>
                  <a:cubicBezTo>
                    <a:pt x="917" y="80"/>
                    <a:pt x="917" y="80"/>
                    <a:pt x="917" y="80"/>
                  </a:cubicBezTo>
                  <a:cubicBezTo>
                    <a:pt x="917" y="166"/>
                    <a:pt x="847" y="236"/>
                    <a:pt x="761" y="236"/>
                  </a:cubicBezTo>
                  <a:cubicBezTo>
                    <a:pt x="0" y="236"/>
                    <a:pt x="0" y="236"/>
                    <a:pt x="0" y="236"/>
                  </a:cubicBezTo>
                  <a:cubicBezTo>
                    <a:pt x="0" y="239"/>
                    <a:pt x="0" y="239"/>
                    <a:pt x="0" y="239"/>
                  </a:cubicBezTo>
                  <a:cubicBezTo>
                    <a:pt x="761" y="239"/>
                    <a:pt x="761" y="239"/>
                    <a:pt x="761" y="239"/>
                  </a:cubicBezTo>
                  <a:cubicBezTo>
                    <a:pt x="849" y="239"/>
                    <a:pt x="921" y="168"/>
                    <a:pt x="921" y="80"/>
                  </a:cubicBezTo>
                  <a:cubicBezTo>
                    <a:pt x="921" y="0"/>
                    <a:pt x="921" y="0"/>
                    <a:pt x="921" y="0"/>
                  </a:cubicBezTo>
                  <a:cubicBezTo>
                    <a:pt x="920" y="1"/>
                    <a:pt x="920" y="1"/>
                    <a:pt x="919" y="1"/>
                  </a:cubicBezTo>
                  <a:cubicBezTo>
                    <a:pt x="918" y="1"/>
                    <a:pt x="918" y="1"/>
                    <a:pt x="91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8" name="Freeform 215">
              <a:extLst>
                <a:ext uri="{FF2B5EF4-FFF2-40B4-BE49-F238E27FC236}">
                  <a16:creationId xmlns:a16="http://schemas.microsoft.com/office/drawing/2014/main" xmlns="" id="{4C2CE224-C3E4-435C-9E5F-DFAD396A9B39}"/>
                </a:ext>
              </a:extLst>
            </p:cNvPr>
            <p:cNvSpPr/>
            <p:nvPr userDrawn="1"/>
          </p:nvSpPr>
          <p:spPr bwMode="auto">
            <a:xfrm>
              <a:off x="7011988" y="7439025"/>
              <a:ext cx="4629150" cy="1727200"/>
            </a:xfrm>
            <a:custGeom>
              <a:avLst/>
              <a:gdLst>
                <a:gd name="T0" fmla="*/ 944 w 947"/>
                <a:gd name="T1" fmla="*/ 0 h 353"/>
                <a:gd name="T2" fmla="*/ 944 w 947"/>
                <a:gd name="T3" fmla="*/ 174 h 353"/>
                <a:gd name="T4" fmla="*/ 768 w 947"/>
                <a:gd name="T5" fmla="*/ 350 h 353"/>
                <a:gd name="T6" fmla="*/ 0 w 947"/>
                <a:gd name="T7" fmla="*/ 350 h 353"/>
                <a:gd name="T8" fmla="*/ 0 w 947"/>
                <a:gd name="T9" fmla="*/ 353 h 353"/>
                <a:gd name="T10" fmla="*/ 768 w 947"/>
                <a:gd name="T11" fmla="*/ 353 h 353"/>
                <a:gd name="T12" fmla="*/ 947 w 947"/>
                <a:gd name="T13" fmla="*/ 174 h 353"/>
                <a:gd name="T14" fmla="*/ 947 w 947"/>
                <a:gd name="T15" fmla="*/ 0 h 353"/>
                <a:gd name="T16" fmla="*/ 945 w 947"/>
                <a:gd name="T17" fmla="*/ 0 h 353"/>
                <a:gd name="T18" fmla="*/ 944 w 947"/>
                <a:gd name="T19" fmla="*/ 0 h 3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3">
                  <a:moveTo>
                    <a:pt x="944" y="0"/>
                  </a:moveTo>
                  <a:cubicBezTo>
                    <a:pt x="944" y="174"/>
                    <a:pt x="944" y="174"/>
                    <a:pt x="944" y="174"/>
                  </a:cubicBezTo>
                  <a:cubicBezTo>
                    <a:pt x="944" y="271"/>
                    <a:pt x="865" y="350"/>
                    <a:pt x="768" y="350"/>
                  </a:cubicBezTo>
                  <a:cubicBezTo>
                    <a:pt x="0" y="350"/>
                    <a:pt x="0" y="350"/>
                    <a:pt x="0" y="350"/>
                  </a:cubicBezTo>
                  <a:cubicBezTo>
                    <a:pt x="0" y="353"/>
                    <a:pt x="0" y="353"/>
                    <a:pt x="0" y="353"/>
                  </a:cubicBezTo>
                  <a:cubicBezTo>
                    <a:pt x="768" y="353"/>
                    <a:pt x="768" y="353"/>
                    <a:pt x="768" y="353"/>
                  </a:cubicBezTo>
                  <a:cubicBezTo>
                    <a:pt x="867" y="353"/>
                    <a:pt x="947" y="273"/>
                    <a:pt x="947" y="174"/>
                  </a:cubicBezTo>
                  <a:cubicBezTo>
                    <a:pt x="947" y="0"/>
                    <a:pt x="947" y="0"/>
                    <a:pt x="947" y="0"/>
                  </a:cubicBezTo>
                  <a:cubicBezTo>
                    <a:pt x="947" y="0"/>
                    <a:pt x="946" y="0"/>
                    <a:pt x="945" y="0"/>
                  </a:cubicBezTo>
                  <a:cubicBezTo>
                    <a:pt x="945" y="0"/>
                    <a:pt x="944" y="0"/>
                    <a:pt x="944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49" name="Freeform 216">
              <a:extLst>
                <a:ext uri="{FF2B5EF4-FFF2-40B4-BE49-F238E27FC236}">
                  <a16:creationId xmlns:a16="http://schemas.microsoft.com/office/drawing/2014/main" xmlns="" id="{3EE7E84E-9FDD-4C43-AEB8-3A0270CCBEF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47425" y="7566025"/>
              <a:ext cx="82550" cy="84138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8 h 17"/>
                <a:gd name="T4" fmla="*/ 8 w 17"/>
                <a:gd name="T5" fmla="*/ 3 h 17"/>
                <a:gd name="T6" fmla="*/ 13 w 17"/>
                <a:gd name="T7" fmla="*/ 8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8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8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8"/>
                  </a:cubicBezTo>
                  <a:cubicBezTo>
                    <a:pt x="3" y="5"/>
                    <a:pt x="5" y="3"/>
                    <a:pt x="8" y="3"/>
                  </a:cubicBezTo>
                  <a:cubicBezTo>
                    <a:pt x="11" y="3"/>
                    <a:pt x="13" y="5"/>
                    <a:pt x="13" y="8"/>
                  </a:cubicBezTo>
                  <a:cubicBezTo>
                    <a:pt x="13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3" y="0"/>
                    <a:pt x="0" y="4"/>
                    <a:pt x="0" y="8"/>
                  </a:cubicBezTo>
                  <a:cubicBezTo>
                    <a:pt x="0" y="12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9" y="17"/>
                    <a:pt x="10" y="17"/>
                  </a:cubicBezTo>
                  <a:cubicBezTo>
                    <a:pt x="14" y="16"/>
                    <a:pt x="17" y="12"/>
                    <a:pt x="17" y="8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0" name="Freeform 217">
              <a:extLst>
                <a:ext uri="{FF2B5EF4-FFF2-40B4-BE49-F238E27FC236}">
                  <a16:creationId xmlns:a16="http://schemas.microsoft.com/office/drawing/2014/main" xmlns="" id="{9076291C-4C90-4904-AF06-A94D0A908F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298238" y="79041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9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2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8" y="17"/>
                    <a:pt x="8" y="17"/>
                    <a:pt x="9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1" name="Freeform 218">
              <a:extLst>
                <a:ext uri="{FF2B5EF4-FFF2-40B4-BE49-F238E27FC236}">
                  <a16:creationId xmlns:a16="http://schemas.microsoft.com/office/drawing/2014/main" xmlns="" id="{77350675-95D4-42C4-937D-B9404ED3D21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0163" y="7767638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0 w 18"/>
                <a:gd name="T13" fmla="*/ 9 h 18"/>
                <a:gd name="T14" fmla="*/ 7 w 18"/>
                <a:gd name="T15" fmla="*/ 17 h 18"/>
                <a:gd name="T16" fmla="*/ 9 w 18"/>
                <a:gd name="T17" fmla="*/ 18 h 18"/>
                <a:gd name="T18" fmla="*/ 11 w 18"/>
                <a:gd name="T19" fmla="*/ 17 h 18"/>
                <a:gd name="T20" fmla="*/ 18 w 18"/>
                <a:gd name="T21" fmla="*/ 9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7"/>
                    <a:pt x="7" y="17"/>
                  </a:cubicBezTo>
                  <a:cubicBezTo>
                    <a:pt x="8" y="18"/>
                    <a:pt x="8" y="18"/>
                    <a:pt x="9" y="18"/>
                  </a:cubicBezTo>
                  <a:cubicBezTo>
                    <a:pt x="10" y="18"/>
                    <a:pt x="10" y="18"/>
                    <a:pt x="11" y="17"/>
                  </a:cubicBezTo>
                  <a:cubicBezTo>
                    <a:pt x="15" y="17"/>
                    <a:pt x="18" y="13"/>
                    <a:pt x="18" y="9"/>
                  </a:cubicBezTo>
                  <a:cubicBezTo>
                    <a:pt x="18" y="4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2" name="Freeform 219">
              <a:extLst>
                <a:ext uri="{FF2B5EF4-FFF2-40B4-BE49-F238E27FC236}">
                  <a16:creationId xmlns:a16="http://schemas.microsoft.com/office/drawing/2014/main" xmlns="" id="{F4C520F9-6C53-4FC2-AE08-184ABD428A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1925" y="7356475"/>
              <a:ext cx="82550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0 w 17"/>
                <a:gd name="T13" fmla="*/ 9 h 17"/>
                <a:gd name="T14" fmla="*/ 7 w 17"/>
                <a:gd name="T15" fmla="*/ 17 h 17"/>
                <a:gd name="T16" fmla="*/ 8 w 17"/>
                <a:gd name="T17" fmla="*/ 17 h 17"/>
                <a:gd name="T18" fmla="*/ 10 w 17"/>
                <a:gd name="T19" fmla="*/ 17 h 17"/>
                <a:gd name="T20" fmla="*/ 17 w 17"/>
                <a:gd name="T21" fmla="*/ 9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1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1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4" y="0"/>
                    <a:pt x="0" y="4"/>
                    <a:pt x="0" y="9"/>
                  </a:cubicBezTo>
                  <a:cubicBezTo>
                    <a:pt x="0" y="13"/>
                    <a:pt x="3" y="16"/>
                    <a:pt x="7" y="17"/>
                  </a:cubicBezTo>
                  <a:cubicBezTo>
                    <a:pt x="7" y="17"/>
                    <a:pt x="8" y="17"/>
                    <a:pt x="8" y="17"/>
                  </a:cubicBezTo>
                  <a:cubicBezTo>
                    <a:pt x="9" y="17"/>
                    <a:pt x="10" y="17"/>
                    <a:pt x="10" y="17"/>
                  </a:cubicBezTo>
                  <a:cubicBezTo>
                    <a:pt x="14" y="16"/>
                    <a:pt x="17" y="13"/>
                    <a:pt x="17" y="9"/>
                  </a:cubicBezTo>
                  <a:cubicBezTo>
                    <a:pt x="17" y="4"/>
                    <a:pt x="13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3" name="Freeform 220">
              <a:extLst>
                <a:ext uri="{FF2B5EF4-FFF2-40B4-BE49-F238E27FC236}">
                  <a16:creationId xmlns:a16="http://schemas.microsoft.com/office/drawing/2014/main" xmlns="" id="{51775C85-78BA-4BC7-9DA7-E65A8D3570D1}"/>
                </a:ext>
              </a:extLst>
            </p:cNvPr>
            <p:cNvSpPr/>
            <p:nvPr userDrawn="1"/>
          </p:nvSpPr>
          <p:spPr bwMode="auto">
            <a:xfrm>
              <a:off x="7021513" y="9977438"/>
              <a:ext cx="4178300" cy="1090613"/>
            </a:xfrm>
            <a:custGeom>
              <a:avLst/>
              <a:gdLst>
                <a:gd name="T0" fmla="*/ 751 w 855"/>
                <a:gd name="T1" fmla="*/ 0 h 223"/>
                <a:gd name="T2" fmla="*/ 0 w 855"/>
                <a:gd name="T3" fmla="*/ 0 h 223"/>
                <a:gd name="T4" fmla="*/ 0 w 855"/>
                <a:gd name="T5" fmla="*/ 3 h 223"/>
                <a:gd name="T6" fmla="*/ 751 w 855"/>
                <a:gd name="T7" fmla="*/ 3 h 223"/>
                <a:gd name="T8" fmla="*/ 852 w 855"/>
                <a:gd name="T9" fmla="*/ 105 h 223"/>
                <a:gd name="T10" fmla="*/ 852 w 855"/>
                <a:gd name="T11" fmla="*/ 223 h 223"/>
                <a:gd name="T12" fmla="*/ 854 w 855"/>
                <a:gd name="T13" fmla="*/ 223 h 223"/>
                <a:gd name="T14" fmla="*/ 855 w 855"/>
                <a:gd name="T15" fmla="*/ 223 h 223"/>
                <a:gd name="T16" fmla="*/ 855 w 855"/>
                <a:gd name="T17" fmla="*/ 105 h 223"/>
                <a:gd name="T18" fmla="*/ 751 w 855"/>
                <a:gd name="T19" fmla="*/ 0 h 2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55" h="223">
                  <a:moveTo>
                    <a:pt x="75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807" y="3"/>
                    <a:pt x="852" y="49"/>
                    <a:pt x="852" y="105"/>
                  </a:cubicBezTo>
                  <a:cubicBezTo>
                    <a:pt x="852" y="223"/>
                    <a:pt x="852" y="223"/>
                    <a:pt x="852" y="223"/>
                  </a:cubicBezTo>
                  <a:cubicBezTo>
                    <a:pt x="853" y="223"/>
                    <a:pt x="853" y="223"/>
                    <a:pt x="854" y="223"/>
                  </a:cubicBezTo>
                  <a:cubicBezTo>
                    <a:pt x="854" y="223"/>
                    <a:pt x="855" y="223"/>
                    <a:pt x="855" y="223"/>
                  </a:cubicBezTo>
                  <a:cubicBezTo>
                    <a:pt x="855" y="105"/>
                    <a:pt x="855" y="105"/>
                    <a:pt x="855" y="105"/>
                  </a:cubicBezTo>
                  <a:cubicBezTo>
                    <a:pt x="855" y="47"/>
                    <a:pt x="808" y="0"/>
                    <a:pt x="751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4" name="Freeform 221">
              <a:extLst>
                <a:ext uri="{FF2B5EF4-FFF2-40B4-BE49-F238E27FC236}">
                  <a16:creationId xmlns:a16="http://schemas.microsoft.com/office/drawing/2014/main" xmlns="" id="{066B28FA-F507-4F6A-866B-CBEEE43D6578}"/>
                </a:ext>
              </a:extLst>
            </p:cNvPr>
            <p:cNvSpPr/>
            <p:nvPr userDrawn="1"/>
          </p:nvSpPr>
          <p:spPr bwMode="auto">
            <a:xfrm>
              <a:off x="7021513" y="9840913"/>
              <a:ext cx="4335462" cy="885825"/>
            </a:xfrm>
            <a:custGeom>
              <a:avLst/>
              <a:gdLst>
                <a:gd name="T0" fmla="*/ 756 w 887"/>
                <a:gd name="T1" fmla="*/ 0 h 181"/>
                <a:gd name="T2" fmla="*/ 0 w 887"/>
                <a:gd name="T3" fmla="*/ 0 h 181"/>
                <a:gd name="T4" fmla="*/ 0 w 887"/>
                <a:gd name="T5" fmla="*/ 3 h 181"/>
                <a:gd name="T6" fmla="*/ 756 w 887"/>
                <a:gd name="T7" fmla="*/ 3 h 181"/>
                <a:gd name="T8" fmla="*/ 884 w 887"/>
                <a:gd name="T9" fmla="*/ 131 h 181"/>
                <a:gd name="T10" fmla="*/ 884 w 887"/>
                <a:gd name="T11" fmla="*/ 181 h 181"/>
                <a:gd name="T12" fmla="*/ 885 w 887"/>
                <a:gd name="T13" fmla="*/ 181 h 181"/>
                <a:gd name="T14" fmla="*/ 887 w 887"/>
                <a:gd name="T15" fmla="*/ 181 h 181"/>
                <a:gd name="T16" fmla="*/ 887 w 887"/>
                <a:gd name="T17" fmla="*/ 131 h 181"/>
                <a:gd name="T18" fmla="*/ 756 w 887"/>
                <a:gd name="T19" fmla="*/ 0 h 1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887" h="181">
                  <a:moveTo>
                    <a:pt x="75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56" y="3"/>
                    <a:pt x="756" y="3"/>
                    <a:pt x="756" y="3"/>
                  </a:cubicBezTo>
                  <a:cubicBezTo>
                    <a:pt x="827" y="3"/>
                    <a:pt x="884" y="60"/>
                    <a:pt x="884" y="131"/>
                  </a:cubicBezTo>
                  <a:cubicBezTo>
                    <a:pt x="884" y="181"/>
                    <a:pt x="884" y="181"/>
                    <a:pt x="884" y="181"/>
                  </a:cubicBezTo>
                  <a:cubicBezTo>
                    <a:pt x="884" y="181"/>
                    <a:pt x="885" y="181"/>
                    <a:pt x="885" y="181"/>
                  </a:cubicBezTo>
                  <a:cubicBezTo>
                    <a:pt x="886" y="181"/>
                    <a:pt x="886" y="181"/>
                    <a:pt x="887" y="181"/>
                  </a:cubicBezTo>
                  <a:cubicBezTo>
                    <a:pt x="887" y="131"/>
                    <a:pt x="887" y="131"/>
                    <a:pt x="887" y="131"/>
                  </a:cubicBezTo>
                  <a:cubicBezTo>
                    <a:pt x="887" y="59"/>
                    <a:pt x="828" y="0"/>
                    <a:pt x="756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5" name="Freeform 222">
              <a:extLst>
                <a:ext uri="{FF2B5EF4-FFF2-40B4-BE49-F238E27FC236}">
                  <a16:creationId xmlns:a16="http://schemas.microsoft.com/office/drawing/2014/main" xmlns="" id="{9BA823AC-0A54-4561-9AF2-6668DED5210E}"/>
                </a:ext>
              </a:extLst>
            </p:cNvPr>
            <p:cNvSpPr/>
            <p:nvPr userDrawn="1"/>
          </p:nvSpPr>
          <p:spPr bwMode="auto">
            <a:xfrm>
              <a:off x="7021513" y="9694863"/>
              <a:ext cx="4497387" cy="1168400"/>
            </a:xfrm>
            <a:custGeom>
              <a:avLst/>
              <a:gdLst>
                <a:gd name="T0" fmla="*/ 760 w 920"/>
                <a:gd name="T1" fmla="*/ 0 h 239"/>
                <a:gd name="T2" fmla="*/ 0 w 920"/>
                <a:gd name="T3" fmla="*/ 0 h 239"/>
                <a:gd name="T4" fmla="*/ 0 w 920"/>
                <a:gd name="T5" fmla="*/ 3 h 239"/>
                <a:gd name="T6" fmla="*/ 760 w 920"/>
                <a:gd name="T7" fmla="*/ 3 h 239"/>
                <a:gd name="T8" fmla="*/ 917 w 920"/>
                <a:gd name="T9" fmla="*/ 160 h 239"/>
                <a:gd name="T10" fmla="*/ 917 w 920"/>
                <a:gd name="T11" fmla="*/ 239 h 239"/>
                <a:gd name="T12" fmla="*/ 919 w 920"/>
                <a:gd name="T13" fmla="*/ 239 h 239"/>
                <a:gd name="T14" fmla="*/ 920 w 920"/>
                <a:gd name="T15" fmla="*/ 239 h 239"/>
                <a:gd name="T16" fmla="*/ 920 w 920"/>
                <a:gd name="T17" fmla="*/ 160 h 239"/>
                <a:gd name="T18" fmla="*/ 760 w 920"/>
                <a:gd name="T19" fmla="*/ 0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20" h="239">
                  <a:moveTo>
                    <a:pt x="7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0" y="3"/>
                    <a:pt x="760" y="3"/>
                    <a:pt x="760" y="3"/>
                  </a:cubicBezTo>
                  <a:cubicBezTo>
                    <a:pt x="847" y="3"/>
                    <a:pt x="917" y="74"/>
                    <a:pt x="917" y="160"/>
                  </a:cubicBezTo>
                  <a:cubicBezTo>
                    <a:pt x="917" y="239"/>
                    <a:pt x="917" y="239"/>
                    <a:pt x="917" y="239"/>
                  </a:cubicBezTo>
                  <a:cubicBezTo>
                    <a:pt x="918" y="239"/>
                    <a:pt x="918" y="239"/>
                    <a:pt x="919" y="239"/>
                  </a:cubicBezTo>
                  <a:cubicBezTo>
                    <a:pt x="919" y="239"/>
                    <a:pt x="920" y="239"/>
                    <a:pt x="920" y="239"/>
                  </a:cubicBezTo>
                  <a:cubicBezTo>
                    <a:pt x="920" y="160"/>
                    <a:pt x="920" y="160"/>
                    <a:pt x="920" y="160"/>
                  </a:cubicBezTo>
                  <a:cubicBezTo>
                    <a:pt x="920" y="72"/>
                    <a:pt x="848" y="0"/>
                    <a:pt x="760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6" name="Freeform 223">
              <a:extLst>
                <a:ext uri="{FF2B5EF4-FFF2-40B4-BE49-F238E27FC236}">
                  <a16:creationId xmlns:a16="http://schemas.microsoft.com/office/drawing/2014/main" xmlns="" id="{CD76A1BD-849B-40B9-8635-849C526453AC}"/>
                </a:ext>
              </a:extLst>
            </p:cNvPr>
            <p:cNvSpPr/>
            <p:nvPr userDrawn="1"/>
          </p:nvSpPr>
          <p:spPr bwMode="auto">
            <a:xfrm>
              <a:off x="7021513" y="9547225"/>
              <a:ext cx="4629150" cy="1731963"/>
            </a:xfrm>
            <a:custGeom>
              <a:avLst/>
              <a:gdLst>
                <a:gd name="T0" fmla="*/ 767 w 947"/>
                <a:gd name="T1" fmla="*/ 0 h 354"/>
                <a:gd name="T2" fmla="*/ 0 w 947"/>
                <a:gd name="T3" fmla="*/ 0 h 354"/>
                <a:gd name="T4" fmla="*/ 0 w 947"/>
                <a:gd name="T5" fmla="*/ 3 h 354"/>
                <a:gd name="T6" fmla="*/ 767 w 947"/>
                <a:gd name="T7" fmla="*/ 3 h 354"/>
                <a:gd name="T8" fmla="*/ 943 w 947"/>
                <a:gd name="T9" fmla="*/ 180 h 354"/>
                <a:gd name="T10" fmla="*/ 943 w 947"/>
                <a:gd name="T11" fmla="*/ 354 h 354"/>
                <a:gd name="T12" fmla="*/ 945 w 947"/>
                <a:gd name="T13" fmla="*/ 353 h 354"/>
                <a:gd name="T14" fmla="*/ 947 w 947"/>
                <a:gd name="T15" fmla="*/ 354 h 354"/>
                <a:gd name="T16" fmla="*/ 947 w 947"/>
                <a:gd name="T17" fmla="*/ 180 h 354"/>
                <a:gd name="T18" fmla="*/ 767 w 947"/>
                <a:gd name="T19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47" h="354">
                  <a:moveTo>
                    <a:pt x="767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767" y="3"/>
                    <a:pt x="767" y="3"/>
                    <a:pt x="767" y="3"/>
                  </a:cubicBezTo>
                  <a:cubicBezTo>
                    <a:pt x="864" y="3"/>
                    <a:pt x="943" y="82"/>
                    <a:pt x="943" y="180"/>
                  </a:cubicBezTo>
                  <a:cubicBezTo>
                    <a:pt x="943" y="354"/>
                    <a:pt x="943" y="354"/>
                    <a:pt x="943" y="354"/>
                  </a:cubicBezTo>
                  <a:cubicBezTo>
                    <a:pt x="944" y="353"/>
                    <a:pt x="945" y="353"/>
                    <a:pt x="945" y="353"/>
                  </a:cubicBezTo>
                  <a:cubicBezTo>
                    <a:pt x="946" y="353"/>
                    <a:pt x="946" y="353"/>
                    <a:pt x="947" y="354"/>
                  </a:cubicBezTo>
                  <a:cubicBezTo>
                    <a:pt x="947" y="180"/>
                    <a:pt x="947" y="180"/>
                    <a:pt x="947" y="180"/>
                  </a:cubicBezTo>
                  <a:cubicBezTo>
                    <a:pt x="947" y="81"/>
                    <a:pt x="866" y="0"/>
                    <a:pt x="767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7" name="Freeform 224">
              <a:extLst>
                <a:ext uri="{FF2B5EF4-FFF2-40B4-BE49-F238E27FC236}">
                  <a16:creationId xmlns:a16="http://schemas.microsoft.com/office/drawing/2014/main" xmlns="" id="{2A0EB56E-B765-4A6E-9CB1-93948BBDAD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152188" y="11068050"/>
              <a:ext cx="82550" cy="84138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8 h 17"/>
                <a:gd name="T4" fmla="*/ 9 w 17"/>
                <a:gd name="T5" fmla="*/ 3 h 17"/>
                <a:gd name="T6" fmla="*/ 14 w 17"/>
                <a:gd name="T7" fmla="*/ 8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8 h 17"/>
                <a:gd name="T16" fmla="*/ 9 w 17"/>
                <a:gd name="T17" fmla="*/ 17 h 17"/>
                <a:gd name="T18" fmla="*/ 17 w 17"/>
                <a:gd name="T19" fmla="*/ 8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8"/>
                  </a:cubicBezTo>
                  <a:cubicBezTo>
                    <a:pt x="3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8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8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8" name="Freeform 225">
              <a:extLst>
                <a:ext uri="{FF2B5EF4-FFF2-40B4-BE49-F238E27FC236}">
                  <a16:creationId xmlns:a16="http://schemas.microsoft.com/office/drawing/2014/main" xmlns="" id="{8C224592-BDF6-4F7C-8D70-391E726A53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307763" y="10726738"/>
              <a:ext cx="84137" cy="82550"/>
            </a:xfrm>
            <a:custGeom>
              <a:avLst/>
              <a:gdLst>
                <a:gd name="T0" fmla="*/ 8 w 17"/>
                <a:gd name="T1" fmla="*/ 14 h 17"/>
                <a:gd name="T2" fmla="*/ 3 w 17"/>
                <a:gd name="T3" fmla="*/ 9 h 17"/>
                <a:gd name="T4" fmla="*/ 8 w 17"/>
                <a:gd name="T5" fmla="*/ 3 h 17"/>
                <a:gd name="T6" fmla="*/ 14 w 17"/>
                <a:gd name="T7" fmla="*/ 9 h 17"/>
                <a:gd name="T8" fmla="*/ 8 w 17"/>
                <a:gd name="T9" fmla="*/ 14 h 17"/>
                <a:gd name="T10" fmla="*/ 8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8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8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8" y="14"/>
                  </a:moveTo>
                  <a:cubicBezTo>
                    <a:pt x="5" y="14"/>
                    <a:pt x="3" y="12"/>
                    <a:pt x="3" y="9"/>
                  </a:cubicBezTo>
                  <a:cubicBezTo>
                    <a:pt x="3" y="6"/>
                    <a:pt x="5" y="3"/>
                    <a:pt x="8" y="3"/>
                  </a:cubicBezTo>
                  <a:cubicBezTo>
                    <a:pt x="11" y="3"/>
                    <a:pt x="14" y="6"/>
                    <a:pt x="14" y="9"/>
                  </a:cubicBezTo>
                  <a:cubicBezTo>
                    <a:pt x="14" y="12"/>
                    <a:pt x="11" y="14"/>
                    <a:pt x="8" y="14"/>
                  </a:cubicBezTo>
                  <a:moveTo>
                    <a:pt x="8" y="0"/>
                  </a:moveTo>
                  <a:cubicBezTo>
                    <a:pt x="8" y="0"/>
                    <a:pt x="7" y="0"/>
                    <a:pt x="7" y="0"/>
                  </a:cubicBezTo>
                  <a:cubicBezTo>
                    <a:pt x="3" y="1"/>
                    <a:pt x="0" y="5"/>
                    <a:pt x="0" y="9"/>
                  </a:cubicBezTo>
                  <a:cubicBezTo>
                    <a:pt x="0" y="13"/>
                    <a:pt x="4" y="17"/>
                    <a:pt x="8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5"/>
                    <a:pt x="14" y="1"/>
                    <a:pt x="10" y="0"/>
                  </a:cubicBezTo>
                  <a:cubicBezTo>
                    <a:pt x="9" y="0"/>
                    <a:pt x="9" y="0"/>
                    <a:pt x="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59" name="Freeform 226">
              <a:extLst>
                <a:ext uri="{FF2B5EF4-FFF2-40B4-BE49-F238E27FC236}">
                  <a16:creationId xmlns:a16="http://schemas.microsoft.com/office/drawing/2014/main" xmlns="" id="{643D17BB-AB5D-40B5-B26F-B16C717896E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469688" y="10863263"/>
              <a:ext cx="82550" cy="82550"/>
            </a:xfrm>
            <a:custGeom>
              <a:avLst/>
              <a:gdLst>
                <a:gd name="T0" fmla="*/ 9 w 17"/>
                <a:gd name="T1" fmla="*/ 14 h 17"/>
                <a:gd name="T2" fmla="*/ 3 w 17"/>
                <a:gd name="T3" fmla="*/ 9 h 17"/>
                <a:gd name="T4" fmla="*/ 9 w 17"/>
                <a:gd name="T5" fmla="*/ 3 h 17"/>
                <a:gd name="T6" fmla="*/ 14 w 17"/>
                <a:gd name="T7" fmla="*/ 9 h 17"/>
                <a:gd name="T8" fmla="*/ 9 w 17"/>
                <a:gd name="T9" fmla="*/ 14 h 17"/>
                <a:gd name="T10" fmla="*/ 9 w 17"/>
                <a:gd name="T11" fmla="*/ 0 h 17"/>
                <a:gd name="T12" fmla="*/ 7 w 17"/>
                <a:gd name="T13" fmla="*/ 0 h 17"/>
                <a:gd name="T14" fmla="*/ 0 w 17"/>
                <a:gd name="T15" fmla="*/ 9 h 17"/>
                <a:gd name="T16" fmla="*/ 9 w 17"/>
                <a:gd name="T17" fmla="*/ 17 h 17"/>
                <a:gd name="T18" fmla="*/ 17 w 17"/>
                <a:gd name="T19" fmla="*/ 9 h 17"/>
                <a:gd name="T20" fmla="*/ 10 w 17"/>
                <a:gd name="T21" fmla="*/ 0 h 17"/>
                <a:gd name="T22" fmla="*/ 9 w 17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7" h="17">
                  <a:moveTo>
                    <a:pt x="9" y="14"/>
                  </a:moveTo>
                  <a:cubicBezTo>
                    <a:pt x="6" y="14"/>
                    <a:pt x="3" y="11"/>
                    <a:pt x="3" y="9"/>
                  </a:cubicBezTo>
                  <a:cubicBezTo>
                    <a:pt x="3" y="6"/>
                    <a:pt x="6" y="3"/>
                    <a:pt x="9" y="3"/>
                  </a:cubicBezTo>
                  <a:cubicBezTo>
                    <a:pt x="12" y="3"/>
                    <a:pt x="14" y="6"/>
                    <a:pt x="14" y="9"/>
                  </a:cubicBezTo>
                  <a:cubicBezTo>
                    <a:pt x="14" y="11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8" y="0"/>
                    <a:pt x="8" y="0"/>
                    <a:pt x="7" y="0"/>
                  </a:cubicBezTo>
                  <a:cubicBezTo>
                    <a:pt x="3" y="1"/>
                    <a:pt x="0" y="4"/>
                    <a:pt x="0" y="9"/>
                  </a:cubicBezTo>
                  <a:cubicBezTo>
                    <a:pt x="0" y="13"/>
                    <a:pt x="4" y="17"/>
                    <a:pt x="9" y="17"/>
                  </a:cubicBezTo>
                  <a:cubicBezTo>
                    <a:pt x="13" y="17"/>
                    <a:pt x="17" y="13"/>
                    <a:pt x="17" y="9"/>
                  </a:cubicBezTo>
                  <a:cubicBezTo>
                    <a:pt x="17" y="4"/>
                    <a:pt x="14" y="1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0" name="Freeform 227">
              <a:extLst>
                <a:ext uri="{FF2B5EF4-FFF2-40B4-BE49-F238E27FC236}">
                  <a16:creationId xmlns:a16="http://schemas.microsoft.com/office/drawing/2014/main" xmlns="" id="{B15EAFBD-9DE6-430C-9E4C-0D0EC0E135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596688" y="11274425"/>
              <a:ext cx="87312" cy="87313"/>
            </a:xfrm>
            <a:custGeom>
              <a:avLst/>
              <a:gdLst>
                <a:gd name="T0" fmla="*/ 9 w 18"/>
                <a:gd name="T1" fmla="*/ 14 h 18"/>
                <a:gd name="T2" fmla="*/ 4 w 18"/>
                <a:gd name="T3" fmla="*/ 9 h 18"/>
                <a:gd name="T4" fmla="*/ 9 w 18"/>
                <a:gd name="T5" fmla="*/ 4 h 18"/>
                <a:gd name="T6" fmla="*/ 14 w 18"/>
                <a:gd name="T7" fmla="*/ 9 h 18"/>
                <a:gd name="T8" fmla="*/ 9 w 18"/>
                <a:gd name="T9" fmla="*/ 14 h 18"/>
                <a:gd name="T10" fmla="*/ 9 w 18"/>
                <a:gd name="T11" fmla="*/ 0 h 18"/>
                <a:gd name="T12" fmla="*/ 7 w 18"/>
                <a:gd name="T13" fmla="*/ 1 h 18"/>
                <a:gd name="T14" fmla="*/ 0 w 18"/>
                <a:gd name="T15" fmla="*/ 9 h 18"/>
                <a:gd name="T16" fmla="*/ 9 w 18"/>
                <a:gd name="T17" fmla="*/ 18 h 18"/>
                <a:gd name="T18" fmla="*/ 18 w 18"/>
                <a:gd name="T19" fmla="*/ 9 h 18"/>
                <a:gd name="T20" fmla="*/ 11 w 18"/>
                <a:gd name="T21" fmla="*/ 1 h 18"/>
                <a:gd name="T22" fmla="*/ 9 w 18"/>
                <a:gd name="T23" fmla="*/ 0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8">
                  <a:moveTo>
                    <a:pt x="9" y="14"/>
                  </a:moveTo>
                  <a:cubicBezTo>
                    <a:pt x="6" y="14"/>
                    <a:pt x="4" y="12"/>
                    <a:pt x="4" y="9"/>
                  </a:cubicBezTo>
                  <a:cubicBezTo>
                    <a:pt x="4" y="6"/>
                    <a:pt x="6" y="4"/>
                    <a:pt x="9" y="4"/>
                  </a:cubicBezTo>
                  <a:cubicBezTo>
                    <a:pt x="12" y="4"/>
                    <a:pt x="14" y="6"/>
                    <a:pt x="14" y="9"/>
                  </a:cubicBezTo>
                  <a:cubicBezTo>
                    <a:pt x="14" y="12"/>
                    <a:pt x="12" y="14"/>
                    <a:pt x="9" y="14"/>
                  </a:cubicBezTo>
                  <a:moveTo>
                    <a:pt x="9" y="0"/>
                  </a:moveTo>
                  <a:cubicBezTo>
                    <a:pt x="9" y="0"/>
                    <a:pt x="8" y="0"/>
                    <a:pt x="7" y="1"/>
                  </a:cubicBezTo>
                  <a:cubicBezTo>
                    <a:pt x="4" y="1"/>
                    <a:pt x="0" y="5"/>
                    <a:pt x="0" y="9"/>
                  </a:cubicBezTo>
                  <a:cubicBezTo>
                    <a:pt x="0" y="14"/>
                    <a:pt x="4" y="18"/>
                    <a:pt x="9" y="18"/>
                  </a:cubicBezTo>
                  <a:cubicBezTo>
                    <a:pt x="14" y="18"/>
                    <a:pt x="18" y="14"/>
                    <a:pt x="18" y="9"/>
                  </a:cubicBezTo>
                  <a:cubicBezTo>
                    <a:pt x="18" y="5"/>
                    <a:pt x="15" y="1"/>
                    <a:pt x="11" y="1"/>
                  </a:cubicBezTo>
                  <a:cubicBezTo>
                    <a:pt x="10" y="0"/>
                    <a:pt x="10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1" name="Freeform 228">
              <a:extLst>
                <a:ext uri="{FF2B5EF4-FFF2-40B4-BE49-F238E27FC236}">
                  <a16:creationId xmlns:a16="http://schemas.microsoft.com/office/drawing/2014/main" xmlns="" id="{1EE8533E-7B34-4C1A-9D4C-F3F650020B8E}"/>
                </a:ext>
              </a:extLst>
            </p:cNvPr>
            <p:cNvSpPr/>
            <p:nvPr userDrawn="1"/>
          </p:nvSpPr>
          <p:spPr bwMode="auto">
            <a:xfrm>
              <a:off x="7026275" y="9283700"/>
              <a:ext cx="4897437" cy="19050"/>
            </a:xfrm>
            <a:custGeom>
              <a:avLst/>
              <a:gdLst>
                <a:gd name="T0" fmla="*/ 1002 w 1002"/>
                <a:gd name="T1" fmla="*/ 0 h 4"/>
                <a:gd name="T2" fmla="*/ 0 w 1002"/>
                <a:gd name="T3" fmla="*/ 0 h 4"/>
                <a:gd name="T4" fmla="*/ 0 w 1002"/>
                <a:gd name="T5" fmla="*/ 4 h 4"/>
                <a:gd name="T6" fmla="*/ 1002 w 1002"/>
                <a:gd name="T7" fmla="*/ 4 h 4"/>
                <a:gd name="T8" fmla="*/ 1001 w 1002"/>
                <a:gd name="T9" fmla="*/ 2 h 4"/>
                <a:gd name="T10" fmla="*/ 1002 w 1002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02" h="4">
                  <a:moveTo>
                    <a:pt x="1002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02" y="4"/>
                    <a:pt x="1002" y="4"/>
                    <a:pt x="1002" y="4"/>
                  </a:cubicBezTo>
                  <a:cubicBezTo>
                    <a:pt x="1001" y="3"/>
                    <a:pt x="1001" y="3"/>
                    <a:pt x="1001" y="2"/>
                  </a:cubicBezTo>
                  <a:cubicBezTo>
                    <a:pt x="1001" y="2"/>
                    <a:pt x="1001" y="1"/>
                    <a:pt x="1002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2" name="Freeform 229">
              <a:extLst>
                <a:ext uri="{FF2B5EF4-FFF2-40B4-BE49-F238E27FC236}">
                  <a16:creationId xmlns:a16="http://schemas.microsoft.com/office/drawing/2014/main" xmlns="" id="{AA8EB42A-15EF-4218-9E89-09E076600191}"/>
                </a:ext>
              </a:extLst>
            </p:cNvPr>
            <p:cNvSpPr/>
            <p:nvPr userDrawn="1"/>
          </p:nvSpPr>
          <p:spPr bwMode="auto">
            <a:xfrm>
              <a:off x="7011988" y="9415463"/>
              <a:ext cx="5318125" cy="19050"/>
            </a:xfrm>
            <a:custGeom>
              <a:avLst/>
              <a:gdLst>
                <a:gd name="T0" fmla="*/ 1088 w 1088"/>
                <a:gd name="T1" fmla="*/ 0 h 4"/>
                <a:gd name="T2" fmla="*/ 0 w 1088"/>
                <a:gd name="T3" fmla="*/ 0 h 4"/>
                <a:gd name="T4" fmla="*/ 0 w 1088"/>
                <a:gd name="T5" fmla="*/ 4 h 4"/>
                <a:gd name="T6" fmla="*/ 1088 w 1088"/>
                <a:gd name="T7" fmla="*/ 4 h 4"/>
                <a:gd name="T8" fmla="*/ 1087 w 1088"/>
                <a:gd name="T9" fmla="*/ 2 h 4"/>
                <a:gd name="T10" fmla="*/ 1088 w 1088"/>
                <a:gd name="T11" fmla="*/ 0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88" h="4">
                  <a:moveTo>
                    <a:pt x="108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088" y="4"/>
                    <a:pt x="1088" y="4"/>
                    <a:pt x="1088" y="4"/>
                  </a:cubicBezTo>
                  <a:cubicBezTo>
                    <a:pt x="1087" y="3"/>
                    <a:pt x="1087" y="3"/>
                    <a:pt x="1087" y="2"/>
                  </a:cubicBezTo>
                  <a:cubicBezTo>
                    <a:pt x="1087" y="2"/>
                    <a:pt x="1087" y="1"/>
                    <a:pt x="1088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3" name="Freeform 230">
              <a:extLst>
                <a:ext uri="{FF2B5EF4-FFF2-40B4-BE49-F238E27FC236}">
                  <a16:creationId xmlns:a16="http://schemas.microsoft.com/office/drawing/2014/main" xmlns="" id="{F00CE7C7-86EA-4002-BE71-087D77E8B17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18950" y="9253538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  <p:sp>
          <p:nvSpPr>
            <p:cNvPr id="164" name="Freeform 231">
              <a:extLst>
                <a:ext uri="{FF2B5EF4-FFF2-40B4-BE49-F238E27FC236}">
                  <a16:creationId xmlns:a16="http://schemas.microsoft.com/office/drawing/2014/main" xmlns="" id="{E3C7619A-36B1-4B70-8DF7-CCC35E451F7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2325350" y="9385300"/>
              <a:ext cx="87312" cy="84138"/>
            </a:xfrm>
            <a:custGeom>
              <a:avLst/>
              <a:gdLst>
                <a:gd name="T0" fmla="*/ 9 w 18"/>
                <a:gd name="T1" fmla="*/ 13 h 17"/>
                <a:gd name="T2" fmla="*/ 4 w 18"/>
                <a:gd name="T3" fmla="*/ 8 h 17"/>
                <a:gd name="T4" fmla="*/ 9 w 18"/>
                <a:gd name="T5" fmla="*/ 3 h 17"/>
                <a:gd name="T6" fmla="*/ 14 w 18"/>
                <a:gd name="T7" fmla="*/ 8 h 17"/>
                <a:gd name="T8" fmla="*/ 9 w 18"/>
                <a:gd name="T9" fmla="*/ 13 h 17"/>
                <a:gd name="T10" fmla="*/ 9 w 18"/>
                <a:gd name="T11" fmla="*/ 0 h 17"/>
                <a:gd name="T12" fmla="*/ 1 w 18"/>
                <a:gd name="T13" fmla="*/ 6 h 17"/>
                <a:gd name="T14" fmla="*/ 0 w 18"/>
                <a:gd name="T15" fmla="*/ 8 h 17"/>
                <a:gd name="T16" fmla="*/ 1 w 18"/>
                <a:gd name="T17" fmla="*/ 10 h 17"/>
                <a:gd name="T18" fmla="*/ 9 w 18"/>
                <a:gd name="T19" fmla="*/ 17 h 17"/>
                <a:gd name="T20" fmla="*/ 18 w 18"/>
                <a:gd name="T21" fmla="*/ 8 h 17"/>
                <a:gd name="T22" fmla="*/ 9 w 18"/>
                <a:gd name="T23" fmla="*/ 0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18" h="17">
                  <a:moveTo>
                    <a:pt x="9" y="13"/>
                  </a:moveTo>
                  <a:cubicBezTo>
                    <a:pt x="6" y="13"/>
                    <a:pt x="4" y="11"/>
                    <a:pt x="4" y="8"/>
                  </a:cubicBezTo>
                  <a:cubicBezTo>
                    <a:pt x="4" y="5"/>
                    <a:pt x="6" y="3"/>
                    <a:pt x="9" y="3"/>
                  </a:cubicBezTo>
                  <a:cubicBezTo>
                    <a:pt x="12" y="3"/>
                    <a:pt x="14" y="5"/>
                    <a:pt x="14" y="8"/>
                  </a:cubicBezTo>
                  <a:cubicBezTo>
                    <a:pt x="14" y="11"/>
                    <a:pt x="12" y="13"/>
                    <a:pt x="9" y="13"/>
                  </a:cubicBezTo>
                  <a:moveTo>
                    <a:pt x="9" y="0"/>
                  </a:moveTo>
                  <a:cubicBezTo>
                    <a:pt x="5" y="0"/>
                    <a:pt x="1" y="3"/>
                    <a:pt x="1" y="6"/>
                  </a:cubicBezTo>
                  <a:cubicBezTo>
                    <a:pt x="0" y="7"/>
                    <a:pt x="0" y="8"/>
                    <a:pt x="0" y="8"/>
                  </a:cubicBezTo>
                  <a:cubicBezTo>
                    <a:pt x="0" y="9"/>
                    <a:pt x="0" y="9"/>
                    <a:pt x="1" y="10"/>
                  </a:cubicBezTo>
                  <a:cubicBezTo>
                    <a:pt x="1" y="14"/>
                    <a:pt x="5" y="17"/>
                    <a:pt x="9" y="17"/>
                  </a:cubicBezTo>
                  <a:cubicBezTo>
                    <a:pt x="14" y="17"/>
                    <a:pt x="18" y="13"/>
                    <a:pt x="18" y="8"/>
                  </a:cubicBezTo>
                  <a:cubicBezTo>
                    <a:pt x="18" y="3"/>
                    <a:pt x="14" y="0"/>
                    <a:pt x="9" y="0"/>
                  </a:cubicBezTo>
                </a:path>
              </a:pathLst>
            </a:custGeom>
            <a:grpFill/>
            <a:ln>
              <a:noFill/>
            </a:ln>
          </p:spPr>
          <p:txBody>
            <a:bodyPr/>
            <a:lstStyle/>
            <a:p>
              <a:pPr fontAlgn="auto"/>
              <a:endParaRPr lang="zh-CN" altLang="en-US" noProof="1"/>
            </a:p>
          </p:txBody>
        </p:sp>
      </p:grpSp>
      <p:sp>
        <p:nvSpPr>
          <p:cNvPr id="13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6283316" y="2193080"/>
            <a:ext cx="4950229" cy="1621509"/>
          </a:xfrm>
        </p:spPr>
        <p:txBody>
          <a:bodyPr>
            <a:noAutofit/>
          </a:bodyPr>
          <a:lstStyle>
            <a:lvl1pPr marL="0" indent="0" algn="l">
              <a:buFont typeface="Arial" panose="020B0604020202020204" pitchFamily="34" charset="0"/>
              <a:buNone/>
              <a:defRPr sz="8800">
                <a:solidFill>
                  <a:schemeClr val="bg1"/>
                </a:solidFill>
              </a:defRPr>
            </a:lvl1pPr>
          </a:lstStyle>
          <a:p>
            <a:r>
              <a:rPr lang="en-US" altLang="zh-CN" noProof="1"/>
              <a:t>Thanks</a:t>
            </a:r>
            <a:endParaRPr lang="zh-CN" altLang="en-US" noProof="1"/>
          </a:p>
        </p:txBody>
      </p:sp>
      <p:sp>
        <p:nvSpPr>
          <p:cNvPr id="15" name="文本占位符 62"/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6283316" y="4499316"/>
            <a:ext cx="4950229" cy="310871"/>
          </a:xfrm>
        </p:spPr>
        <p:txBody>
          <a:bodyPr rtlCol="0">
            <a:normAutofit/>
          </a:bodyPr>
          <a:lstStyle>
            <a:lvl1pPr marL="0" indent="0" algn="l">
              <a:buNone/>
              <a:defRPr lang="zh-CN" altLang="en-US" sz="15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lvl="0"/>
            <a:r>
              <a:rPr lang="en-US" altLang="zh-CN" noProof="1"/>
              <a:t>Data</a:t>
            </a:r>
          </a:p>
        </p:txBody>
      </p:sp>
      <p:sp>
        <p:nvSpPr>
          <p:cNvPr id="6" name="文本占位符 13"/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6283318" y="4203045"/>
            <a:ext cx="4950229" cy="296271"/>
          </a:xfrm>
        </p:spPr>
        <p:txBody>
          <a:bodyPr anchor="ctr">
            <a:noAutofit/>
          </a:bodyPr>
          <a:lstStyle>
            <a:lvl1pPr marL="0" indent="0" algn="l">
              <a:buNone/>
              <a:defRPr sz="1500" b="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altLang="zh-CN" noProof="1"/>
              <a:t>Signature</a:t>
            </a:r>
          </a:p>
        </p:txBody>
      </p:sp>
    </p:spTree>
    <p:extLst>
      <p:ext uri="{BB962C8B-B14F-4D97-AF65-F5344CB8AC3E}">
        <p14:creationId xmlns:p14="http://schemas.microsoft.com/office/powerpoint/2010/main" val="10832876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>
            <a:extLst>
              <a:ext uri="{FF2B5EF4-FFF2-40B4-BE49-F238E27FC236}">
                <a16:creationId xmlns:a16="http://schemas.microsoft.com/office/drawing/2014/main" xmlns="" id="{6113CD24-F3A3-42C2-A4C2-4BE6EE2CFDEB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69925" y="0"/>
            <a:ext cx="10850563" cy="931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>
            <a:extLst>
              <a:ext uri="{FF2B5EF4-FFF2-40B4-BE49-F238E27FC236}">
                <a16:creationId xmlns:a16="http://schemas.microsoft.com/office/drawing/2014/main" xmlns="" id="{2020242A-7B51-4433-88E0-4DA53E6548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669925" y="1123950"/>
            <a:ext cx="10850563" cy="501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xmlns="" id="{9227C1A2-BF7A-415F-B2D5-10EAE8FD94C6}"/>
              </a:ext>
            </a:extLst>
          </p:cNvPr>
          <p:cNvCxnSpPr>
            <a:cxnSpLocks/>
          </p:cNvCxnSpPr>
          <p:nvPr userDrawn="1"/>
        </p:nvCxnSpPr>
        <p:spPr>
          <a:xfrm>
            <a:off x="669925" y="1028700"/>
            <a:ext cx="10850563" cy="0"/>
          </a:xfrm>
          <a:prstGeom prst="line">
            <a:avLst/>
          </a:prstGeom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xmlns="" id="{FAC81E72-FAA7-4B1C-89A3-27C0490C863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69925" y="6240463"/>
            <a:ext cx="4170693" cy="206375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82F02BE1-6CD5-45BD-B93A-34CD7D9B7B0D}"/>
              </a:ext>
            </a:extLst>
          </p:cNvPr>
          <p:cNvSpPr txBox="1"/>
          <p:nvPr userDrawn="1"/>
        </p:nvSpPr>
        <p:spPr>
          <a:xfrm>
            <a:off x="10023648" y="6185228"/>
            <a:ext cx="14968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C997917E-8DE7-4105-8BB1-AECB6DED54F8}" type="slidenum">
              <a:rPr lang="zh-CN" altLang="en-US" sz="1100" smtClean="0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pPr algn="r"/>
              <a:t>‹#›</a:t>
            </a:fld>
            <a:endParaRPr lang="zh-CN" altLang="en-US" sz="2000" dirty="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3" r:id="rId6"/>
    <p:sldLayoutId id="2147483681" r:id="rId7"/>
  </p:sldLayoutIdLst>
  <p:hf sldNum="0"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lfd.uci.edu/~gohlke/pythonlibs/#opencv" TargetMode="Externa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xmlns="" id="{5C674A10-3091-4452-A509-500FDC13F4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smtClean="0"/>
              <a:t>实验：摄像头</a:t>
            </a:r>
            <a:r>
              <a:rPr lang="zh-CN" altLang="en-US" dirty="0" smtClean="0"/>
              <a:t>采集图片</a:t>
            </a: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xmlns="" id="{37B72B94-1F12-468F-939B-26F0B436DF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目标检测的准备</a:t>
            </a:r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30CE500-237B-4E6E-B7FE-6735EA2F0F5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杭州钛比科技有限公司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CB507061-DD1C-4DEB-9AE0-8D195E8974B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zh-CN" dirty="0"/>
              <a:t>www.terabits.cn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73608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课程目标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0" indent="0" defTabSz="240030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kumimoji="1"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学习完本课程后，你将能够：</a:t>
            </a:r>
            <a:endParaRPr kumimoji="1"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defTabSz="24003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kumimoji="1" lang="zh-CN" altLang="en-US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运行程序，采集摄像头拍摄画面并保存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3781165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>
            <a:extLst>
              <a:ext uri="{FF2B5EF4-FFF2-40B4-BE49-F238E27FC236}">
                <a16:creationId xmlns="" xmlns:a16="http://schemas.microsoft.com/office/drawing/2014/main" id="{3D28A7FA-9777-482F-9F1D-686C9423C48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实验介绍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/>
              <a:t>实验</a:t>
            </a:r>
            <a:r>
              <a:rPr lang="zh-CN" altLang="en-US" dirty="0" smtClean="0"/>
              <a:t>环境</a:t>
            </a:r>
            <a:endParaRPr lang="en-US" altLang="zh-CN" dirty="0" smtClean="0"/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实验步骤</a:t>
            </a:r>
            <a:endParaRPr lang="en-US" altLang="zh-CN" dirty="0" smtClean="0"/>
          </a:p>
          <a:p>
            <a:pPr>
              <a:buFont typeface="+mj-lt"/>
              <a:buAutoNum type="arabicPeriod"/>
            </a:pPr>
            <a:r>
              <a:rPr lang="zh-CN" altLang="en-US" dirty="0"/>
              <a:t>注意事项</a:t>
            </a:r>
          </a:p>
          <a:p>
            <a:pPr>
              <a:lnSpc>
                <a:spcPct val="125000"/>
              </a:lnSpc>
              <a:buFont typeface="+mj-lt"/>
              <a:buAutoNum type="arabicPeriod"/>
            </a:pPr>
            <a:r>
              <a:rPr lang="zh-CN" altLang="en-US" dirty="0" smtClean="0"/>
              <a:t>实验源码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1545773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/01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15926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实验介绍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学会安装并使用</a:t>
            </a:r>
            <a:r>
              <a:rPr lang="en-US" altLang="zh-CN" dirty="0" err="1" smtClean="0"/>
              <a:t>opencv</a:t>
            </a:r>
            <a:r>
              <a:rPr lang="zh-CN" altLang="en-US" dirty="0" smtClean="0"/>
              <a:t>库中调用外置摄像头的函数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 smtClean="0"/>
              <a:t>运行程序采集摄像头画面并保存</a:t>
            </a:r>
            <a:endParaRPr lang="en-US" altLang="zh-CN" dirty="0" smtClean="0"/>
          </a:p>
          <a:p>
            <a:pPr marL="342900" indent="-342900">
              <a:buFont typeface="+mj-lt"/>
              <a:buAutoNum type="arabicPeriod"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79263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02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实验环境</a:t>
            </a:r>
          </a:p>
        </p:txBody>
      </p:sp>
    </p:spTree>
    <p:extLst>
      <p:ext uri="{BB962C8B-B14F-4D97-AF65-F5344CB8AC3E}">
        <p14:creationId xmlns:p14="http://schemas.microsoft.com/office/powerpoint/2010/main" val="1630667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实验环境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lvl="0"/>
            <a:r>
              <a:rPr lang="zh-CN" altLang="zh-CN" dirty="0"/>
              <a:t>运行</a:t>
            </a:r>
            <a:r>
              <a:rPr lang="en-US" altLang="zh-CN" dirty="0"/>
              <a:t>Windows</a:t>
            </a:r>
            <a:r>
              <a:rPr lang="zh-CN" altLang="zh-CN" dirty="0"/>
              <a:t>系统的</a:t>
            </a:r>
            <a:r>
              <a:rPr lang="en-US" altLang="zh-CN" dirty="0"/>
              <a:t>PC</a:t>
            </a:r>
            <a:r>
              <a:rPr lang="zh-CN" altLang="zh-CN" dirty="0"/>
              <a:t>机一</a:t>
            </a:r>
            <a:r>
              <a:rPr lang="zh-CN" altLang="zh-CN" dirty="0" smtClean="0"/>
              <a:t>台</a:t>
            </a:r>
            <a:r>
              <a:rPr lang="zh-CN" altLang="en-US" dirty="0" smtClean="0"/>
              <a:t>，其中包含：</a:t>
            </a:r>
            <a:endParaRPr lang="en-US" altLang="zh-CN" dirty="0" smtClean="0"/>
          </a:p>
          <a:p>
            <a:pPr lvl="1"/>
            <a:r>
              <a:rPr lang="en-US" altLang="zh-CN" dirty="0"/>
              <a:t>Python</a:t>
            </a:r>
            <a:r>
              <a:rPr lang="zh-CN" altLang="zh-CN" dirty="0"/>
              <a:t>，版本</a:t>
            </a:r>
            <a:r>
              <a:rPr lang="en-US" altLang="zh-CN" dirty="0"/>
              <a:t>3.6</a:t>
            </a:r>
            <a:r>
              <a:rPr lang="zh-CN" altLang="zh-CN" dirty="0"/>
              <a:t>，其中包含：</a:t>
            </a:r>
          </a:p>
          <a:p>
            <a:pPr lvl="2"/>
            <a:r>
              <a:rPr lang="zh-CN" altLang="zh-CN" dirty="0" smtClean="0"/>
              <a:t>操作系统</a:t>
            </a:r>
            <a:r>
              <a:rPr lang="zh-CN" altLang="zh-CN" dirty="0"/>
              <a:t>交互库</a:t>
            </a:r>
            <a:r>
              <a:rPr lang="en-US" altLang="zh-CN" dirty="0" err="1" smtClean="0"/>
              <a:t>os</a:t>
            </a:r>
            <a:endParaRPr lang="en-US" altLang="zh-CN" dirty="0"/>
          </a:p>
          <a:p>
            <a:pPr lvl="1"/>
            <a:r>
              <a:rPr lang="zh-CN" altLang="zh-CN" dirty="0"/>
              <a:t>计算机视觉</a:t>
            </a:r>
            <a:r>
              <a:rPr lang="en-US" altLang="zh-CN" dirty="0" err="1"/>
              <a:t>Opencv</a:t>
            </a:r>
            <a:r>
              <a:rPr lang="zh-CN" altLang="zh-CN" dirty="0"/>
              <a:t>库，</a:t>
            </a:r>
            <a:r>
              <a:rPr lang="zh-CN" altLang="zh-CN" dirty="0" smtClean="0"/>
              <a:t>版本</a:t>
            </a:r>
            <a:r>
              <a:rPr lang="en-US" altLang="zh-CN" dirty="0" smtClean="0"/>
              <a:t>3.4.2.17</a:t>
            </a:r>
            <a:endParaRPr lang="zh-CN" altLang="zh-CN" dirty="0"/>
          </a:p>
          <a:p>
            <a:pPr lvl="0"/>
            <a:r>
              <a:rPr lang="zh-CN" altLang="zh-CN" dirty="0"/>
              <a:t>外置摄像头一个；</a:t>
            </a:r>
          </a:p>
          <a:p>
            <a:pPr lvl="0"/>
            <a:r>
              <a:rPr lang="zh-CN" altLang="zh-CN" dirty="0"/>
              <a:t>若干种水果</a:t>
            </a:r>
            <a:r>
              <a:rPr lang="zh-CN" altLang="zh-CN" dirty="0" smtClean="0"/>
              <a:t>模型</a:t>
            </a:r>
            <a:r>
              <a:rPr lang="zh-CN" altLang="en-US" dirty="0"/>
              <a:t>。</a:t>
            </a:r>
            <a:endParaRPr lang="zh-CN" altLang="zh-CN" dirty="0"/>
          </a:p>
          <a:p>
            <a:pPr>
              <a:lnSpc>
                <a:spcPct val="125000"/>
              </a:lnSpc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907210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03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39560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D1C72729-F3E7-4C78-9AAA-4821B9CC5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实验步骤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="" xmlns:a16="http://schemas.microsoft.com/office/drawing/2014/main" id="{563A06F3-7CD2-4EAF-8250-D2FE6CCEE61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lnSpc>
                <a:spcPct val="125000"/>
              </a:lnSpc>
            </a:pPr>
            <a:r>
              <a:rPr lang="zh-CN" altLang="en-US" dirty="0" smtClean="0"/>
              <a:t>连接外置摄像头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安装必需的库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程序代码介绍</a:t>
            </a:r>
            <a:endParaRPr lang="en-US" altLang="zh-CN" dirty="0" smtClean="0"/>
          </a:p>
          <a:p>
            <a:pPr>
              <a:lnSpc>
                <a:spcPct val="125000"/>
              </a:lnSpc>
            </a:pPr>
            <a:r>
              <a:rPr lang="zh-CN" altLang="en-US" dirty="0" smtClean="0"/>
              <a:t>运行图片采集程序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1131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692401634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1046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连接外置摄像头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将外置摄像头连接至</a:t>
            </a:r>
            <a:r>
              <a:rPr lang="zh-CN" altLang="zh-CN" dirty="0" smtClean="0"/>
              <a:t>电脑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根据摄像头型号不同，安装相应的驱动程序。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996" y="2386886"/>
            <a:ext cx="4506420" cy="2493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5822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连接外置摄像头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检查摄像头是否成功连接：</a:t>
            </a:r>
          </a:p>
          <a:p>
            <a:r>
              <a:rPr lang="zh-CN" altLang="zh-CN" dirty="0"/>
              <a:t>菜单</a:t>
            </a:r>
            <a:r>
              <a:rPr lang="en-US" altLang="zh-CN" dirty="0"/>
              <a:t>➡</a:t>
            </a:r>
            <a:r>
              <a:rPr lang="zh-CN" altLang="zh-CN" dirty="0"/>
              <a:t>控制面板</a:t>
            </a:r>
            <a:r>
              <a:rPr lang="en-US" altLang="zh-CN" dirty="0"/>
              <a:t>➡</a:t>
            </a:r>
            <a:r>
              <a:rPr lang="zh-CN" altLang="zh-CN" dirty="0"/>
              <a:t>硬件和声音</a:t>
            </a:r>
            <a:r>
              <a:rPr lang="en-US" altLang="zh-CN" dirty="0"/>
              <a:t>➡</a:t>
            </a:r>
            <a:r>
              <a:rPr lang="zh-CN" altLang="zh-CN" dirty="0"/>
              <a:t>设备管理器</a:t>
            </a:r>
            <a:r>
              <a:rPr lang="en-US" altLang="zh-CN" dirty="0"/>
              <a:t>➡</a:t>
            </a:r>
            <a:r>
              <a:rPr lang="zh-CN" altLang="zh-CN" dirty="0" smtClean="0"/>
              <a:t>照相机</a:t>
            </a:r>
            <a:endParaRPr lang="zh-CN" altLang="zh-CN" dirty="0"/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3063" y="2194734"/>
            <a:ext cx="5184286" cy="3796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2647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连接外置摄像头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也可以通过</a:t>
            </a:r>
            <a:r>
              <a:rPr lang="en-US" altLang="zh-CN" dirty="0"/>
              <a:t>windows</a:t>
            </a:r>
            <a:r>
              <a:rPr lang="zh-CN" altLang="zh-CN" dirty="0"/>
              <a:t>自带的应用</a:t>
            </a:r>
            <a:r>
              <a:rPr lang="en-US" altLang="zh-CN" dirty="0"/>
              <a:t>“</a:t>
            </a:r>
            <a:r>
              <a:rPr lang="zh-CN" altLang="zh-CN" dirty="0"/>
              <a:t>相机</a:t>
            </a:r>
            <a:r>
              <a:rPr lang="en-US" altLang="zh-CN" dirty="0"/>
              <a:t>”</a:t>
            </a:r>
            <a:r>
              <a:rPr lang="zh-CN" altLang="zh-CN" dirty="0"/>
              <a:t>检查摄像头是否正常工作：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/>
          <p:nvPr/>
        </p:nvPicPr>
        <p:blipFill>
          <a:blip r:embed="rId2"/>
          <a:stretch>
            <a:fillRect/>
          </a:stretch>
        </p:blipFill>
        <p:spPr>
          <a:xfrm>
            <a:off x="3442622" y="1693775"/>
            <a:ext cx="5305167" cy="388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8546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732593995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135095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安装必需的库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altLang="zh-CN" dirty="0" err="1" smtClean="0"/>
              <a:t>Opencv</a:t>
            </a:r>
            <a:r>
              <a:rPr lang="zh-CN" altLang="en-US" dirty="0" smtClean="0"/>
              <a:t>库是</a:t>
            </a:r>
            <a:r>
              <a:rPr lang="zh-CN" altLang="en-US" dirty="0"/>
              <a:t>一</a:t>
            </a:r>
            <a:r>
              <a:rPr lang="zh-CN" altLang="en-US" dirty="0" smtClean="0"/>
              <a:t>个开源发行</a:t>
            </a:r>
            <a:r>
              <a:rPr lang="zh-CN" altLang="en-US" dirty="0"/>
              <a:t>的跨平台计算机视觉</a:t>
            </a:r>
            <a:r>
              <a:rPr lang="zh-CN" altLang="en-US" dirty="0" smtClean="0"/>
              <a:t>库，可以运行在多种操作系统上，由一系列</a:t>
            </a:r>
            <a:r>
              <a:rPr lang="zh-CN" altLang="en-US" dirty="0"/>
              <a:t> </a:t>
            </a:r>
            <a:r>
              <a:rPr lang="en-US" altLang="zh-CN" dirty="0"/>
              <a:t>C </a:t>
            </a:r>
            <a:r>
              <a:rPr lang="zh-CN" altLang="en-US" dirty="0"/>
              <a:t>函数和少量 </a:t>
            </a:r>
            <a:r>
              <a:rPr lang="en-US" altLang="zh-CN" dirty="0"/>
              <a:t>C++ </a:t>
            </a:r>
            <a:r>
              <a:rPr lang="zh-CN" altLang="en-US" dirty="0"/>
              <a:t>类</a:t>
            </a:r>
            <a:r>
              <a:rPr lang="zh-CN" altLang="en-US" dirty="0" smtClean="0"/>
              <a:t>构成，同时</a:t>
            </a:r>
            <a:r>
              <a:rPr lang="zh-CN" altLang="en-US" dirty="0"/>
              <a:t>提供了</a:t>
            </a:r>
            <a:r>
              <a:rPr lang="en-US" altLang="zh-CN" dirty="0"/>
              <a:t>Python</a:t>
            </a:r>
            <a:r>
              <a:rPr lang="zh-CN" altLang="en-US" dirty="0"/>
              <a:t>、</a:t>
            </a:r>
            <a:r>
              <a:rPr lang="en-US" altLang="zh-CN" dirty="0"/>
              <a:t>Ruby</a:t>
            </a:r>
            <a:r>
              <a:rPr lang="zh-CN" altLang="en-US" dirty="0"/>
              <a:t>、</a:t>
            </a:r>
            <a:r>
              <a:rPr lang="en-US" altLang="zh-CN" dirty="0"/>
              <a:t>MATLAB</a:t>
            </a:r>
            <a:r>
              <a:rPr lang="zh-CN" altLang="en-US" dirty="0"/>
              <a:t>等语言的</a:t>
            </a:r>
            <a:r>
              <a:rPr lang="zh-CN" altLang="en-US" dirty="0" smtClean="0"/>
              <a:t>接口，</a:t>
            </a:r>
            <a:r>
              <a:rPr lang="zh-CN" altLang="en-US" dirty="0"/>
              <a:t>实现了图像处理和计算机视觉方面的很多通用算法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本实验安装的是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版本的</a:t>
            </a:r>
            <a:r>
              <a:rPr lang="en-US" altLang="zh-CN" dirty="0" err="1" smtClean="0"/>
              <a:t>opencv</a:t>
            </a:r>
            <a:r>
              <a:rPr lang="zh-CN" altLang="en-US" dirty="0" smtClean="0"/>
              <a:t>。安装</a:t>
            </a:r>
            <a:r>
              <a:rPr lang="zh-CN" altLang="en-US" dirty="0"/>
              <a:t>的时候是 </a:t>
            </a:r>
            <a:r>
              <a:rPr lang="en-US" altLang="zh-CN" dirty="0" err="1" smtClean="0"/>
              <a:t>opencv</a:t>
            </a:r>
            <a:r>
              <a:rPr lang="en-US" altLang="zh-CN" dirty="0" err="1"/>
              <a:t>_</a:t>
            </a:r>
            <a:r>
              <a:rPr lang="en-US" altLang="zh-CN" dirty="0" err="1" smtClean="0"/>
              <a:t>python</a:t>
            </a:r>
            <a:r>
              <a:rPr lang="zh-CN" altLang="en-US" dirty="0"/>
              <a:t>，但在导入的时候采用 </a:t>
            </a:r>
            <a:r>
              <a:rPr lang="en-US" altLang="zh-CN" dirty="0"/>
              <a:t>import </a:t>
            </a:r>
            <a:r>
              <a:rPr lang="en-US" altLang="zh-CN" dirty="0" smtClean="0"/>
              <a:t>cv2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en-US" altLang="zh-CN" dirty="0" err="1" smtClean="0"/>
              <a:t>Opencv</a:t>
            </a:r>
            <a:r>
              <a:rPr lang="en-US" altLang="zh-CN" dirty="0" smtClean="0"/>
              <a:t>-python</a:t>
            </a:r>
            <a:r>
              <a:rPr lang="zh-CN" altLang="en-US" dirty="0" smtClean="0"/>
              <a:t>库版本与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版本、</a:t>
            </a:r>
            <a:r>
              <a:rPr lang="en-US" altLang="zh-CN" dirty="0" smtClean="0"/>
              <a:t>CUDA</a:t>
            </a:r>
            <a:r>
              <a:rPr lang="zh-CN" altLang="en-US" dirty="0" smtClean="0"/>
              <a:t>版本需要严格对应，具体可以访问</a:t>
            </a:r>
            <a:r>
              <a:rPr lang="en-US" altLang="zh-CN" dirty="0" smtClean="0">
                <a:hlinkClick r:id="rId2"/>
              </a:rPr>
              <a:t>Archived</a:t>
            </a:r>
            <a:r>
              <a:rPr lang="en-US" altLang="zh-CN" dirty="0">
                <a:hlinkClick r:id="rId2"/>
              </a:rPr>
              <a:t>: Python Extension Packages for Windows (</a:t>
            </a:r>
            <a:r>
              <a:rPr lang="en-US" altLang="zh-CN" dirty="0" smtClean="0">
                <a:hlinkClick r:id="rId2"/>
              </a:rPr>
              <a:t>uci.edu)</a:t>
            </a:r>
            <a:r>
              <a:rPr lang="zh-CN" altLang="en-US" dirty="0" smtClean="0"/>
              <a:t>查看对应关系。</a:t>
            </a:r>
            <a:endParaRPr lang="en-US" altLang="zh-CN" dirty="0" smtClean="0"/>
          </a:p>
          <a:p>
            <a:r>
              <a:rPr lang="zh-CN" altLang="en-US" dirty="0" smtClean="0"/>
              <a:t>选项</a:t>
            </a:r>
            <a:r>
              <a:rPr lang="en-US" altLang="zh-CN" dirty="0" smtClean="0"/>
              <a:t>1</a:t>
            </a:r>
            <a:r>
              <a:rPr lang="zh-CN" altLang="en-US" dirty="0" smtClean="0"/>
              <a:t>：</a:t>
            </a:r>
            <a:r>
              <a:rPr lang="en-US" altLang="zh-CN" dirty="0" err="1" smtClean="0"/>
              <a:t>opencv_python</a:t>
            </a:r>
            <a:r>
              <a:rPr lang="zh-CN" altLang="en-US" dirty="0" smtClean="0"/>
              <a:t>版本，右图示例为</a:t>
            </a:r>
            <a:r>
              <a:rPr lang="en-US" altLang="zh-CN" dirty="0" smtClean="0"/>
              <a:t>4.5.5</a:t>
            </a:r>
          </a:p>
          <a:p>
            <a:r>
              <a:rPr lang="zh-CN" altLang="en-US" dirty="0" smtClean="0"/>
              <a:t>选项</a:t>
            </a:r>
            <a:r>
              <a:rPr lang="en-US" altLang="zh-CN" dirty="0" smtClean="0"/>
              <a:t>2</a:t>
            </a:r>
            <a:r>
              <a:rPr lang="zh-CN" altLang="en-US" dirty="0" smtClean="0"/>
              <a:t>：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版本，右图示例</a:t>
            </a:r>
            <a:r>
              <a:rPr lang="en-US" altLang="zh-CN" dirty="0" smtClean="0"/>
              <a:t>cp39</a:t>
            </a:r>
            <a:r>
              <a:rPr lang="zh-CN" altLang="en-US" dirty="0" smtClean="0"/>
              <a:t>意为</a:t>
            </a:r>
            <a:r>
              <a:rPr lang="en-US" altLang="zh-CN" dirty="0" smtClean="0"/>
              <a:t>python3.9</a:t>
            </a:r>
          </a:p>
          <a:p>
            <a:r>
              <a:rPr lang="zh-CN" altLang="en-US" dirty="0" smtClean="0"/>
              <a:t>选项</a:t>
            </a:r>
            <a:r>
              <a:rPr lang="en-US" altLang="zh-CN" dirty="0" smtClean="0"/>
              <a:t>3</a:t>
            </a:r>
            <a:r>
              <a:rPr lang="zh-CN" altLang="en-US" dirty="0" smtClean="0"/>
              <a:t>：安装的系统版本，</a:t>
            </a:r>
            <a:r>
              <a:rPr lang="en-US" altLang="zh-CN" dirty="0" smtClean="0"/>
              <a:t>win_amd64</a:t>
            </a:r>
            <a:r>
              <a:rPr lang="zh-CN" altLang="en-US" dirty="0" smtClean="0"/>
              <a:t>意为</a:t>
            </a:r>
            <a:r>
              <a:rPr lang="en-US" altLang="zh-CN" dirty="0" smtClean="0"/>
              <a:t>64</a:t>
            </a:r>
            <a:r>
              <a:rPr lang="zh-CN" altLang="en-US" dirty="0" smtClean="0"/>
              <a:t>位系统</a:t>
            </a:r>
            <a:endParaRPr lang="en-US" altLang="zh-CN" dirty="0"/>
          </a:p>
          <a:p>
            <a:r>
              <a:rPr lang="zh-CN" altLang="en-US" dirty="0" smtClean="0"/>
              <a:t>一般情况下安装</a:t>
            </a:r>
            <a:r>
              <a:rPr lang="en-US" altLang="zh-CN" dirty="0" err="1" smtClean="0"/>
              <a:t>opencv</a:t>
            </a:r>
            <a:r>
              <a:rPr lang="en-US" altLang="zh-CN" dirty="0" smtClean="0"/>
              <a:t>-python</a:t>
            </a:r>
            <a:r>
              <a:rPr lang="zh-CN" altLang="en-US" dirty="0" smtClean="0"/>
              <a:t>库会自动选择相应版本，若版本出现冲突则需自行下载</a:t>
            </a:r>
            <a:r>
              <a:rPr lang="en-US" altLang="zh-CN" dirty="0" smtClean="0"/>
              <a:t>.</a:t>
            </a:r>
            <a:r>
              <a:rPr lang="en-US" altLang="zh-CN" dirty="0" err="1" smtClean="0"/>
              <a:t>whl</a:t>
            </a:r>
            <a:r>
              <a:rPr lang="zh-CN" altLang="en-US" dirty="0" smtClean="0"/>
              <a:t>文件并复制到</a:t>
            </a:r>
            <a:r>
              <a:rPr lang="en-US" altLang="zh-CN" dirty="0" smtClean="0"/>
              <a:t>python</a:t>
            </a:r>
            <a:r>
              <a:rPr lang="zh-CN" altLang="en-US" dirty="0" smtClean="0"/>
              <a:t>环境中</a:t>
            </a:r>
            <a:r>
              <a:rPr lang="en-US" altLang="zh-CN" dirty="0" smtClean="0"/>
              <a:t>Scripts</a:t>
            </a:r>
            <a:r>
              <a:rPr lang="zh-CN" altLang="en-US" dirty="0" smtClean="0"/>
              <a:t>文件夹路径下，命令提示符运行：</a:t>
            </a:r>
            <a:endParaRPr lang="en-US" altLang="zh-CN" dirty="0"/>
          </a:p>
          <a:p>
            <a:r>
              <a:rPr lang="en-US" altLang="zh-CN" dirty="0"/>
              <a:t>p</a:t>
            </a:r>
            <a:r>
              <a:rPr lang="en-US" altLang="zh-CN" dirty="0" smtClean="0"/>
              <a:t>ip </a:t>
            </a:r>
            <a:r>
              <a:rPr lang="en-US" altLang="zh-CN" dirty="0"/>
              <a:t>install </a:t>
            </a:r>
            <a:r>
              <a:rPr lang="en-US" altLang="zh-CN" dirty="0" smtClean="0"/>
              <a:t>C</a:t>
            </a:r>
            <a:r>
              <a:rPr lang="en-US" altLang="zh-CN"/>
              <a:t>:\</a:t>
            </a:r>
            <a:r>
              <a:rPr lang="en-US" altLang="zh-CN" smtClean="0"/>
              <a:t>Users\1\anaconda3\Scripts\opencv_python-x.x.x-cpxx-cpxx-win_amd64.whl</a:t>
            </a:r>
            <a:r>
              <a:rPr lang="zh-CN" altLang="en-US" dirty="0" smtClean="0"/>
              <a:t> 进行安装。</a:t>
            </a:r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8199" y="3776593"/>
            <a:ext cx="3771429" cy="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74585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安装必需的库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</a:t>
            </a:r>
            <a:r>
              <a:rPr lang="en-US" altLang="zh-CN" dirty="0" err="1"/>
              <a:t>pycharm</a:t>
            </a:r>
            <a:r>
              <a:rPr lang="zh-CN" altLang="zh-CN" dirty="0"/>
              <a:t>，左上角</a:t>
            </a:r>
            <a:r>
              <a:rPr lang="en-US" altLang="zh-CN" dirty="0" err="1"/>
              <a:t>File➡setting➡python</a:t>
            </a:r>
            <a:r>
              <a:rPr lang="en-US" altLang="zh-CN" dirty="0"/>
              <a:t> </a:t>
            </a:r>
            <a:r>
              <a:rPr lang="en-US" altLang="zh-CN" dirty="0" smtClean="0"/>
              <a:t>Interpreter</a:t>
            </a:r>
            <a:r>
              <a:rPr lang="zh-CN" altLang="en-US" dirty="0"/>
              <a:t>，</a:t>
            </a:r>
            <a:r>
              <a:rPr lang="zh-CN" altLang="zh-CN" dirty="0" smtClean="0"/>
              <a:t>点击</a:t>
            </a:r>
            <a:r>
              <a:rPr lang="zh-CN" altLang="zh-CN" dirty="0"/>
              <a:t>加号搜索</a:t>
            </a:r>
            <a:r>
              <a:rPr lang="en-US" altLang="zh-CN" dirty="0" err="1"/>
              <a:t>opencv</a:t>
            </a:r>
            <a:r>
              <a:rPr lang="zh-CN" altLang="zh-CN" dirty="0" smtClean="0"/>
              <a:t>库</a:t>
            </a:r>
            <a:r>
              <a:rPr lang="zh-CN" altLang="en-US" dirty="0" smtClean="0"/>
              <a:t>选择</a:t>
            </a:r>
            <a:r>
              <a:rPr lang="zh-CN" altLang="zh-CN" dirty="0" smtClean="0"/>
              <a:t>安装</a:t>
            </a:r>
            <a:r>
              <a:rPr lang="zh-CN" altLang="en-US" dirty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 smtClean="0"/>
              <a:t>可以</a:t>
            </a:r>
            <a:r>
              <a:rPr lang="zh-CN" altLang="zh-CN" dirty="0"/>
              <a:t>在</a:t>
            </a:r>
            <a:r>
              <a:rPr lang="en-US" altLang="zh-CN" dirty="0"/>
              <a:t>Python Interpreter</a:t>
            </a:r>
            <a:r>
              <a:rPr lang="zh-CN" altLang="zh-CN" dirty="0"/>
              <a:t>页面检查</a:t>
            </a:r>
            <a:r>
              <a:rPr lang="en-US" altLang="zh-CN" dirty="0" err="1"/>
              <a:t>opencv</a:t>
            </a:r>
            <a:r>
              <a:rPr lang="zh-CN" altLang="zh-CN" dirty="0"/>
              <a:t>是否成功安装以及</a:t>
            </a:r>
            <a:r>
              <a:rPr lang="en-US" altLang="zh-CN" dirty="0" err="1"/>
              <a:t>opencv</a:t>
            </a:r>
            <a:r>
              <a:rPr lang="zh-CN" altLang="zh-CN" dirty="0"/>
              <a:t>的版本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r>
              <a:rPr lang="zh-CN" altLang="zh-CN" dirty="0"/>
              <a:t>注：</a:t>
            </a:r>
            <a:r>
              <a:rPr lang="en-US" altLang="zh-CN" dirty="0" err="1"/>
              <a:t>opencv</a:t>
            </a:r>
            <a:r>
              <a:rPr lang="zh-CN" altLang="zh-CN" dirty="0"/>
              <a:t>库包含很多其他的基础库如</a:t>
            </a:r>
            <a:r>
              <a:rPr lang="en-US" altLang="zh-CN" dirty="0" err="1"/>
              <a:t>numpy</a:t>
            </a:r>
            <a:r>
              <a:rPr lang="zh-CN" altLang="zh-CN" dirty="0"/>
              <a:t>等，库列表中新增</a:t>
            </a:r>
            <a:r>
              <a:rPr lang="zh-CN" altLang="zh-CN" dirty="0" smtClean="0"/>
              <a:t>很多库</a:t>
            </a:r>
            <a:r>
              <a:rPr lang="zh-CN" altLang="zh-CN" dirty="0"/>
              <a:t>属于正常现象。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207" y="1880275"/>
            <a:ext cx="4809517" cy="349472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913" y="1880275"/>
            <a:ext cx="4280571" cy="3494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113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安装必需的库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也可以通过打开命令提示符通过指令安装指定版本的</a:t>
            </a:r>
            <a:r>
              <a:rPr lang="en-US" altLang="zh-CN" dirty="0" err="1"/>
              <a:t>opencv</a:t>
            </a:r>
            <a:r>
              <a:rPr lang="zh-CN" altLang="zh-CN" dirty="0"/>
              <a:t>：</a:t>
            </a:r>
          </a:p>
          <a:p>
            <a:r>
              <a:rPr lang="en-US" altLang="zh-CN" dirty="0" err="1"/>
              <a:t>conda</a:t>
            </a:r>
            <a:r>
              <a:rPr lang="en-US" altLang="zh-CN" dirty="0"/>
              <a:t> activate python36</a:t>
            </a:r>
            <a:endParaRPr lang="zh-CN" altLang="zh-CN" dirty="0"/>
          </a:p>
          <a:p>
            <a:r>
              <a:rPr lang="en-US" altLang="zh-CN" dirty="0"/>
              <a:t>pip install </a:t>
            </a:r>
            <a:r>
              <a:rPr lang="en-US" altLang="zh-CN" dirty="0" err="1"/>
              <a:t>opencv</a:t>
            </a:r>
            <a:r>
              <a:rPr lang="en-US" altLang="zh-CN" dirty="0"/>
              <a:t>-python==3.4.2.17</a:t>
            </a:r>
            <a:r>
              <a:rPr lang="zh-CN" altLang="zh-CN" dirty="0"/>
              <a:t>（指定版本）</a:t>
            </a:r>
          </a:p>
          <a:p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2413" y="2602228"/>
            <a:ext cx="6745586" cy="3535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606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811896356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756270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程序代码介绍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调用</a:t>
            </a:r>
            <a:r>
              <a:rPr lang="en-US" altLang="zh-CN" dirty="0" err="1"/>
              <a:t>opencv</a:t>
            </a:r>
            <a:r>
              <a:rPr lang="zh-CN" altLang="zh-CN" dirty="0"/>
              <a:t>库检测摄像头，</a:t>
            </a:r>
            <a:r>
              <a:rPr lang="en-US" altLang="zh-CN" dirty="0" err="1"/>
              <a:t>VideoCapture</a:t>
            </a:r>
            <a:r>
              <a:rPr lang="en-US" altLang="zh-CN" dirty="0"/>
              <a:t>(0)</a:t>
            </a:r>
            <a:r>
              <a:rPr lang="zh-CN" altLang="zh-CN" dirty="0"/>
              <a:t>指调用设备</a:t>
            </a:r>
            <a:r>
              <a:rPr lang="en-US" altLang="zh-CN" dirty="0"/>
              <a:t>ID</a:t>
            </a:r>
            <a:r>
              <a:rPr lang="zh-CN" altLang="zh-CN" dirty="0"/>
              <a:t>为</a:t>
            </a:r>
            <a:r>
              <a:rPr lang="en-US" altLang="zh-CN" dirty="0"/>
              <a:t>0</a:t>
            </a:r>
            <a:r>
              <a:rPr lang="zh-CN" altLang="zh-CN" dirty="0"/>
              <a:t>的摄像头，一般是第一个摄像头。如果电脑连接多个摄像头设备，需要修改设备编号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当检测摄像头启动时，获取摄像头拍摄界面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按下指定键保存摄像头画面并写入存储路径，如果存储路径不存在就新建文件夹</a:t>
            </a:r>
            <a:r>
              <a:rPr lang="zh-CN" altLang="zh-CN" dirty="0" smtClean="0"/>
              <a:t>。</a:t>
            </a:r>
            <a:endParaRPr lang="zh-CN" altLang="zh-CN" dirty="0"/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920" y="2195794"/>
            <a:ext cx="2228571" cy="390476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9967" y="3478605"/>
            <a:ext cx="4190476" cy="790476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1395" y="5161416"/>
            <a:ext cx="4047619" cy="8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1786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程序代码介绍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输出图像的尺寸，设置按键以退出程序</a:t>
            </a:r>
            <a:r>
              <a:rPr lang="zh-CN" altLang="zh-CN" dirty="0" smtClean="0"/>
              <a:t>。</a:t>
            </a:r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释放摄像头设备资源，关闭所有窗口。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1396" y="1631763"/>
            <a:ext cx="3247619" cy="4476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5681" y="2079382"/>
            <a:ext cx="3419048" cy="42857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871" y="3843362"/>
            <a:ext cx="1866667" cy="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2946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实验流程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131380635"/>
              </p:ext>
            </p:extLst>
          </p:nvPr>
        </p:nvGraphicFramePr>
        <p:xfrm>
          <a:off x="669924" y="3368778"/>
          <a:ext cx="10850564" cy="540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307241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运行图片采集程序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打开图片采集</a:t>
            </a:r>
            <a:r>
              <a:rPr lang="en-US" altLang="zh-CN" dirty="0"/>
              <a:t>.</a:t>
            </a:r>
            <a:r>
              <a:rPr lang="en-US" altLang="zh-CN" dirty="0" err="1"/>
              <a:t>py</a:t>
            </a:r>
            <a:r>
              <a:rPr lang="zh-CN" altLang="zh-CN" dirty="0"/>
              <a:t>，修改第</a:t>
            </a:r>
            <a:r>
              <a:rPr lang="en-US" altLang="zh-CN" dirty="0"/>
              <a:t>14</a:t>
            </a:r>
            <a:r>
              <a:rPr lang="zh-CN" altLang="zh-CN" dirty="0"/>
              <a:t>行的</a:t>
            </a:r>
            <a:r>
              <a:rPr lang="en-US" altLang="zh-CN" dirty="0"/>
              <a:t>path</a:t>
            </a:r>
            <a:r>
              <a:rPr lang="zh-CN" altLang="zh-CN" dirty="0"/>
              <a:t>值，输入你自己的存储路径</a:t>
            </a:r>
            <a:r>
              <a:rPr lang="zh-CN" altLang="zh-CN" dirty="0" smtClean="0"/>
              <a:t>：</a:t>
            </a:r>
            <a:endParaRPr lang="en-US" altLang="zh-CN" dirty="0" smtClean="0"/>
          </a:p>
          <a:p>
            <a:endParaRPr lang="en-US" altLang="zh-CN" dirty="0"/>
          </a:p>
          <a:p>
            <a:r>
              <a:rPr lang="zh-CN" altLang="zh-CN" dirty="0"/>
              <a:t>右键或右上方点击运行，系统会自动打开摄像头画面。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206" y="1740001"/>
            <a:ext cx="4600000" cy="24761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990" y="2597322"/>
            <a:ext cx="3948432" cy="31612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0189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运行图片采集程序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在该界面下按下</a:t>
            </a:r>
            <a:r>
              <a:rPr lang="en-US" altLang="zh-CN" dirty="0"/>
              <a:t>“s”</a:t>
            </a:r>
            <a:r>
              <a:rPr lang="zh-CN" altLang="zh-CN" dirty="0"/>
              <a:t>键，采集当前摄像头画面并保存在之前设置的</a:t>
            </a:r>
            <a:r>
              <a:rPr lang="en-US" altLang="zh-CN" dirty="0"/>
              <a:t>path</a:t>
            </a:r>
            <a:r>
              <a:rPr lang="zh-CN" altLang="zh-CN" dirty="0"/>
              <a:t>中。调整摄像头和画面，多次按</a:t>
            </a:r>
            <a:r>
              <a:rPr lang="en-US" altLang="zh-CN" dirty="0"/>
              <a:t>“s”</a:t>
            </a:r>
            <a:r>
              <a:rPr lang="zh-CN" altLang="zh-CN" dirty="0"/>
              <a:t>键以采集多张图片</a:t>
            </a:r>
            <a:r>
              <a:rPr lang="zh-CN" altLang="zh-CN" dirty="0" smtClean="0"/>
              <a:t>。</a:t>
            </a:r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endParaRPr lang="en-US" altLang="zh-CN" dirty="0"/>
          </a:p>
          <a:p>
            <a:endParaRPr lang="en-US" altLang="zh-CN" dirty="0" smtClean="0"/>
          </a:p>
          <a:p>
            <a:r>
              <a:rPr lang="zh-CN" altLang="zh-CN" dirty="0"/>
              <a:t>拍摄完成后，按</a:t>
            </a:r>
            <a:r>
              <a:rPr lang="en-US" altLang="zh-CN" dirty="0"/>
              <a:t>“q”</a:t>
            </a:r>
            <a:r>
              <a:rPr lang="zh-CN" altLang="zh-CN" dirty="0"/>
              <a:t>键退出程序。</a:t>
            </a:r>
          </a:p>
          <a:p>
            <a:endParaRPr lang="zh-CN" altLang="zh-CN" dirty="0"/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9846" y="1794924"/>
            <a:ext cx="4790719" cy="367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63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实验结果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zh-CN" dirty="0"/>
              <a:t>打开</a:t>
            </a:r>
            <a:r>
              <a:rPr lang="en-US" altLang="zh-CN" dirty="0"/>
              <a:t>path</a:t>
            </a:r>
            <a:r>
              <a:rPr lang="zh-CN" altLang="zh-CN" dirty="0"/>
              <a:t>存储路径，可以发现拍摄的图片已经保存在其中。</a:t>
            </a:r>
          </a:p>
          <a:p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634" y="2343146"/>
            <a:ext cx="5857143" cy="19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9820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="" xmlns:a16="http://schemas.microsoft.com/office/drawing/2014/main" id="{7853AD29-4330-49E9-8BB1-F2974E6EB3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/</a:t>
            </a:r>
            <a:r>
              <a:rPr lang="en-US" altLang="zh-CN" dirty="0" smtClean="0"/>
              <a:t>04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="" xmlns:a16="http://schemas.microsoft.com/office/drawing/2014/main" id="{271AD5FE-0452-46D3-A132-5A9EF58C7B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509859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注意事项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确保电脑已经安装了相应摄像头设备的驱动，摄像头可以正常使用。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zh-CN" altLang="zh-CN" dirty="0"/>
              <a:t>图片尺寸大小由摄像头像素决定。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US" altLang="zh-CN" dirty="0" err="1"/>
              <a:t>Opencv</a:t>
            </a:r>
            <a:r>
              <a:rPr lang="zh-CN" altLang="zh-CN" dirty="0"/>
              <a:t>库中</a:t>
            </a:r>
            <a:r>
              <a:rPr lang="en-US" altLang="zh-CN" dirty="0" err="1"/>
              <a:t>VideoCapture</a:t>
            </a:r>
            <a:r>
              <a:rPr lang="en-US" altLang="zh-CN" dirty="0"/>
              <a:t>()</a:t>
            </a:r>
            <a:r>
              <a:rPr lang="zh-CN" altLang="zh-CN" dirty="0"/>
              <a:t>函数值类型为</a:t>
            </a:r>
            <a:r>
              <a:rPr lang="en-US" altLang="zh-CN" dirty="0"/>
              <a:t>index</a:t>
            </a:r>
            <a:r>
              <a:rPr lang="zh-CN" altLang="zh-CN" dirty="0"/>
              <a:t>，一般第一个摄像头</a:t>
            </a:r>
            <a:r>
              <a:rPr lang="en-US" altLang="zh-CN" dirty="0"/>
              <a:t>ID</a:t>
            </a:r>
            <a:r>
              <a:rPr lang="zh-CN" altLang="zh-CN" dirty="0"/>
              <a:t>为</a:t>
            </a:r>
            <a:r>
              <a:rPr lang="en-US" altLang="zh-CN" dirty="0"/>
              <a:t>0</a:t>
            </a:r>
            <a:r>
              <a:rPr lang="zh-CN" altLang="zh-CN" dirty="0"/>
              <a:t>，如果电脑已经自带内置摄像头，外置摄像头的</a:t>
            </a:r>
            <a:r>
              <a:rPr lang="en-US" altLang="zh-CN" dirty="0"/>
              <a:t>ID</a:t>
            </a:r>
            <a:r>
              <a:rPr lang="zh-CN" altLang="zh-CN" dirty="0"/>
              <a:t>就从</a:t>
            </a:r>
            <a:r>
              <a:rPr lang="en-US" altLang="zh-CN" dirty="0"/>
              <a:t>1</a:t>
            </a:r>
            <a:r>
              <a:rPr lang="zh-CN" altLang="zh-CN" dirty="0"/>
              <a:t>开始，如果连接多个外置摄像头，需要不断修改函数值</a:t>
            </a:r>
            <a:r>
              <a:rPr lang="en-US" altLang="zh-CN" dirty="0"/>
              <a:t>ID</a:t>
            </a:r>
            <a:r>
              <a:rPr lang="zh-CN" altLang="zh-CN" dirty="0"/>
              <a:t>检测对应画面。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8344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课程小结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zh-CN" altLang="en-US" dirty="0" smtClean="0"/>
              <a:t>在</a:t>
            </a:r>
            <a:r>
              <a:rPr lang="zh-CN" altLang="zh-CN" dirty="0" smtClean="0"/>
              <a:t>本</a:t>
            </a:r>
            <a:r>
              <a:rPr lang="zh-CN" altLang="en-US" dirty="0" smtClean="0"/>
              <a:t>节课</a:t>
            </a:r>
            <a:r>
              <a:rPr lang="zh-CN" altLang="zh-CN" dirty="0" smtClean="0"/>
              <a:t>中</a:t>
            </a:r>
            <a:r>
              <a:rPr lang="zh-CN" altLang="zh-CN" dirty="0"/>
              <a:t>，</a:t>
            </a:r>
            <a:r>
              <a:rPr lang="zh-CN" altLang="zh-CN" dirty="0" smtClean="0"/>
              <a:t>我们</a:t>
            </a:r>
            <a:r>
              <a:rPr lang="zh-CN" altLang="en-US" dirty="0"/>
              <a:t>学习</a:t>
            </a:r>
            <a:r>
              <a:rPr lang="zh-CN" altLang="en-US" dirty="0" smtClean="0"/>
              <a:t>了：</a:t>
            </a:r>
            <a:endParaRPr lang="en-US" altLang="zh-CN" dirty="0" smtClean="0"/>
          </a:p>
          <a:p>
            <a:r>
              <a:rPr lang="en-US" altLang="zh-CN" dirty="0" err="1"/>
              <a:t>o</a:t>
            </a:r>
            <a:r>
              <a:rPr lang="en-US" altLang="zh-CN" dirty="0" err="1" smtClean="0"/>
              <a:t>pencv</a:t>
            </a:r>
            <a:r>
              <a:rPr lang="zh-CN" altLang="en-US" dirty="0" smtClean="0"/>
              <a:t>库的安装与摄像头函数调用，采集并保存摄像头画面</a:t>
            </a:r>
            <a:endParaRPr lang="en-US" altLang="zh-CN" dirty="0" smtClean="0"/>
          </a:p>
          <a:p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621980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00044BE-8457-4074-8823-61E1394FBFA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CDD7759-BA71-41DE-BB7F-473ED21A855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B39E9368-67B8-448F-BCF0-D2F5A26750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04832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THEME" val="#218130"/>
</p:tagLst>
</file>

<file path=ppt/theme/theme1.xml><?xml version="1.0" encoding="utf-8"?>
<a:theme xmlns:a="http://schemas.openxmlformats.org/drawingml/2006/main" name="主题5">
  <a:themeElements>
    <a:clrScheme name="房利美">
      <a:dk1>
        <a:srgbClr val="000000"/>
      </a:dk1>
      <a:lt1>
        <a:srgbClr val="FFFFFF"/>
      </a:lt1>
      <a:dk2>
        <a:srgbClr val="768394"/>
      </a:dk2>
      <a:lt2>
        <a:srgbClr val="F0F0F0"/>
      </a:lt2>
      <a:accent1>
        <a:srgbClr val="111D84"/>
      </a:accent1>
      <a:accent2>
        <a:srgbClr val="28528B"/>
      </a:accent2>
      <a:accent3>
        <a:srgbClr val="39AEC0"/>
      </a:accent3>
      <a:accent4>
        <a:srgbClr val="FBCB6A"/>
      </a:accent4>
      <a:accent5>
        <a:srgbClr val="757579"/>
      </a:accent5>
      <a:accent6>
        <a:srgbClr val="5C5E60"/>
      </a:accent6>
      <a:hlink>
        <a:srgbClr val="4276AA"/>
      </a:hlink>
      <a:folHlink>
        <a:srgbClr val="BFBFBF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课件：模板.potx" id="{75A736F1-A9F4-4558-8520-289A7C5FD6F8}" vid="{6F499C35-6EEA-4591-8D01-5F89C10EE7D2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课件：模板</Template>
  <TotalTime>111</TotalTime>
  <Words>687</Words>
  <Application>Microsoft Office PowerPoint</Application>
  <PresentationFormat>宽屏</PresentationFormat>
  <Paragraphs>128</Paragraphs>
  <Slides>28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等线</vt:lpstr>
      <vt:lpstr>宋体</vt:lpstr>
      <vt:lpstr>微软雅黑</vt:lpstr>
      <vt:lpstr>Arial</vt:lpstr>
      <vt:lpstr>Calibri</vt:lpstr>
      <vt:lpstr>Ebrima</vt:lpstr>
      <vt:lpstr>主题5</vt:lpstr>
      <vt:lpstr>目标检测的准备</vt:lpstr>
      <vt:lpstr>课程目标</vt:lpstr>
      <vt:lpstr>PowerPoint 演示文稿</vt:lpstr>
      <vt:lpstr>/01</vt:lpstr>
      <vt:lpstr>实验介绍</vt:lpstr>
      <vt:lpstr>/02</vt:lpstr>
      <vt:lpstr>实验环境</vt:lpstr>
      <vt:lpstr>/03</vt:lpstr>
      <vt:lpstr>实验步骤</vt:lpstr>
      <vt:lpstr>实验流程</vt:lpstr>
      <vt:lpstr>连接外置摄像头</vt:lpstr>
      <vt:lpstr>连接外置摄像头</vt:lpstr>
      <vt:lpstr>连接外置摄像头</vt:lpstr>
      <vt:lpstr>实验流程</vt:lpstr>
      <vt:lpstr>安装必需的库</vt:lpstr>
      <vt:lpstr>安装必需的库</vt:lpstr>
      <vt:lpstr>安装必需的库</vt:lpstr>
      <vt:lpstr>实验流程</vt:lpstr>
      <vt:lpstr>程序代码介绍</vt:lpstr>
      <vt:lpstr>程序代码介绍</vt:lpstr>
      <vt:lpstr>实验流程</vt:lpstr>
      <vt:lpstr>运行图片采集程序</vt:lpstr>
      <vt:lpstr>运行图片采集程序</vt:lpstr>
      <vt:lpstr>实验结果</vt:lpstr>
      <vt:lpstr>/04</vt:lpstr>
      <vt:lpstr>注意事项</vt:lpstr>
      <vt:lpstr>课程小结</vt:lpstr>
      <vt:lpstr>PowerPoint 演示文稿</vt:lpstr>
    </vt:vector>
  </TitlesOfParts>
  <Manager>iSlide</Manager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Microsoft 帐户</cp:lastModifiedBy>
  <cp:revision>22</cp:revision>
  <cp:lastPrinted>2018-09-20T16:00:00Z</cp:lastPrinted>
  <dcterms:created xsi:type="dcterms:W3CDTF">2022-06-27T01:42:48Z</dcterms:created>
  <dcterms:modified xsi:type="dcterms:W3CDTF">2022-12-27T09:30:28Z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Slide.Theme">
    <vt:lpwstr>48706f29-9ca0-418e-876d-de7b156ca083</vt:lpwstr>
  </property>
  <property fmtid="{D5CDD505-2E9C-101B-9397-08002B2CF9AE}" pid="3" name="ICV">
    <vt:lpwstr>73014DBFC45146CA96EB1D40049F1576</vt:lpwstr>
  </property>
  <property fmtid="{D5CDD505-2E9C-101B-9397-08002B2CF9AE}" pid="4" name="KSOProductBuildVer">
    <vt:lpwstr>2052-11.1.0.10667</vt:lpwstr>
  </property>
</Properties>
</file>