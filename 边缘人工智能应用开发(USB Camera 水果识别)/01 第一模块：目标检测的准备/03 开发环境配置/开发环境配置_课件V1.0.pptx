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8" r:id="rId2"/>
    <p:sldId id="294" r:id="rId3"/>
    <p:sldId id="262" r:id="rId4"/>
    <p:sldId id="257" r:id="rId5"/>
    <p:sldId id="260" r:id="rId6"/>
    <p:sldId id="263" r:id="rId7"/>
    <p:sldId id="266" r:id="rId8"/>
    <p:sldId id="264" r:id="rId9"/>
    <p:sldId id="295" r:id="rId10"/>
    <p:sldId id="267" r:id="rId11"/>
    <p:sldId id="268" r:id="rId12"/>
    <p:sldId id="269" r:id="rId13"/>
    <p:sldId id="299" r:id="rId14"/>
    <p:sldId id="271" r:id="rId15"/>
    <p:sldId id="270" r:id="rId16"/>
    <p:sldId id="272" r:id="rId17"/>
    <p:sldId id="273" r:id="rId18"/>
    <p:sldId id="274" r:id="rId19"/>
    <p:sldId id="275" r:id="rId20"/>
    <p:sldId id="300" r:id="rId21"/>
    <p:sldId id="276" r:id="rId22"/>
    <p:sldId id="277" r:id="rId23"/>
    <p:sldId id="278" r:id="rId24"/>
    <p:sldId id="301" r:id="rId25"/>
    <p:sldId id="279" r:id="rId26"/>
    <p:sldId id="280" r:id="rId27"/>
    <p:sldId id="281" r:id="rId28"/>
    <p:sldId id="287" r:id="rId29"/>
    <p:sldId id="282" r:id="rId30"/>
    <p:sldId id="283" r:id="rId31"/>
    <p:sldId id="284" r:id="rId32"/>
    <p:sldId id="285" r:id="rId33"/>
    <p:sldId id="291" r:id="rId34"/>
    <p:sldId id="292" r:id="rId35"/>
    <p:sldId id="288" r:id="rId36"/>
    <p:sldId id="289" r:id="rId37"/>
    <p:sldId id="265" r:id="rId38"/>
    <p:sldId id="290" r:id="rId39"/>
    <p:sldId id="293" r:id="rId40"/>
    <p:sldId id="261" r:id="rId41"/>
  </p:sldIdLst>
  <p:sldSz cx="12192000" cy="6858000"/>
  <p:notesSz cx="6858000" cy="9144000"/>
  <p:custDataLst>
    <p:tags r:id="rId4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7256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  <p15:guide id="7" orient="horz" pos="2160" userDrawn="1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6A4BC"/>
    <a:srgbClr val="FCCC6B"/>
    <a:srgbClr val="0B077F"/>
    <a:srgbClr val="28508A"/>
    <a:srgbClr val="327CA6"/>
    <a:srgbClr val="1FDBE8"/>
    <a:srgbClr val="FBBB3B"/>
    <a:srgbClr val="1A1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5" autoAdjust="0"/>
    <p:restoredTop sz="96196" autoAdjust="0"/>
  </p:normalViewPr>
  <p:slideViewPr>
    <p:cSldViewPr snapToGrid="0" showGuides="1">
      <p:cViewPr varScale="1">
        <p:scale>
          <a:sx n="114" d="100"/>
          <a:sy n="114" d="100"/>
        </p:scale>
        <p:origin x="420" y="102"/>
      </p:cViewPr>
      <p:guideLst>
        <p:guide pos="3840"/>
        <p:guide pos="7256"/>
        <p:guide orient="horz" pos="3929"/>
        <p:guide orient="horz" pos="3864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/>
            <a:t>安装</a:t>
          </a:r>
          <a:r>
            <a:rPr lang="en-US" altLang="zh-CN" dirty="0" smtClean="0"/>
            <a:t>anaconda</a:t>
          </a:r>
          <a:endParaRPr lang="zh-CN" altLang="en-US" dirty="0"/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安装</a:t>
          </a:r>
          <a:r>
            <a:rPr lang="en-US" altLang="zh-CN" dirty="0" smtClean="0">
              <a:solidFill>
                <a:schemeClr val="bg1">
                  <a:lumMod val="85000"/>
                </a:schemeClr>
              </a:solidFill>
            </a:rPr>
            <a:t>python</a:t>
          </a:r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环境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安装</a:t>
          </a:r>
          <a:r>
            <a:rPr lang="en-US" altLang="zh-CN" dirty="0" err="1" smtClean="0">
              <a:solidFill>
                <a:schemeClr val="bg1">
                  <a:lumMod val="85000"/>
                </a:schemeClr>
              </a:solidFill>
            </a:rPr>
            <a:t>Pycharm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开始项目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A7DB2C5-C694-4861-95D5-BF30690EE501}" type="pres">
      <dgm:prSet presAssocID="{56BE99E8-BF29-4F85-BEC4-A54AC3654A13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FF98E021-9AE9-420B-B134-4141A54D22ED}" type="presOf" srcId="{3F9AE8EF-E0BD-4A86-A1DC-73AF72B43E8D}" destId="{2147596E-7442-41E7-9852-40E25C424996}" srcOrd="0" destOrd="0" presId="urn:microsoft.com/office/officeart/2005/8/layout/chevron1"/>
    <dgm:cxn modelId="{7FBF62ED-3280-4BF9-ADC1-DFD9DEB0DE99}" type="presOf" srcId="{314AE731-DFBF-4A5B-8171-86B7AA2F2858}" destId="{5653E5CF-63C1-4886-9DFE-DC4B36C44A33}" srcOrd="0" destOrd="0" presId="urn:microsoft.com/office/officeart/2005/8/layout/chevron1"/>
    <dgm:cxn modelId="{44973C6E-7136-4FF5-BE7B-84067429D32D}" type="presOf" srcId="{C6C44482-D821-4FAE-BB52-29931F8BCBDE}" destId="{E2DC7CE9-31B9-4959-914F-451EA2F3687E}" srcOrd="0" destOrd="0" presId="urn:microsoft.com/office/officeart/2005/8/layout/chevron1"/>
    <dgm:cxn modelId="{0E2D8857-D506-4135-9B3E-FD6D43EC78A2}" type="presOf" srcId="{211D359A-E621-4AEC-B365-EBCECA4D5608}" destId="{50739AC9-FC4E-42C3-B62E-1016634A724A}" srcOrd="0" destOrd="0" presId="urn:microsoft.com/office/officeart/2005/8/layout/chevron1"/>
    <dgm:cxn modelId="{CF65A938-E2BD-478A-81AF-8EDE0C1B3684}" type="presOf" srcId="{BEAB6AAF-246B-444D-90D9-FB867EA43595}" destId="{FC4CA3E0-7A9C-47CB-88C9-7F81B89FD5AA}" srcOrd="0" destOrd="0" presId="urn:microsoft.com/office/officeart/2005/8/layout/chevron1"/>
    <dgm:cxn modelId="{80F8930D-5816-4EC5-A90F-461BE15645B6}" srcId="{314AE731-DFBF-4A5B-8171-86B7AA2F2858}" destId="{C6C44482-D821-4FAE-BB52-29931F8BCBDE}" srcOrd="3" destOrd="0" parTransId="{DE3ECBCB-59A7-4B29-8005-72F8BCC1C41D}" sibTransId="{FA81CD99-4C17-4421-BECF-3D861154DBDD}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EF63CDD8-3A8F-4B49-8755-59F5B849FAD5}" type="presParOf" srcId="{5653E5CF-63C1-4886-9DFE-DC4B36C44A33}" destId="{FC4CA3E0-7A9C-47CB-88C9-7F81B89FD5AA}" srcOrd="0" destOrd="0" presId="urn:microsoft.com/office/officeart/2005/8/layout/chevron1"/>
    <dgm:cxn modelId="{BEBBC815-FE2C-4485-86CD-F135BF378CA2}" type="presParOf" srcId="{5653E5CF-63C1-4886-9DFE-DC4B36C44A33}" destId="{ED8D2DC7-F6B9-49A1-A3FB-6645AA0B27C9}" srcOrd="1" destOrd="0" presId="urn:microsoft.com/office/officeart/2005/8/layout/chevron1"/>
    <dgm:cxn modelId="{7744CCD9-859C-44DF-8C52-5A58F786BFA3}" type="presParOf" srcId="{5653E5CF-63C1-4886-9DFE-DC4B36C44A33}" destId="{2147596E-7442-41E7-9852-40E25C424996}" srcOrd="2" destOrd="0" presId="urn:microsoft.com/office/officeart/2005/8/layout/chevron1"/>
    <dgm:cxn modelId="{8B4CA64B-9413-4CC3-8C0C-7B6E0E81E771}" type="presParOf" srcId="{5653E5CF-63C1-4886-9DFE-DC4B36C44A33}" destId="{78A125B0-FC96-47C5-ADBC-5773E5EBD695}" srcOrd="3" destOrd="0" presId="urn:microsoft.com/office/officeart/2005/8/layout/chevron1"/>
    <dgm:cxn modelId="{D0DCB631-E69C-42C4-8C5D-2A14FA4C8EF6}" type="presParOf" srcId="{5653E5CF-63C1-4886-9DFE-DC4B36C44A33}" destId="{50739AC9-FC4E-42C3-B62E-1016634A724A}" srcOrd="4" destOrd="0" presId="urn:microsoft.com/office/officeart/2005/8/layout/chevron1"/>
    <dgm:cxn modelId="{921D6C39-4D06-4FA9-8D56-CB8ED71A098A}" type="presParOf" srcId="{5653E5CF-63C1-4886-9DFE-DC4B36C44A33}" destId="{BA7DB2C5-C694-4861-95D5-BF30690EE501}" srcOrd="5" destOrd="0" presId="urn:microsoft.com/office/officeart/2005/8/layout/chevron1"/>
    <dgm:cxn modelId="{FCD6524B-EE52-4EDC-99A6-12DA310F8284}" type="presParOf" srcId="{5653E5CF-63C1-4886-9DFE-DC4B36C44A33}" destId="{E2DC7CE9-31B9-4959-914F-451EA2F3687E}" srcOrd="6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安装</a:t>
          </a:r>
          <a:r>
            <a:rPr lang="en-US" altLang="zh-CN" dirty="0" smtClean="0">
              <a:solidFill>
                <a:schemeClr val="bg1">
                  <a:lumMod val="65000"/>
                </a:schemeClr>
              </a:solidFill>
            </a:rPr>
            <a:t>anaconda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安装</a:t>
          </a:r>
          <a:r>
            <a:rPr lang="en-US" altLang="zh-CN" dirty="0" smtClean="0">
              <a:solidFill>
                <a:schemeClr val="tx1"/>
              </a:solidFill>
            </a:rPr>
            <a:t>python</a:t>
          </a:r>
          <a:r>
            <a:rPr lang="zh-CN" altLang="en-US" dirty="0" smtClean="0">
              <a:solidFill>
                <a:schemeClr val="tx1"/>
              </a:solidFill>
            </a:rPr>
            <a:t>环境</a:t>
          </a:r>
          <a:endParaRPr lang="zh-CN" altLang="en-US" dirty="0">
            <a:solidFill>
              <a:schemeClr val="tx1"/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安装</a:t>
          </a:r>
          <a:r>
            <a:rPr lang="en-US" altLang="zh-CN" dirty="0" err="1" smtClean="0">
              <a:solidFill>
                <a:schemeClr val="bg1">
                  <a:lumMod val="85000"/>
                </a:schemeClr>
              </a:solidFill>
            </a:rPr>
            <a:t>Pycharm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开始项目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A7DB2C5-C694-4861-95D5-BF30690EE501}" type="pres">
      <dgm:prSet presAssocID="{56BE99E8-BF29-4F85-BEC4-A54AC3654A13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80F8930D-5816-4EC5-A90F-461BE15645B6}" srcId="{314AE731-DFBF-4A5B-8171-86B7AA2F2858}" destId="{C6C44482-D821-4FAE-BB52-29931F8BCBDE}" srcOrd="3" destOrd="0" parTransId="{DE3ECBCB-59A7-4B29-8005-72F8BCC1C41D}" sibTransId="{FA81CD99-4C17-4421-BECF-3D861154DBDD}"/>
    <dgm:cxn modelId="{33B2D64A-4A9D-4499-BA38-437295D8B144}" type="presOf" srcId="{314AE731-DFBF-4A5B-8171-86B7AA2F2858}" destId="{5653E5CF-63C1-4886-9DFE-DC4B36C44A33}" srcOrd="0" destOrd="0" presId="urn:microsoft.com/office/officeart/2005/8/layout/chevron1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BCBBFD7F-7AA9-4B12-8CCB-1B8662BC820E}" type="presOf" srcId="{BEAB6AAF-246B-444D-90D9-FB867EA43595}" destId="{FC4CA3E0-7A9C-47CB-88C9-7F81B89FD5AA}" srcOrd="0" destOrd="0" presId="urn:microsoft.com/office/officeart/2005/8/layout/chevron1"/>
    <dgm:cxn modelId="{97678B14-02FA-4A1C-9470-3B41BCEB50FD}" type="presOf" srcId="{211D359A-E621-4AEC-B365-EBCECA4D5608}" destId="{50739AC9-FC4E-42C3-B62E-1016634A724A}" srcOrd="0" destOrd="0" presId="urn:microsoft.com/office/officeart/2005/8/layout/chevron1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0B45BCF0-FE47-43B5-98EA-5FD55105E798}" type="presOf" srcId="{C6C44482-D821-4FAE-BB52-29931F8BCBDE}" destId="{E2DC7CE9-31B9-4959-914F-451EA2F3687E}" srcOrd="0" destOrd="0" presId="urn:microsoft.com/office/officeart/2005/8/layout/chevron1"/>
    <dgm:cxn modelId="{D8BBA507-AF4C-4E3D-B89A-74995ABAD5C9}" type="presOf" srcId="{3F9AE8EF-E0BD-4A86-A1DC-73AF72B43E8D}" destId="{2147596E-7442-41E7-9852-40E25C424996}" srcOrd="0" destOrd="0" presId="urn:microsoft.com/office/officeart/2005/8/layout/chevron1"/>
    <dgm:cxn modelId="{8B22CBCF-7352-4D74-884E-BBD84231F552}" type="presParOf" srcId="{5653E5CF-63C1-4886-9DFE-DC4B36C44A33}" destId="{FC4CA3E0-7A9C-47CB-88C9-7F81B89FD5AA}" srcOrd="0" destOrd="0" presId="urn:microsoft.com/office/officeart/2005/8/layout/chevron1"/>
    <dgm:cxn modelId="{F23071B5-0976-47D6-AEC6-75B0035DEA25}" type="presParOf" srcId="{5653E5CF-63C1-4886-9DFE-DC4B36C44A33}" destId="{ED8D2DC7-F6B9-49A1-A3FB-6645AA0B27C9}" srcOrd="1" destOrd="0" presId="urn:microsoft.com/office/officeart/2005/8/layout/chevron1"/>
    <dgm:cxn modelId="{A0F85CD4-F1FA-4495-9348-33BCCF9DB7D7}" type="presParOf" srcId="{5653E5CF-63C1-4886-9DFE-DC4B36C44A33}" destId="{2147596E-7442-41E7-9852-40E25C424996}" srcOrd="2" destOrd="0" presId="urn:microsoft.com/office/officeart/2005/8/layout/chevron1"/>
    <dgm:cxn modelId="{890A3225-87A9-4EA9-A04A-755CB9FFCF47}" type="presParOf" srcId="{5653E5CF-63C1-4886-9DFE-DC4B36C44A33}" destId="{78A125B0-FC96-47C5-ADBC-5773E5EBD695}" srcOrd="3" destOrd="0" presId="urn:microsoft.com/office/officeart/2005/8/layout/chevron1"/>
    <dgm:cxn modelId="{8F3F85D4-E9CD-4C59-B60B-4A5C4D97C705}" type="presParOf" srcId="{5653E5CF-63C1-4886-9DFE-DC4B36C44A33}" destId="{50739AC9-FC4E-42C3-B62E-1016634A724A}" srcOrd="4" destOrd="0" presId="urn:microsoft.com/office/officeart/2005/8/layout/chevron1"/>
    <dgm:cxn modelId="{65637518-B7C2-43ED-8E3E-D1BD1444A101}" type="presParOf" srcId="{5653E5CF-63C1-4886-9DFE-DC4B36C44A33}" destId="{BA7DB2C5-C694-4861-95D5-BF30690EE501}" srcOrd="5" destOrd="0" presId="urn:microsoft.com/office/officeart/2005/8/layout/chevron1"/>
    <dgm:cxn modelId="{0BB39B69-EA78-4801-8CA8-EA0866D268BC}" type="presParOf" srcId="{5653E5CF-63C1-4886-9DFE-DC4B36C44A33}" destId="{E2DC7CE9-31B9-4959-914F-451EA2F3687E}" srcOrd="6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安装</a:t>
          </a:r>
          <a:r>
            <a:rPr lang="en-US" altLang="zh-CN" dirty="0" smtClean="0">
              <a:solidFill>
                <a:schemeClr val="bg1">
                  <a:lumMod val="65000"/>
                </a:schemeClr>
              </a:solidFill>
            </a:rPr>
            <a:t>anaconda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安装</a:t>
          </a:r>
          <a:r>
            <a:rPr lang="en-US" altLang="zh-CN" dirty="0" smtClean="0">
              <a:solidFill>
                <a:schemeClr val="bg1">
                  <a:lumMod val="65000"/>
                </a:schemeClr>
              </a:solidFill>
            </a:rPr>
            <a:t>python</a:t>
          </a:r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环境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安装</a:t>
          </a:r>
          <a:r>
            <a:rPr lang="en-US" altLang="zh-CN" dirty="0" err="1" smtClean="0">
              <a:solidFill>
                <a:schemeClr val="tx1"/>
              </a:solidFill>
            </a:rPr>
            <a:t>Pycharm</a:t>
          </a:r>
          <a:endParaRPr lang="zh-CN" altLang="en-US" dirty="0">
            <a:solidFill>
              <a:schemeClr val="tx1"/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开始项目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A7DB2C5-C694-4861-95D5-BF30690EE501}" type="pres">
      <dgm:prSet presAssocID="{56BE99E8-BF29-4F85-BEC4-A54AC3654A13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16925E2C-BC0D-4661-A19B-D21AFFB06187}" type="presOf" srcId="{BEAB6AAF-246B-444D-90D9-FB867EA43595}" destId="{FC4CA3E0-7A9C-47CB-88C9-7F81B89FD5AA}" srcOrd="0" destOrd="0" presId="urn:microsoft.com/office/officeart/2005/8/layout/chevron1"/>
    <dgm:cxn modelId="{BDAD351D-6E27-4AC3-B4D8-75C58DFBF7F1}" type="presOf" srcId="{C6C44482-D821-4FAE-BB52-29931F8BCBDE}" destId="{E2DC7CE9-31B9-4959-914F-451EA2F3687E}" srcOrd="0" destOrd="0" presId="urn:microsoft.com/office/officeart/2005/8/layout/chevron1"/>
    <dgm:cxn modelId="{E38D7D37-E06F-42CD-B95D-5D915D77E9F3}" type="presOf" srcId="{211D359A-E621-4AEC-B365-EBCECA4D5608}" destId="{50739AC9-FC4E-42C3-B62E-1016634A724A}" srcOrd="0" destOrd="0" presId="urn:microsoft.com/office/officeart/2005/8/layout/chevron1"/>
    <dgm:cxn modelId="{68CA07EA-006A-49DA-AE60-5AD0B48D5480}" type="presOf" srcId="{3F9AE8EF-E0BD-4A86-A1DC-73AF72B43E8D}" destId="{2147596E-7442-41E7-9852-40E25C424996}" srcOrd="0" destOrd="0" presId="urn:microsoft.com/office/officeart/2005/8/layout/chevron1"/>
    <dgm:cxn modelId="{80F8930D-5816-4EC5-A90F-461BE15645B6}" srcId="{314AE731-DFBF-4A5B-8171-86B7AA2F2858}" destId="{C6C44482-D821-4FAE-BB52-29931F8BCBDE}" srcOrd="3" destOrd="0" parTransId="{DE3ECBCB-59A7-4B29-8005-72F8BCC1C41D}" sibTransId="{FA81CD99-4C17-4421-BECF-3D861154DBDD}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DF68146F-A181-4AE0-854F-0FB92230D683}" type="presOf" srcId="{314AE731-DFBF-4A5B-8171-86B7AA2F2858}" destId="{5653E5CF-63C1-4886-9DFE-DC4B36C44A33}" srcOrd="0" destOrd="0" presId="urn:microsoft.com/office/officeart/2005/8/layout/chevron1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884A8CA3-55BC-4F13-9F4F-17479226D91B}" type="presParOf" srcId="{5653E5CF-63C1-4886-9DFE-DC4B36C44A33}" destId="{FC4CA3E0-7A9C-47CB-88C9-7F81B89FD5AA}" srcOrd="0" destOrd="0" presId="urn:microsoft.com/office/officeart/2005/8/layout/chevron1"/>
    <dgm:cxn modelId="{18C37003-A96E-4479-BCF6-6E2238D89178}" type="presParOf" srcId="{5653E5CF-63C1-4886-9DFE-DC4B36C44A33}" destId="{ED8D2DC7-F6B9-49A1-A3FB-6645AA0B27C9}" srcOrd="1" destOrd="0" presId="urn:microsoft.com/office/officeart/2005/8/layout/chevron1"/>
    <dgm:cxn modelId="{157F0F97-46CF-4AD3-9A57-7EF2B654E971}" type="presParOf" srcId="{5653E5CF-63C1-4886-9DFE-DC4B36C44A33}" destId="{2147596E-7442-41E7-9852-40E25C424996}" srcOrd="2" destOrd="0" presId="urn:microsoft.com/office/officeart/2005/8/layout/chevron1"/>
    <dgm:cxn modelId="{34A12499-F9BA-47DF-90E8-5E3EB9FF6A04}" type="presParOf" srcId="{5653E5CF-63C1-4886-9DFE-DC4B36C44A33}" destId="{78A125B0-FC96-47C5-ADBC-5773E5EBD695}" srcOrd="3" destOrd="0" presId="urn:microsoft.com/office/officeart/2005/8/layout/chevron1"/>
    <dgm:cxn modelId="{D49C3557-4BBF-4D57-8F55-BBFC797F871F}" type="presParOf" srcId="{5653E5CF-63C1-4886-9DFE-DC4B36C44A33}" destId="{50739AC9-FC4E-42C3-B62E-1016634A724A}" srcOrd="4" destOrd="0" presId="urn:microsoft.com/office/officeart/2005/8/layout/chevron1"/>
    <dgm:cxn modelId="{4710FDFD-5C0E-472F-B748-71645066A437}" type="presParOf" srcId="{5653E5CF-63C1-4886-9DFE-DC4B36C44A33}" destId="{BA7DB2C5-C694-4861-95D5-BF30690EE501}" srcOrd="5" destOrd="0" presId="urn:microsoft.com/office/officeart/2005/8/layout/chevron1"/>
    <dgm:cxn modelId="{57272CE4-8DB0-47A2-8BF4-15682F02B3B0}" type="presParOf" srcId="{5653E5CF-63C1-4886-9DFE-DC4B36C44A33}" destId="{E2DC7CE9-31B9-4959-914F-451EA2F3687E}" srcOrd="6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安装</a:t>
          </a:r>
          <a:r>
            <a:rPr lang="en-US" altLang="zh-CN" dirty="0" smtClean="0">
              <a:solidFill>
                <a:schemeClr val="bg1">
                  <a:lumMod val="65000"/>
                </a:schemeClr>
              </a:solidFill>
            </a:rPr>
            <a:t>anaconda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安装</a:t>
          </a:r>
          <a:r>
            <a:rPr lang="en-US" altLang="zh-CN" dirty="0" smtClean="0">
              <a:solidFill>
                <a:schemeClr val="bg1">
                  <a:lumMod val="65000"/>
                </a:schemeClr>
              </a:solidFill>
            </a:rPr>
            <a:t>python</a:t>
          </a:r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环境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安装</a:t>
          </a:r>
          <a:r>
            <a:rPr lang="en-US" altLang="zh-CN" dirty="0" err="1" smtClean="0">
              <a:solidFill>
                <a:schemeClr val="bg1">
                  <a:lumMod val="65000"/>
                </a:schemeClr>
              </a:solidFill>
            </a:rPr>
            <a:t>Pycharm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开始项目</a:t>
          </a:r>
          <a:endParaRPr lang="zh-CN" altLang="en-US" dirty="0">
            <a:solidFill>
              <a:schemeClr val="tx1"/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A7DB2C5-C694-4861-95D5-BF30690EE501}" type="pres">
      <dgm:prSet presAssocID="{56BE99E8-BF29-4F85-BEC4-A54AC3654A13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80F8930D-5816-4EC5-A90F-461BE15645B6}" srcId="{314AE731-DFBF-4A5B-8171-86B7AA2F2858}" destId="{C6C44482-D821-4FAE-BB52-29931F8BCBDE}" srcOrd="3" destOrd="0" parTransId="{DE3ECBCB-59A7-4B29-8005-72F8BCC1C41D}" sibTransId="{FA81CD99-4C17-4421-BECF-3D861154DBDD}"/>
    <dgm:cxn modelId="{8ECB1317-20A0-447B-9120-D7DE88E22FF6}" type="presOf" srcId="{314AE731-DFBF-4A5B-8171-86B7AA2F2858}" destId="{5653E5CF-63C1-4886-9DFE-DC4B36C44A33}" srcOrd="0" destOrd="0" presId="urn:microsoft.com/office/officeart/2005/8/layout/chevron1"/>
    <dgm:cxn modelId="{0611B20B-9497-47CE-BFE5-5E60396A3FDF}" type="presOf" srcId="{211D359A-E621-4AEC-B365-EBCECA4D5608}" destId="{50739AC9-FC4E-42C3-B62E-1016634A724A}" srcOrd="0" destOrd="0" presId="urn:microsoft.com/office/officeart/2005/8/layout/chevron1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EC95AD06-B840-448A-A13C-34DD220E3CDA}" type="presOf" srcId="{3F9AE8EF-E0BD-4A86-A1DC-73AF72B43E8D}" destId="{2147596E-7442-41E7-9852-40E25C424996}" srcOrd="0" destOrd="0" presId="urn:microsoft.com/office/officeart/2005/8/layout/chevron1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882E74F0-4B47-402E-A68D-9D8F428AD126}" type="presOf" srcId="{BEAB6AAF-246B-444D-90D9-FB867EA43595}" destId="{FC4CA3E0-7A9C-47CB-88C9-7F81B89FD5AA}" srcOrd="0" destOrd="0" presId="urn:microsoft.com/office/officeart/2005/8/layout/chevron1"/>
    <dgm:cxn modelId="{76F74974-4E0D-402B-8499-BA26DA3A0CF5}" type="presOf" srcId="{C6C44482-D821-4FAE-BB52-29931F8BCBDE}" destId="{E2DC7CE9-31B9-4959-914F-451EA2F3687E}" srcOrd="0" destOrd="0" presId="urn:microsoft.com/office/officeart/2005/8/layout/chevron1"/>
    <dgm:cxn modelId="{836F0B7E-CC98-4564-AA7E-F06D0CF1FA97}" type="presParOf" srcId="{5653E5CF-63C1-4886-9DFE-DC4B36C44A33}" destId="{FC4CA3E0-7A9C-47CB-88C9-7F81B89FD5AA}" srcOrd="0" destOrd="0" presId="urn:microsoft.com/office/officeart/2005/8/layout/chevron1"/>
    <dgm:cxn modelId="{1FF62E5C-8F0E-4007-BA55-4E90530FABE2}" type="presParOf" srcId="{5653E5CF-63C1-4886-9DFE-DC4B36C44A33}" destId="{ED8D2DC7-F6B9-49A1-A3FB-6645AA0B27C9}" srcOrd="1" destOrd="0" presId="urn:microsoft.com/office/officeart/2005/8/layout/chevron1"/>
    <dgm:cxn modelId="{5B7CF174-D75E-4E2A-A9D2-17AD76714FAA}" type="presParOf" srcId="{5653E5CF-63C1-4886-9DFE-DC4B36C44A33}" destId="{2147596E-7442-41E7-9852-40E25C424996}" srcOrd="2" destOrd="0" presId="urn:microsoft.com/office/officeart/2005/8/layout/chevron1"/>
    <dgm:cxn modelId="{35AC2925-4A95-44AA-A5DF-CB84D1B2A113}" type="presParOf" srcId="{5653E5CF-63C1-4886-9DFE-DC4B36C44A33}" destId="{78A125B0-FC96-47C5-ADBC-5773E5EBD695}" srcOrd="3" destOrd="0" presId="urn:microsoft.com/office/officeart/2005/8/layout/chevron1"/>
    <dgm:cxn modelId="{02E45A64-594C-4D68-9589-F328AE0CFC73}" type="presParOf" srcId="{5653E5CF-63C1-4886-9DFE-DC4B36C44A33}" destId="{50739AC9-FC4E-42C3-B62E-1016634A724A}" srcOrd="4" destOrd="0" presId="urn:microsoft.com/office/officeart/2005/8/layout/chevron1"/>
    <dgm:cxn modelId="{E6D5D97E-78B7-40E1-B4FE-D697F38C4E20}" type="presParOf" srcId="{5653E5CF-63C1-4886-9DFE-DC4B36C44A33}" destId="{BA7DB2C5-C694-4861-95D5-BF30690EE501}" srcOrd="5" destOrd="0" presId="urn:microsoft.com/office/officeart/2005/8/layout/chevron1"/>
    <dgm:cxn modelId="{C4F8E3FF-42EF-4743-9290-5AA2F0DAAAA8}" type="presParOf" srcId="{5653E5CF-63C1-4886-9DFE-DC4B36C44A33}" destId="{E2DC7CE9-31B9-4959-914F-451EA2F3687E}" srcOrd="6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83C43651-EA8B-4678-8FD9-6C875DB136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6BD28C34-B0BD-41BE-80A7-C252BFAB08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09C1BF11-5702-475A-BDCC-CA13CC2B291E}" type="datetimeFigureOut">
              <a:rPr lang="zh-CN" altLang="en-US"/>
              <a:pPr/>
              <a:t>2022/12/27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A77B7009-201B-41DD-A31B-ADB4AD7A41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DBB078B8-0584-4580-A4FF-8E471217A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381B0EFE-A81B-4FF2-A11B-20F00DF34C36}" type="slidenum">
              <a:rPr lang="zh-CN" altLang="en-US"/>
              <a:pPr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09297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A1E830F0-DDCD-4D0F-B5F3-4FD19C8F867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E86D8963-CFCD-4740-AF60-049850373CDF}" type="datetimeFigureOut">
              <a:rPr lang="zh-CN" altLang="en-US"/>
              <a:pPr/>
              <a:t>2022/12/27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723" name="幻灯片图像占位符 3">
            <a:extLst>
              <a:ext uri="{FF2B5EF4-FFF2-40B4-BE49-F238E27FC236}">
                <a16:creationId xmlns:a16="http://schemas.microsoft.com/office/drawing/2014/main" xmlns="" id="{0E0776D9-EB5E-4648-A11C-5DC5CDC40389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备注占位符 7">
            <a:extLst>
              <a:ext uri="{FF2B5EF4-FFF2-40B4-BE49-F238E27FC236}">
                <a16:creationId xmlns:a16="http://schemas.microsoft.com/office/drawing/2014/main" xmlns="" id="{283E4D93-BBF5-4A19-BF46-DCA634601C1A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DF32E9F7-1370-428C-9546-57C937509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4C464E13-4384-4E27-B198-CCD5CE71F818}" type="slidenum">
              <a:rPr lang="zh-CN" altLang="en-US"/>
              <a:pPr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xmlns="" id="{22C67519-F77F-4031-9D1A-E102741AFD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11" name="页眉占位符 10">
            <a:extLst>
              <a:ext uri="{FF2B5EF4-FFF2-40B4-BE49-F238E27FC236}">
                <a16:creationId xmlns:a16="http://schemas.microsoft.com/office/drawing/2014/main" xmlns="" id="{A2FFFFAA-8C8E-43C6-8DDC-20C2BA84D3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3692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xmlns="" id="{6EB3BC85-6B9D-4CAF-90B8-EC7DC38A80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8001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xmlns="" id="{ED0129E5-1051-4340-8E45-BD04A72D1987}"/>
              </a:ext>
            </a:extLst>
          </p:cNvPr>
          <p:cNvSpPr/>
          <p:nvPr userDrawn="1"/>
        </p:nvSpPr>
        <p:spPr>
          <a:xfrm>
            <a:off x="4019550" y="1346200"/>
            <a:ext cx="7832725" cy="5137150"/>
          </a:xfrm>
          <a:custGeom>
            <a:avLst/>
            <a:gdLst>
              <a:gd name="connsiteX0" fmla="*/ 9059374 w 9059374"/>
              <a:gd name="connsiteY0" fmla="*/ 0 h 5940588"/>
              <a:gd name="connsiteX1" fmla="*/ 9059374 w 9059374"/>
              <a:gd name="connsiteY1" fmla="*/ 5940588 h 5940588"/>
              <a:gd name="connsiteX2" fmla="*/ 0 w 9059374"/>
              <a:gd name="connsiteY2" fmla="*/ 5940588 h 594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59374" h="5940588">
                <a:moveTo>
                  <a:pt x="9059374" y="0"/>
                </a:moveTo>
                <a:lnTo>
                  <a:pt x="9059374" y="5940588"/>
                </a:lnTo>
                <a:lnTo>
                  <a:pt x="0" y="5940588"/>
                </a:lnTo>
                <a:close/>
              </a:path>
            </a:pathLst>
          </a:custGeom>
          <a:solidFill>
            <a:schemeClr val="bg1">
              <a:alpha val="27000"/>
            </a:schemeClr>
          </a:solidFill>
          <a:ln>
            <a:noFill/>
          </a:ln>
          <a:effectLst>
            <a:outerShdw blurRad="8001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8" name="Freeform 100">
            <a:extLst>
              <a:ext uri="{FF2B5EF4-FFF2-40B4-BE49-F238E27FC236}">
                <a16:creationId xmlns:a16="http://schemas.microsoft.com/office/drawing/2014/main" xmlns="" id="{A36D1798-A1CA-4D7E-B424-254BFF94F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475" y="1006475"/>
            <a:ext cx="2635250" cy="1997075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1">
            <a:extLst>
              <a:ext uri="{FF2B5EF4-FFF2-40B4-BE49-F238E27FC236}">
                <a16:creationId xmlns:a16="http://schemas.microsoft.com/office/drawing/2014/main" xmlns="" id="{E8C3362A-0A53-4F77-816A-7587B884A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1788" y="830263"/>
            <a:ext cx="1057275" cy="2173287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2">
            <a:extLst>
              <a:ext uri="{FF2B5EF4-FFF2-40B4-BE49-F238E27FC236}">
                <a16:creationId xmlns:a16="http://schemas.microsoft.com/office/drawing/2014/main" xmlns="" id="{B38EB0B3-A79D-4899-B750-F812B5748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388" y="639763"/>
            <a:ext cx="1377950" cy="2363787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3">
            <a:extLst>
              <a:ext uri="{FF2B5EF4-FFF2-40B4-BE49-F238E27FC236}">
                <a16:creationId xmlns:a16="http://schemas.microsoft.com/office/drawing/2014/main" xmlns="" id="{70050A56-5891-4390-A47C-74FAD121AB2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129338" y="965200"/>
            <a:ext cx="100012" cy="101600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4">
            <a:extLst>
              <a:ext uri="{FF2B5EF4-FFF2-40B4-BE49-F238E27FC236}">
                <a16:creationId xmlns:a16="http://schemas.microsoft.com/office/drawing/2014/main" xmlns="" id="{7682B7E0-695F-44B2-875E-095AF6F704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867650" y="792163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5">
            <a:extLst>
              <a:ext uri="{FF2B5EF4-FFF2-40B4-BE49-F238E27FC236}">
                <a16:creationId xmlns:a16="http://schemas.microsoft.com/office/drawing/2014/main" xmlns="" id="{CC4A0B06-5CDE-4CBC-B116-907CE683E1C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715250" y="598488"/>
            <a:ext cx="101600" cy="101600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06">
            <a:extLst>
              <a:ext uri="{FF2B5EF4-FFF2-40B4-BE49-F238E27FC236}">
                <a16:creationId xmlns:a16="http://schemas.microsoft.com/office/drawing/2014/main" xmlns="" id="{6CB9C93B-43EF-4856-811F-BCF5E95C9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3613" y="493713"/>
            <a:ext cx="2027237" cy="2509837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07">
            <a:extLst>
              <a:ext uri="{FF2B5EF4-FFF2-40B4-BE49-F238E27FC236}">
                <a16:creationId xmlns:a16="http://schemas.microsoft.com/office/drawing/2014/main" xmlns="" id="{BCE8B6EB-271B-4795-84B5-C74FC766DFF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229475" y="452438"/>
            <a:ext cx="100013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08">
            <a:extLst>
              <a:ext uri="{FF2B5EF4-FFF2-40B4-BE49-F238E27FC236}">
                <a16:creationId xmlns:a16="http://schemas.microsoft.com/office/drawing/2014/main" xmlns="" id="{2C044E33-42F0-47B8-9413-FF36324D4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0" y="493713"/>
            <a:ext cx="1433513" cy="2509837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09">
            <a:extLst>
              <a:ext uri="{FF2B5EF4-FFF2-40B4-BE49-F238E27FC236}">
                <a16:creationId xmlns:a16="http://schemas.microsoft.com/office/drawing/2014/main" xmlns="" id="{B0B75A94-9E0D-4A3A-831A-ED028A99DB2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0904538" y="452438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10">
            <a:extLst>
              <a:ext uri="{FF2B5EF4-FFF2-40B4-BE49-F238E27FC236}">
                <a16:creationId xmlns:a16="http://schemas.microsoft.com/office/drawing/2014/main" xmlns="" id="{60903120-90EA-4BD9-989C-DEE80E5D917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102975" y="452438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11">
            <a:extLst>
              <a:ext uri="{FF2B5EF4-FFF2-40B4-BE49-F238E27FC236}">
                <a16:creationId xmlns:a16="http://schemas.microsoft.com/office/drawing/2014/main" xmlns="" id="{5FEBB2C5-1CB2-4CB4-951C-C88673222AA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307763" y="452438"/>
            <a:ext cx="100012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2">
            <a:extLst>
              <a:ext uri="{FF2B5EF4-FFF2-40B4-BE49-F238E27FC236}">
                <a16:creationId xmlns:a16="http://schemas.microsoft.com/office/drawing/2014/main" xmlns="" id="{61BBE27F-C126-43A0-ADAC-32F04A7BA34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503025" y="452438"/>
            <a:ext cx="103188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3">
            <a:extLst>
              <a:ext uri="{FF2B5EF4-FFF2-40B4-BE49-F238E27FC236}">
                <a16:creationId xmlns:a16="http://schemas.microsoft.com/office/drawing/2014/main" xmlns="" id="{EAA58AC9-539D-4C09-9AA7-13B04599C16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706225" y="452438"/>
            <a:ext cx="103188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4">
            <a:extLst>
              <a:ext uri="{FF2B5EF4-FFF2-40B4-BE49-F238E27FC236}">
                <a16:creationId xmlns:a16="http://schemas.microsoft.com/office/drawing/2014/main" xmlns="" id="{ACC85A4E-AC3E-44B6-8F1C-395F77E6AE4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904663" y="452438"/>
            <a:ext cx="100012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7">
            <a:extLst>
              <a:ext uri="{FF2B5EF4-FFF2-40B4-BE49-F238E27FC236}">
                <a16:creationId xmlns:a16="http://schemas.microsoft.com/office/drawing/2014/main" xmlns="" id="{52FC56B6-5653-4FCF-B0E0-5EB6CF7D4CF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643438" y="2600325"/>
            <a:ext cx="6894512" cy="4008438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18">
            <a:extLst>
              <a:ext uri="{FF2B5EF4-FFF2-40B4-BE49-F238E27FC236}">
                <a16:creationId xmlns:a16="http://schemas.microsoft.com/office/drawing/2014/main" xmlns="" id="{6E93BA8B-AE90-475B-9BCA-7C9DE918B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2122488"/>
            <a:ext cx="7172325" cy="4067175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19">
            <a:extLst>
              <a:ext uri="{FF2B5EF4-FFF2-40B4-BE49-F238E27FC236}">
                <a16:creationId xmlns:a16="http://schemas.microsoft.com/office/drawing/2014/main" xmlns="" id="{8272447B-0412-408B-B30E-A3EAA6303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313113"/>
            <a:ext cx="7172325" cy="2860675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0">
            <a:extLst>
              <a:ext uri="{FF2B5EF4-FFF2-40B4-BE49-F238E27FC236}">
                <a16:creationId xmlns:a16="http://schemas.microsoft.com/office/drawing/2014/main" xmlns="" id="{10152BF8-06E3-4D91-BDFF-8B0CB78A2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375025"/>
            <a:ext cx="7172325" cy="2752725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1">
            <a:extLst>
              <a:ext uri="{FF2B5EF4-FFF2-40B4-BE49-F238E27FC236}">
                <a16:creationId xmlns:a16="http://schemas.microsoft.com/office/drawing/2014/main" xmlns="" id="{D116E5C1-D001-4F24-8EAB-DF98F7901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1851025"/>
            <a:ext cx="7221538" cy="4170363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2">
            <a:extLst>
              <a:ext uri="{FF2B5EF4-FFF2-40B4-BE49-F238E27FC236}">
                <a16:creationId xmlns:a16="http://schemas.microsoft.com/office/drawing/2014/main" xmlns="" id="{617B4ED8-8EB4-400C-80E8-07B666565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5681663"/>
            <a:ext cx="50800" cy="7302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3">
            <a:extLst>
              <a:ext uri="{FF2B5EF4-FFF2-40B4-BE49-F238E27FC236}">
                <a16:creationId xmlns:a16="http://schemas.microsoft.com/office/drawing/2014/main" xmlns="" id="{D73F8684-E5A7-49EE-906B-5C88229AC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0" y="5738813"/>
            <a:ext cx="47625" cy="79375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4">
            <a:extLst>
              <a:ext uri="{FF2B5EF4-FFF2-40B4-BE49-F238E27FC236}">
                <a16:creationId xmlns:a16="http://schemas.microsoft.com/office/drawing/2014/main" xmlns="" id="{41621DB1-3C1F-4A87-AAF6-176EE9EE2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013" y="5800725"/>
            <a:ext cx="50800" cy="74613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5">
            <a:extLst>
              <a:ext uri="{FF2B5EF4-FFF2-40B4-BE49-F238E27FC236}">
                <a16:creationId xmlns:a16="http://schemas.microsoft.com/office/drawing/2014/main" xmlns="" id="{C874FC1E-7F15-4D7D-83C8-F6095448B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4875213"/>
            <a:ext cx="53975" cy="7302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6">
            <a:extLst>
              <a:ext uri="{FF2B5EF4-FFF2-40B4-BE49-F238E27FC236}">
                <a16:creationId xmlns:a16="http://schemas.microsoft.com/office/drawing/2014/main" xmlns="" id="{CFC1559D-E549-405C-86C0-6E9B675C1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8238" y="4932363"/>
            <a:ext cx="57150" cy="77787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7">
            <a:extLst>
              <a:ext uri="{FF2B5EF4-FFF2-40B4-BE49-F238E27FC236}">
                <a16:creationId xmlns:a16="http://schemas.microsoft.com/office/drawing/2014/main" xmlns="" id="{167C5277-283F-4981-BC8A-44C75FAAB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1425" y="4994275"/>
            <a:ext cx="53975" cy="7302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28">
            <a:extLst>
              <a:ext uri="{FF2B5EF4-FFF2-40B4-BE49-F238E27FC236}">
                <a16:creationId xmlns:a16="http://schemas.microsoft.com/office/drawing/2014/main" xmlns="" id="{DB125307-8DC3-45CD-B9BA-5921413A894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047038" y="1835150"/>
            <a:ext cx="1135062" cy="596900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29">
            <a:extLst>
              <a:ext uri="{FF2B5EF4-FFF2-40B4-BE49-F238E27FC236}">
                <a16:creationId xmlns:a16="http://schemas.microsoft.com/office/drawing/2014/main" xmlns="" id="{7F7D55B9-EFA6-434A-8578-006352C1A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1960563"/>
            <a:ext cx="22225" cy="31750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0">
            <a:extLst>
              <a:ext uri="{FF2B5EF4-FFF2-40B4-BE49-F238E27FC236}">
                <a16:creationId xmlns:a16="http://schemas.microsoft.com/office/drawing/2014/main" xmlns="" id="{CC862553-9916-4454-9791-F4B520A76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1960563"/>
            <a:ext cx="22225" cy="31750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1">
            <a:extLst>
              <a:ext uri="{FF2B5EF4-FFF2-40B4-BE49-F238E27FC236}">
                <a16:creationId xmlns:a16="http://schemas.microsoft.com/office/drawing/2014/main" xmlns="" id="{C855EEB7-A415-4F88-90CF-287B35822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0" y="1866900"/>
            <a:ext cx="23813" cy="36513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2">
            <a:extLst>
              <a:ext uri="{FF2B5EF4-FFF2-40B4-BE49-F238E27FC236}">
                <a16:creationId xmlns:a16="http://schemas.microsoft.com/office/drawing/2014/main" xmlns="" id="{052F20EB-602F-4FD8-ACC7-6631A7719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5113" y="1835150"/>
            <a:ext cx="2222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33">
            <a:extLst>
              <a:ext uri="{FF2B5EF4-FFF2-40B4-BE49-F238E27FC236}">
                <a16:creationId xmlns:a16="http://schemas.microsoft.com/office/drawing/2014/main" xmlns="" id="{A53F6B73-E537-4FED-9A29-38A6E605C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388" y="2924175"/>
            <a:ext cx="2686050" cy="16192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Freeform 134">
            <a:extLst>
              <a:ext uri="{FF2B5EF4-FFF2-40B4-BE49-F238E27FC236}">
                <a16:creationId xmlns:a16="http://schemas.microsoft.com/office/drawing/2014/main" xmlns="" id="{12AF3E8E-CD03-41B7-94AE-F750110E9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4486275"/>
            <a:ext cx="2530475" cy="1482725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3" name="组合 47">
            <a:extLst>
              <a:ext uri="{FF2B5EF4-FFF2-40B4-BE49-F238E27FC236}">
                <a16:creationId xmlns:a16="http://schemas.microsoft.com/office/drawing/2014/main" xmlns="" id="{8BD377F7-3023-4EBA-A9C2-C59B12DF8729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1868488"/>
            <a:ext cx="7250112" cy="4165600"/>
            <a:chOff x="7564437" y="4244495"/>
            <a:chExt cx="4236358" cy="2433801"/>
          </a:xfrm>
        </p:grpSpPr>
        <p:sp>
          <p:nvSpPr>
            <p:cNvPr id="44" name="Freeform 238">
              <a:extLst>
                <a:ext uri="{FF2B5EF4-FFF2-40B4-BE49-F238E27FC236}">
                  <a16:creationId xmlns:a16="http://schemas.microsoft.com/office/drawing/2014/main" xmlns="" id="{06CD3851-C2DC-4690-B440-748F9799A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xmlns="" id="{B973BE56-DEA8-41C4-8C36-37104015B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xmlns="" id="{3548C1B7-A01A-4E0F-AF45-EDD9848EA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xmlns="" id="{7F02276A-59AF-4F48-A5AB-24EA731DD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" name="Freeform 135">
            <a:extLst>
              <a:ext uri="{FF2B5EF4-FFF2-40B4-BE49-F238E27FC236}">
                <a16:creationId xmlns:a16="http://schemas.microsoft.com/office/drawing/2014/main" xmlns="" id="{6EEB7527-0533-428E-A4E0-60BCFBAF5F8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848600" y="4233863"/>
            <a:ext cx="1522413" cy="885825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7">
            <a:extLst>
              <a:ext uri="{FF2B5EF4-FFF2-40B4-BE49-F238E27FC236}">
                <a16:creationId xmlns:a16="http://schemas.microsoft.com/office/drawing/2014/main" xmlns="" id="{75AA00D5-DAE8-4A1C-B2C9-B215959AC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2935288"/>
            <a:ext cx="30162" cy="11112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6">
            <a:extLst>
              <a:ext uri="{FF2B5EF4-FFF2-40B4-BE49-F238E27FC236}">
                <a16:creationId xmlns:a16="http://schemas.microsoft.com/office/drawing/2014/main" xmlns="" id="{3433F4F9-5741-4C20-8334-162108AEF4A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302750" y="3255963"/>
            <a:ext cx="1765300" cy="879475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38">
            <a:extLst>
              <a:ext uri="{FF2B5EF4-FFF2-40B4-BE49-F238E27FC236}">
                <a16:creationId xmlns:a16="http://schemas.microsoft.com/office/drawing/2014/main" xmlns="" id="{845BA712-40A3-4972-9FF9-3CC400147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2935288"/>
            <a:ext cx="30162" cy="11112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39">
            <a:extLst>
              <a:ext uri="{FF2B5EF4-FFF2-40B4-BE49-F238E27FC236}">
                <a16:creationId xmlns:a16="http://schemas.microsoft.com/office/drawing/2014/main" xmlns="" id="{77A62DCF-8554-49AB-89CF-3940606F524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4550" y="2668588"/>
            <a:ext cx="1704975" cy="938212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0">
            <a:extLst>
              <a:ext uri="{FF2B5EF4-FFF2-40B4-BE49-F238E27FC236}">
                <a16:creationId xmlns:a16="http://schemas.microsoft.com/office/drawing/2014/main" xmlns="" id="{0534DEAB-9CFA-4BE0-95EB-9E0AD9CFD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924175"/>
            <a:ext cx="31750" cy="15875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1">
            <a:extLst>
              <a:ext uri="{FF2B5EF4-FFF2-40B4-BE49-F238E27FC236}">
                <a16:creationId xmlns:a16="http://schemas.microsoft.com/office/drawing/2014/main" xmlns="" id="{B01204B3-A082-461D-8FA8-5DDFE7384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924175"/>
            <a:ext cx="31750" cy="15875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2">
            <a:extLst>
              <a:ext uri="{FF2B5EF4-FFF2-40B4-BE49-F238E27FC236}">
                <a16:creationId xmlns:a16="http://schemas.microsoft.com/office/drawing/2014/main" xmlns="" id="{B25CF6BF-6664-484E-9E77-6EE02638D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5113338"/>
            <a:ext cx="209550" cy="247650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3">
            <a:extLst>
              <a:ext uri="{FF2B5EF4-FFF2-40B4-BE49-F238E27FC236}">
                <a16:creationId xmlns:a16="http://schemas.microsoft.com/office/drawing/2014/main" xmlns="" id="{7B3D527A-1910-41F3-B9D2-41C0BA69E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5276850"/>
            <a:ext cx="234950" cy="195263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4">
            <a:extLst>
              <a:ext uri="{FF2B5EF4-FFF2-40B4-BE49-F238E27FC236}">
                <a16:creationId xmlns:a16="http://schemas.microsoft.com/office/drawing/2014/main" xmlns="" id="{CD26042C-F6F5-4EA2-B2EE-404C435C7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0725" y="4875213"/>
            <a:ext cx="2055813" cy="485775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45">
            <a:extLst>
              <a:ext uri="{FF2B5EF4-FFF2-40B4-BE49-F238E27FC236}">
                <a16:creationId xmlns:a16="http://schemas.microsoft.com/office/drawing/2014/main" xmlns="" id="{F3FD4682-F997-400E-9064-1C3B2887D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8" y="3335338"/>
            <a:ext cx="1254125" cy="1558925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46">
            <a:extLst>
              <a:ext uri="{FF2B5EF4-FFF2-40B4-BE49-F238E27FC236}">
                <a16:creationId xmlns:a16="http://schemas.microsoft.com/office/drawing/2014/main" xmlns="" id="{9C8DB4E6-D2BC-4673-97FB-D0A2C1A35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3711575"/>
            <a:ext cx="2120900" cy="508000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0">
            <a:extLst>
              <a:ext uri="{FF2B5EF4-FFF2-40B4-BE49-F238E27FC236}">
                <a16:creationId xmlns:a16="http://schemas.microsoft.com/office/drawing/2014/main" xmlns="" id="{F12D6E17-390A-4C6C-9340-43843C2353C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9525" y="24431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1">
            <a:extLst>
              <a:ext uri="{FF2B5EF4-FFF2-40B4-BE49-F238E27FC236}">
                <a16:creationId xmlns:a16="http://schemas.microsoft.com/office/drawing/2014/main" xmlns="" id="{418C5718-98B1-4EFE-A7DF-157381242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1038" y="3825875"/>
            <a:ext cx="171450" cy="101600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2">
            <a:extLst>
              <a:ext uri="{FF2B5EF4-FFF2-40B4-BE49-F238E27FC236}">
                <a16:creationId xmlns:a16="http://schemas.microsoft.com/office/drawing/2014/main" xmlns="" id="{AC626DAA-F85B-4990-9917-6847D1A0F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1038" y="3825875"/>
            <a:ext cx="171450" cy="101600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3">
            <a:extLst>
              <a:ext uri="{FF2B5EF4-FFF2-40B4-BE49-F238E27FC236}">
                <a16:creationId xmlns:a16="http://schemas.microsoft.com/office/drawing/2014/main" xmlns="" id="{2682A01C-F242-4718-8DC7-9C72C8BCFCB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634538" y="3825875"/>
            <a:ext cx="600075" cy="21431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7">
            <a:extLst>
              <a:ext uri="{FF2B5EF4-FFF2-40B4-BE49-F238E27FC236}">
                <a16:creationId xmlns:a16="http://schemas.microsoft.com/office/drawing/2014/main" xmlns="" id="{618CA6E3-B4CF-42B9-866E-5F696FAD9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49513"/>
            <a:ext cx="4763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58">
            <a:extLst>
              <a:ext uri="{FF2B5EF4-FFF2-40B4-BE49-F238E27FC236}">
                <a16:creationId xmlns:a16="http://schemas.microsoft.com/office/drawing/2014/main" xmlns="" id="{0B5FC428-3B11-4AF6-B9D2-CA8C2B2CE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38400"/>
            <a:ext cx="20638" cy="11113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59">
            <a:extLst>
              <a:ext uri="{FF2B5EF4-FFF2-40B4-BE49-F238E27FC236}">
                <a16:creationId xmlns:a16="http://schemas.microsoft.com/office/drawing/2014/main" xmlns="" id="{9EC2BF36-45A7-4B80-B4E2-606D87239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32050"/>
            <a:ext cx="1365250" cy="1625600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60">
            <a:extLst>
              <a:ext uri="{FF2B5EF4-FFF2-40B4-BE49-F238E27FC236}">
                <a16:creationId xmlns:a16="http://schemas.microsoft.com/office/drawing/2014/main" xmlns="" id="{E793F106-D7D2-40A2-A50A-484A7939F8B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0000" y="2443163"/>
            <a:ext cx="9525" cy="6350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64">
            <a:extLst>
              <a:ext uri="{FF2B5EF4-FFF2-40B4-BE49-F238E27FC236}">
                <a16:creationId xmlns:a16="http://schemas.microsoft.com/office/drawing/2014/main" xmlns="" id="{64C94442-35D6-420C-B3DC-F2BB3AE6379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9525" y="2443163"/>
            <a:ext cx="1335088" cy="1630362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2">
            <a:extLst>
              <a:ext uri="{FF2B5EF4-FFF2-40B4-BE49-F238E27FC236}">
                <a16:creationId xmlns:a16="http://schemas.microsoft.com/office/drawing/2014/main" xmlns="" id="{E802F860-4A5A-48D9-A547-F75E71D1C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806950"/>
            <a:ext cx="168275" cy="103188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73">
            <a:extLst>
              <a:ext uri="{FF2B5EF4-FFF2-40B4-BE49-F238E27FC236}">
                <a16:creationId xmlns:a16="http://schemas.microsoft.com/office/drawing/2014/main" xmlns="" id="{831A016A-8C82-46B9-A1D1-3B05F2CBA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806950"/>
            <a:ext cx="168275" cy="103188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74">
            <a:extLst>
              <a:ext uri="{FF2B5EF4-FFF2-40B4-BE49-F238E27FC236}">
                <a16:creationId xmlns:a16="http://schemas.microsoft.com/office/drawing/2014/main" xmlns="" id="{0E094A99-E528-43F0-8738-A47BDFDFAD4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35913" y="4806950"/>
            <a:ext cx="596900" cy="21431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5">
            <a:extLst>
              <a:ext uri="{FF2B5EF4-FFF2-40B4-BE49-F238E27FC236}">
                <a16:creationId xmlns:a16="http://schemas.microsoft.com/office/drawing/2014/main" xmlns="" id="{CCB3F5DE-AD4F-411B-BF35-266F308CF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30538"/>
            <a:ext cx="166688" cy="282575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6">
            <a:extLst>
              <a:ext uri="{FF2B5EF4-FFF2-40B4-BE49-F238E27FC236}">
                <a16:creationId xmlns:a16="http://schemas.microsoft.com/office/drawing/2014/main" xmlns="" id="{3A8F191C-09FD-4E0E-A62F-4EBCB503B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30538"/>
            <a:ext cx="166688" cy="282575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97">
            <a:extLst>
              <a:ext uri="{FF2B5EF4-FFF2-40B4-BE49-F238E27FC236}">
                <a16:creationId xmlns:a16="http://schemas.microsoft.com/office/drawing/2014/main" xmlns="" id="{CAFC6174-1FA1-4318-9B1B-18C0FE81077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329488" y="3008313"/>
            <a:ext cx="187325" cy="315912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98">
            <a:extLst>
              <a:ext uri="{FF2B5EF4-FFF2-40B4-BE49-F238E27FC236}">
                <a16:creationId xmlns:a16="http://schemas.microsoft.com/office/drawing/2014/main" xmlns="" id="{7C8E94EC-1E34-4E52-8E05-B17941CC99E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329488" y="3008313"/>
            <a:ext cx="187325" cy="315912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68">
            <a:extLst>
              <a:ext uri="{FF2B5EF4-FFF2-40B4-BE49-F238E27FC236}">
                <a16:creationId xmlns:a16="http://schemas.microsoft.com/office/drawing/2014/main" xmlns="" id="{AAF42AD3-39F6-4BE6-AD0D-10AB81D34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381375"/>
            <a:ext cx="1428750" cy="1681163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69">
            <a:extLst>
              <a:ext uri="{FF2B5EF4-FFF2-40B4-BE49-F238E27FC236}">
                <a16:creationId xmlns:a16="http://schemas.microsoft.com/office/drawing/2014/main" xmlns="" id="{59A04BA1-DBC9-480E-A3BA-93142F344F9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88200" y="3381375"/>
            <a:ext cx="1428750" cy="1681163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0">
            <a:extLst>
              <a:ext uri="{FF2B5EF4-FFF2-40B4-BE49-F238E27FC236}">
                <a16:creationId xmlns:a16="http://schemas.microsoft.com/office/drawing/2014/main" xmlns="" id="{602E2500-A185-42BA-B25E-8932588DF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325" y="3413125"/>
            <a:ext cx="1360488" cy="1665288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1">
            <a:extLst>
              <a:ext uri="{FF2B5EF4-FFF2-40B4-BE49-F238E27FC236}">
                <a16:creationId xmlns:a16="http://schemas.microsoft.com/office/drawing/2014/main" xmlns="" id="{B3B420DA-64DD-4C76-BFDC-88512AE2D94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5">
            <a:extLst>
              <a:ext uri="{FF2B5EF4-FFF2-40B4-BE49-F238E27FC236}">
                <a16:creationId xmlns:a16="http://schemas.microsoft.com/office/drawing/2014/main" xmlns="" id="{4DEB5CCE-0CD3-4F31-B043-FDA2248D5C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483475" y="4003675"/>
            <a:ext cx="773113" cy="519113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78">
            <a:extLst>
              <a:ext uri="{FF2B5EF4-FFF2-40B4-BE49-F238E27FC236}">
                <a16:creationId xmlns:a16="http://schemas.microsoft.com/office/drawing/2014/main" xmlns="" id="{5B87708A-020B-4731-BC6A-BB6033608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27413"/>
            <a:ext cx="6350" cy="4762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79">
            <a:extLst>
              <a:ext uri="{FF2B5EF4-FFF2-40B4-BE49-F238E27FC236}">
                <a16:creationId xmlns:a16="http://schemas.microsoft.com/office/drawing/2014/main" xmlns="" id="{48D19136-8EA5-409F-AE09-7D0E9D580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19475"/>
            <a:ext cx="25400" cy="12700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180">
            <a:extLst>
              <a:ext uri="{FF2B5EF4-FFF2-40B4-BE49-F238E27FC236}">
                <a16:creationId xmlns:a16="http://schemas.microsoft.com/office/drawing/2014/main" xmlns="" id="{E1D44B10-61F0-4A22-8F61-0EFF8E0F7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13125"/>
            <a:ext cx="1373188" cy="1627188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181">
            <a:extLst>
              <a:ext uri="{FF2B5EF4-FFF2-40B4-BE49-F238E27FC236}">
                <a16:creationId xmlns:a16="http://schemas.microsoft.com/office/drawing/2014/main" xmlns="" id="{01785DE4-88DB-4E70-8D62-43640BD11C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Rectangle 182">
            <a:extLst>
              <a:ext uri="{FF2B5EF4-FFF2-40B4-BE49-F238E27FC236}">
                <a16:creationId xmlns:a16="http://schemas.microsoft.com/office/drawing/2014/main" xmlns="" id="{FA03B2C4-2F47-40F5-96A1-71DC1C17E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32175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3">
            <a:extLst>
              <a:ext uri="{FF2B5EF4-FFF2-40B4-BE49-F238E27FC236}">
                <a16:creationId xmlns:a16="http://schemas.microsoft.com/office/drawing/2014/main" xmlns="" id="{39F208BB-6E54-42BD-B384-CA8245BA5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321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86">
            <a:extLst>
              <a:ext uri="{FF2B5EF4-FFF2-40B4-BE49-F238E27FC236}">
                <a16:creationId xmlns:a16="http://schemas.microsoft.com/office/drawing/2014/main" xmlns="" id="{4321967D-D20B-49D8-B111-E234949F8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3419475"/>
            <a:ext cx="1355725" cy="1636713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187">
            <a:extLst>
              <a:ext uri="{FF2B5EF4-FFF2-40B4-BE49-F238E27FC236}">
                <a16:creationId xmlns:a16="http://schemas.microsoft.com/office/drawing/2014/main" xmlns="" id="{6A2424E1-F377-4DB2-8EE0-6A6B37318F7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1333500" cy="16287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09">
            <a:extLst>
              <a:ext uri="{FF2B5EF4-FFF2-40B4-BE49-F238E27FC236}">
                <a16:creationId xmlns:a16="http://schemas.microsoft.com/office/drawing/2014/main" xmlns="" id="{366F7B67-1656-4B2D-9AFB-747409FA6C5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183563" y="3443288"/>
            <a:ext cx="20637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7">
            <a:extLst>
              <a:ext uri="{FF2B5EF4-FFF2-40B4-BE49-F238E27FC236}">
                <a16:creationId xmlns:a16="http://schemas.microsoft.com/office/drawing/2014/main" xmlns="" id="{F92F4392-8EEF-43B4-BAE7-A1304B214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475" y="2422525"/>
            <a:ext cx="168275" cy="246063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218">
            <a:extLst>
              <a:ext uri="{FF2B5EF4-FFF2-40B4-BE49-F238E27FC236}">
                <a16:creationId xmlns:a16="http://schemas.microsoft.com/office/drawing/2014/main" xmlns="" id="{DCBB7236-9675-498B-8C20-A27177002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2538413"/>
            <a:ext cx="168275" cy="255587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" name="Freeform 219">
            <a:extLst>
              <a:ext uri="{FF2B5EF4-FFF2-40B4-BE49-F238E27FC236}">
                <a16:creationId xmlns:a16="http://schemas.microsoft.com/office/drawing/2014/main" xmlns="" id="{2FC711F2-E2BD-4A16-A399-0FEB2EE5F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225" y="2657475"/>
            <a:ext cx="168275" cy="255588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Freeform 168">
            <a:extLst>
              <a:ext uri="{FF2B5EF4-FFF2-40B4-BE49-F238E27FC236}">
                <a16:creationId xmlns:a16="http://schemas.microsoft.com/office/drawing/2014/main" xmlns="" id="{00B33BA2-1E71-4715-B21C-1BE16BB3D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09825"/>
            <a:ext cx="1428750" cy="1682750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" name="Freeform 169">
            <a:extLst>
              <a:ext uri="{FF2B5EF4-FFF2-40B4-BE49-F238E27FC236}">
                <a16:creationId xmlns:a16="http://schemas.microsoft.com/office/drawing/2014/main" xmlns="" id="{70F6C8C1-1875-4877-A5A3-C4D64B673CD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07463" y="2409825"/>
            <a:ext cx="1428750" cy="1682750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" name="Freeform 170">
            <a:extLst>
              <a:ext uri="{FF2B5EF4-FFF2-40B4-BE49-F238E27FC236}">
                <a16:creationId xmlns:a16="http://schemas.microsoft.com/office/drawing/2014/main" xmlns="" id="{E2FBB50E-628E-4EE8-9E0F-DF970466A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1588" y="2443163"/>
            <a:ext cx="1360487" cy="1665287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" name="Freeform 171">
            <a:extLst>
              <a:ext uri="{FF2B5EF4-FFF2-40B4-BE49-F238E27FC236}">
                <a16:creationId xmlns:a16="http://schemas.microsoft.com/office/drawing/2014/main" xmlns="" id="{50B2F5EC-0905-4B44-A58A-8656F9F0CE8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" name="Freeform 175">
            <a:extLst>
              <a:ext uri="{FF2B5EF4-FFF2-40B4-BE49-F238E27FC236}">
                <a16:creationId xmlns:a16="http://schemas.microsoft.com/office/drawing/2014/main" xmlns="" id="{DC9D943D-6708-4514-AA71-4B4A6BC8D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2538" y="2470150"/>
            <a:ext cx="1346200" cy="16287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" name="Freeform 178">
            <a:extLst>
              <a:ext uri="{FF2B5EF4-FFF2-40B4-BE49-F238E27FC236}">
                <a16:creationId xmlns:a16="http://schemas.microsoft.com/office/drawing/2014/main" xmlns="" id="{D4C9EE44-49E9-4ABC-AA3B-2F8F7DBE6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55863"/>
            <a:ext cx="6350" cy="6350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Freeform 179">
            <a:extLst>
              <a:ext uri="{FF2B5EF4-FFF2-40B4-BE49-F238E27FC236}">
                <a16:creationId xmlns:a16="http://schemas.microsoft.com/office/drawing/2014/main" xmlns="" id="{5868E1DB-7A84-47D5-8338-FA8B7B448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47925"/>
            <a:ext cx="25400" cy="1428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" name="Freeform 180">
            <a:extLst>
              <a:ext uri="{FF2B5EF4-FFF2-40B4-BE49-F238E27FC236}">
                <a16:creationId xmlns:a16="http://schemas.microsoft.com/office/drawing/2014/main" xmlns="" id="{11D9D801-49EA-4D68-9F00-D02CEBA3C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43163"/>
            <a:ext cx="1373187" cy="1627187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" name="Freeform 181">
            <a:extLst>
              <a:ext uri="{FF2B5EF4-FFF2-40B4-BE49-F238E27FC236}">
                <a16:creationId xmlns:a16="http://schemas.microsoft.com/office/drawing/2014/main" xmlns="" id="{F689A14E-EAB7-43C3-8C68-18F45E106E8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" name="Rectangle 182">
            <a:extLst>
              <a:ext uri="{FF2B5EF4-FFF2-40B4-BE49-F238E27FC236}">
                <a16:creationId xmlns:a16="http://schemas.microsoft.com/office/drawing/2014/main" xmlns="" id="{71EAAFBF-E3F1-462A-9AFE-49CF2FD57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62213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" name="Freeform 183">
            <a:extLst>
              <a:ext uri="{FF2B5EF4-FFF2-40B4-BE49-F238E27FC236}">
                <a16:creationId xmlns:a16="http://schemas.microsoft.com/office/drawing/2014/main" xmlns="" id="{54B5E515-73A1-467C-B5F4-A58ED24A1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622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" name="Freeform 186">
            <a:extLst>
              <a:ext uri="{FF2B5EF4-FFF2-40B4-BE49-F238E27FC236}">
                <a16:creationId xmlns:a16="http://schemas.microsoft.com/office/drawing/2014/main" xmlns="" id="{0C11D7DE-9C83-4F59-A076-A11214925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8575" y="2447925"/>
            <a:ext cx="1355725" cy="1638300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" name="Freeform 187">
            <a:extLst>
              <a:ext uri="{FF2B5EF4-FFF2-40B4-BE49-F238E27FC236}">
                <a16:creationId xmlns:a16="http://schemas.microsoft.com/office/drawing/2014/main" xmlns="" id="{1A94479D-D678-45DF-B39C-FE3FF191D56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1333500" cy="1630362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" name="Freeform 209">
            <a:extLst>
              <a:ext uri="{FF2B5EF4-FFF2-40B4-BE49-F238E27FC236}">
                <a16:creationId xmlns:a16="http://schemas.microsoft.com/office/drawing/2014/main" xmlns="" id="{EE1F1E5F-A6D9-4294-A56F-07981EE4153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902825" y="2473325"/>
            <a:ext cx="20638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68">
            <a:extLst>
              <a:ext uri="{FF2B5EF4-FFF2-40B4-BE49-F238E27FC236}">
                <a16:creationId xmlns:a16="http://schemas.microsoft.com/office/drawing/2014/main" xmlns="" id="{6EF2154A-BA7C-47B7-91D6-3549B79218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08163"/>
            <a:ext cx="1428750" cy="1681162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69">
            <a:extLst>
              <a:ext uri="{FF2B5EF4-FFF2-40B4-BE49-F238E27FC236}">
                <a16:creationId xmlns:a16="http://schemas.microsoft.com/office/drawing/2014/main" xmlns="" id="{9481D083-19D0-4F08-BB3D-656D1A7C6C68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70700" y="1808163"/>
            <a:ext cx="1428750" cy="1681162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0">
            <a:extLst>
              <a:ext uri="{FF2B5EF4-FFF2-40B4-BE49-F238E27FC236}">
                <a16:creationId xmlns:a16="http://schemas.microsoft.com/office/drawing/2014/main" xmlns="" id="{178C77AC-C797-4C26-AD7B-4176A893478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4825" y="1839913"/>
            <a:ext cx="1360488" cy="1665287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1">
            <a:extLst>
              <a:ext uri="{FF2B5EF4-FFF2-40B4-BE49-F238E27FC236}">
                <a16:creationId xmlns:a16="http://schemas.microsoft.com/office/drawing/2014/main" xmlns="" id="{18BEA8C5-4D25-426E-BEF2-7A3AD4387597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5">
            <a:extLst>
              <a:ext uri="{FF2B5EF4-FFF2-40B4-BE49-F238E27FC236}">
                <a16:creationId xmlns:a16="http://schemas.microsoft.com/office/drawing/2014/main" xmlns="" id="{AF47098A-F1EC-4304-81A7-9683D5E9EE4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35775" y="1866900"/>
            <a:ext cx="1344613" cy="1630363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8">
            <a:extLst>
              <a:ext uri="{FF2B5EF4-FFF2-40B4-BE49-F238E27FC236}">
                <a16:creationId xmlns:a16="http://schemas.microsoft.com/office/drawing/2014/main" xmlns="" id="{78D26F82-92FE-4ABD-BB3A-A458D21D7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4200"/>
            <a:ext cx="4763" cy="4763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79">
            <a:extLst>
              <a:ext uri="{FF2B5EF4-FFF2-40B4-BE49-F238E27FC236}">
                <a16:creationId xmlns:a16="http://schemas.microsoft.com/office/drawing/2014/main" xmlns="" id="{0CDF19E4-E8A2-4FFD-8666-E067328691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46263"/>
            <a:ext cx="23813" cy="12700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0">
            <a:extLst>
              <a:ext uri="{FF2B5EF4-FFF2-40B4-BE49-F238E27FC236}">
                <a16:creationId xmlns:a16="http://schemas.microsoft.com/office/drawing/2014/main" xmlns="" id="{8B144759-F334-44D8-918F-430B5D5150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39913"/>
            <a:ext cx="1371600" cy="1627187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181">
            <a:extLst>
              <a:ext uri="{FF2B5EF4-FFF2-40B4-BE49-F238E27FC236}">
                <a16:creationId xmlns:a16="http://schemas.microsoft.com/office/drawing/2014/main" xmlns="" id="{7AC02806-9C17-440D-A832-74EBC30EEAD4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Rectangle 182">
            <a:extLst>
              <a:ext uri="{FF2B5EF4-FFF2-40B4-BE49-F238E27FC236}">
                <a16:creationId xmlns:a16="http://schemas.microsoft.com/office/drawing/2014/main" xmlns="" id="{BFDB50B1-8CB6-44EE-AA02-30B670BC92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8963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3">
            <a:extLst>
              <a:ext uri="{FF2B5EF4-FFF2-40B4-BE49-F238E27FC236}">
                <a16:creationId xmlns:a16="http://schemas.microsoft.com/office/drawing/2014/main" xmlns="" id="{D29DF795-704A-4E4D-9B5A-8C1D49EBCF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89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6">
            <a:extLst>
              <a:ext uri="{FF2B5EF4-FFF2-40B4-BE49-F238E27FC236}">
                <a16:creationId xmlns:a16="http://schemas.microsoft.com/office/drawing/2014/main" xmlns="" id="{0DE687B4-0317-43F9-8EFA-A0B6E879C6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81813" y="1846263"/>
            <a:ext cx="1355725" cy="1638300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187">
            <a:extLst>
              <a:ext uri="{FF2B5EF4-FFF2-40B4-BE49-F238E27FC236}">
                <a16:creationId xmlns:a16="http://schemas.microsoft.com/office/drawing/2014/main" xmlns="" id="{5F5F98F7-4166-4784-8701-CA0CAD24072E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1333500" cy="1630363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209">
            <a:extLst>
              <a:ext uri="{FF2B5EF4-FFF2-40B4-BE49-F238E27FC236}">
                <a16:creationId xmlns:a16="http://schemas.microsoft.com/office/drawing/2014/main" xmlns="" id="{DE0DA466-8E8A-4A57-8332-086BFF420BCE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7864475" y="1870075"/>
            <a:ext cx="22225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242">
            <a:extLst>
              <a:ext uri="{FF2B5EF4-FFF2-40B4-BE49-F238E27FC236}">
                <a16:creationId xmlns:a16="http://schemas.microsoft.com/office/drawing/2014/main" xmlns="" id="{8B5969BC-A18D-4003-AC44-D1AA248FC692}"/>
              </a:ext>
            </a:extLst>
          </p:cNvPr>
          <p:cNvSpPr/>
          <p:nvPr userDrawn="1"/>
        </p:nvSpPr>
        <p:spPr bwMode="auto">
          <a:xfrm>
            <a:off x="7321550" y="2419350"/>
            <a:ext cx="457200" cy="566738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2" name="increasing-stocks-graphic_38888">
            <a:extLst>
              <a:ext uri="{FF2B5EF4-FFF2-40B4-BE49-F238E27FC236}">
                <a16:creationId xmlns:a16="http://schemas.microsoft.com/office/drawing/2014/main" xmlns="" id="{FD506BBB-35F7-41A0-B565-0FDD636776B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353550" y="3028950"/>
            <a:ext cx="474663" cy="468313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3" name="组合 122">
            <a:extLst>
              <a:ext uri="{FF2B5EF4-FFF2-40B4-BE49-F238E27FC236}">
                <a16:creationId xmlns:a16="http://schemas.microsoft.com/office/drawing/2014/main" xmlns="" id="{46D1E2DE-F6C8-4749-8CD9-9D05F4D51EBF}"/>
              </a:ext>
            </a:extLst>
          </p:cNvPr>
          <p:cNvGrpSpPr/>
          <p:nvPr/>
        </p:nvGrpSpPr>
        <p:grpSpPr>
          <a:xfrm>
            <a:off x="1437600" y="1866560"/>
            <a:ext cx="9392844" cy="3521271"/>
            <a:chOff x="1728788" y="7356475"/>
            <a:chExt cx="10683874" cy="4005263"/>
          </a:xfrm>
          <a:solidFill>
            <a:schemeClr val="bg1">
              <a:alpha val="20000"/>
            </a:schemeClr>
          </a:solidFill>
        </p:grpSpPr>
        <p:sp>
          <p:nvSpPr>
            <p:cNvPr id="124" name="Freeform 192">
              <a:extLst>
                <a:ext uri="{FF2B5EF4-FFF2-40B4-BE49-F238E27FC236}">
                  <a16:creationId xmlns:a16="http://schemas.microsoft.com/office/drawing/2014/main" xmlns="" id="{29BA1BCC-03EA-4C69-9F50-61A520D9CC4D}"/>
                </a:ext>
              </a:extLst>
            </p:cNvPr>
            <p:cNvSpPr/>
            <p:nvPr userDrawn="1"/>
          </p:nvSpPr>
          <p:spPr bwMode="auto">
            <a:xfrm>
              <a:off x="2941638" y="9977438"/>
              <a:ext cx="4075112" cy="1090613"/>
            </a:xfrm>
            <a:custGeom>
              <a:avLst/>
              <a:gdLst>
                <a:gd name="T0" fmla="*/ 834 w 834"/>
                <a:gd name="T1" fmla="*/ 0 h 223"/>
                <a:gd name="T2" fmla="*/ 105 w 834"/>
                <a:gd name="T3" fmla="*/ 0 h 223"/>
                <a:gd name="T4" fmla="*/ 0 w 834"/>
                <a:gd name="T5" fmla="*/ 105 h 223"/>
                <a:gd name="T6" fmla="*/ 0 w 834"/>
                <a:gd name="T7" fmla="*/ 223 h 223"/>
                <a:gd name="T8" fmla="*/ 2 w 834"/>
                <a:gd name="T9" fmla="*/ 223 h 223"/>
                <a:gd name="T10" fmla="*/ 4 w 834"/>
                <a:gd name="T11" fmla="*/ 223 h 223"/>
                <a:gd name="T12" fmla="*/ 4 w 834"/>
                <a:gd name="T13" fmla="*/ 105 h 223"/>
                <a:gd name="T14" fmla="*/ 105 w 834"/>
                <a:gd name="T15" fmla="*/ 3 h 223"/>
                <a:gd name="T16" fmla="*/ 834 w 834"/>
                <a:gd name="T17" fmla="*/ 3 h 223"/>
                <a:gd name="T18" fmla="*/ 834 w 834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3">
                  <a:moveTo>
                    <a:pt x="834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1" y="223"/>
                    <a:pt x="1" y="223"/>
                    <a:pt x="2" y="223"/>
                  </a:cubicBezTo>
                  <a:cubicBezTo>
                    <a:pt x="3" y="223"/>
                    <a:pt x="3" y="223"/>
                    <a:pt x="4" y="223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49"/>
                    <a:pt x="49" y="3"/>
                    <a:pt x="105" y="3"/>
                  </a:cubicBezTo>
                  <a:cubicBezTo>
                    <a:pt x="834" y="3"/>
                    <a:pt x="834" y="3"/>
                    <a:pt x="834" y="3"/>
                  </a:cubicBezTo>
                  <a:cubicBezTo>
                    <a:pt x="834" y="0"/>
                    <a:pt x="834" y="0"/>
                    <a:pt x="83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5" name="Freeform 193">
              <a:extLst>
                <a:ext uri="{FF2B5EF4-FFF2-40B4-BE49-F238E27FC236}">
                  <a16:creationId xmlns:a16="http://schemas.microsoft.com/office/drawing/2014/main" xmlns="" id="{3C8A66E2-A1E3-41E9-8E26-8AD199BD8FA8}"/>
                </a:ext>
              </a:extLst>
            </p:cNvPr>
            <p:cNvSpPr/>
            <p:nvPr userDrawn="1"/>
          </p:nvSpPr>
          <p:spPr bwMode="auto">
            <a:xfrm>
              <a:off x="2789238" y="9840913"/>
              <a:ext cx="4227512" cy="885825"/>
            </a:xfrm>
            <a:custGeom>
              <a:avLst/>
              <a:gdLst>
                <a:gd name="T0" fmla="*/ 865 w 865"/>
                <a:gd name="T1" fmla="*/ 0 h 181"/>
                <a:gd name="T2" fmla="*/ 130 w 865"/>
                <a:gd name="T3" fmla="*/ 0 h 181"/>
                <a:gd name="T4" fmla="*/ 0 w 865"/>
                <a:gd name="T5" fmla="*/ 131 h 181"/>
                <a:gd name="T6" fmla="*/ 0 w 865"/>
                <a:gd name="T7" fmla="*/ 181 h 181"/>
                <a:gd name="T8" fmla="*/ 2 w 865"/>
                <a:gd name="T9" fmla="*/ 181 h 181"/>
                <a:gd name="T10" fmla="*/ 3 w 865"/>
                <a:gd name="T11" fmla="*/ 181 h 181"/>
                <a:gd name="T12" fmla="*/ 3 w 865"/>
                <a:gd name="T13" fmla="*/ 131 h 181"/>
                <a:gd name="T14" fmla="*/ 130 w 865"/>
                <a:gd name="T15" fmla="*/ 3 h 181"/>
                <a:gd name="T16" fmla="*/ 865 w 865"/>
                <a:gd name="T17" fmla="*/ 3 h 181"/>
                <a:gd name="T18" fmla="*/ 865 w 865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5" h="181">
                  <a:moveTo>
                    <a:pt x="86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1" y="181"/>
                    <a:pt x="2" y="181"/>
                  </a:cubicBezTo>
                  <a:cubicBezTo>
                    <a:pt x="2" y="181"/>
                    <a:pt x="3" y="181"/>
                    <a:pt x="3" y="181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3" y="60"/>
                    <a:pt x="60" y="3"/>
                    <a:pt x="130" y="3"/>
                  </a:cubicBezTo>
                  <a:cubicBezTo>
                    <a:pt x="865" y="3"/>
                    <a:pt x="865" y="3"/>
                    <a:pt x="865" y="3"/>
                  </a:cubicBezTo>
                  <a:cubicBezTo>
                    <a:pt x="865" y="0"/>
                    <a:pt x="865" y="0"/>
                    <a:pt x="8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6" name="Freeform 194">
              <a:extLst>
                <a:ext uri="{FF2B5EF4-FFF2-40B4-BE49-F238E27FC236}">
                  <a16:creationId xmlns:a16="http://schemas.microsoft.com/office/drawing/2014/main" xmlns="" id="{336FC769-45B8-4091-B057-ECF741D6DB5F}"/>
                </a:ext>
              </a:extLst>
            </p:cNvPr>
            <p:cNvSpPr/>
            <p:nvPr userDrawn="1"/>
          </p:nvSpPr>
          <p:spPr bwMode="auto">
            <a:xfrm>
              <a:off x="2627313" y="9694863"/>
              <a:ext cx="4389437" cy="1168400"/>
            </a:xfrm>
            <a:custGeom>
              <a:avLst/>
              <a:gdLst>
                <a:gd name="T0" fmla="*/ 898 w 898"/>
                <a:gd name="T1" fmla="*/ 0 h 239"/>
                <a:gd name="T2" fmla="*/ 159 w 898"/>
                <a:gd name="T3" fmla="*/ 0 h 239"/>
                <a:gd name="T4" fmla="*/ 0 w 898"/>
                <a:gd name="T5" fmla="*/ 160 h 239"/>
                <a:gd name="T6" fmla="*/ 0 w 898"/>
                <a:gd name="T7" fmla="*/ 239 h 239"/>
                <a:gd name="T8" fmla="*/ 1 w 898"/>
                <a:gd name="T9" fmla="*/ 239 h 239"/>
                <a:gd name="T10" fmla="*/ 3 w 898"/>
                <a:gd name="T11" fmla="*/ 239 h 239"/>
                <a:gd name="T12" fmla="*/ 3 w 898"/>
                <a:gd name="T13" fmla="*/ 160 h 239"/>
                <a:gd name="T14" fmla="*/ 159 w 898"/>
                <a:gd name="T15" fmla="*/ 3 h 239"/>
                <a:gd name="T16" fmla="*/ 898 w 898"/>
                <a:gd name="T17" fmla="*/ 3 h 239"/>
                <a:gd name="T18" fmla="*/ 898 w 898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8" h="239">
                  <a:moveTo>
                    <a:pt x="898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71" y="0"/>
                    <a:pt x="0" y="72"/>
                    <a:pt x="0" y="16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1" y="239"/>
                    <a:pt x="1" y="239"/>
                  </a:cubicBezTo>
                  <a:cubicBezTo>
                    <a:pt x="2" y="239"/>
                    <a:pt x="2" y="239"/>
                    <a:pt x="3" y="239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74"/>
                    <a:pt x="73" y="3"/>
                    <a:pt x="159" y="3"/>
                  </a:cubicBezTo>
                  <a:cubicBezTo>
                    <a:pt x="898" y="3"/>
                    <a:pt x="898" y="3"/>
                    <a:pt x="898" y="3"/>
                  </a:cubicBezTo>
                  <a:cubicBezTo>
                    <a:pt x="898" y="0"/>
                    <a:pt x="898" y="0"/>
                    <a:pt x="89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7" name="Freeform 195">
              <a:extLst>
                <a:ext uri="{FF2B5EF4-FFF2-40B4-BE49-F238E27FC236}">
                  <a16:creationId xmlns:a16="http://schemas.microsoft.com/office/drawing/2014/main" xmlns="" id="{10A6BFBE-1E83-4D62-8333-43A7418FF9F4}"/>
                </a:ext>
              </a:extLst>
            </p:cNvPr>
            <p:cNvSpPr/>
            <p:nvPr userDrawn="1"/>
          </p:nvSpPr>
          <p:spPr bwMode="auto">
            <a:xfrm>
              <a:off x="2495550" y="9547225"/>
              <a:ext cx="4521200" cy="1731963"/>
            </a:xfrm>
            <a:custGeom>
              <a:avLst/>
              <a:gdLst>
                <a:gd name="T0" fmla="*/ 925 w 925"/>
                <a:gd name="T1" fmla="*/ 0 h 354"/>
                <a:gd name="T2" fmla="*/ 180 w 925"/>
                <a:gd name="T3" fmla="*/ 0 h 354"/>
                <a:gd name="T4" fmla="*/ 0 w 925"/>
                <a:gd name="T5" fmla="*/ 180 h 354"/>
                <a:gd name="T6" fmla="*/ 0 w 925"/>
                <a:gd name="T7" fmla="*/ 354 h 354"/>
                <a:gd name="T8" fmla="*/ 2 w 925"/>
                <a:gd name="T9" fmla="*/ 353 h 354"/>
                <a:gd name="T10" fmla="*/ 3 w 925"/>
                <a:gd name="T11" fmla="*/ 354 h 354"/>
                <a:gd name="T12" fmla="*/ 3 w 925"/>
                <a:gd name="T13" fmla="*/ 180 h 354"/>
                <a:gd name="T14" fmla="*/ 180 w 925"/>
                <a:gd name="T15" fmla="*/ 3 h 354"/>
                <a:gd name="T16" fmla="*/ 925 w 925"/>
                <a:gd name="T17" fmla="*/ 3 h 354"/>
                <a:gd name="T18" fmla="*/ 925 w 925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354">
                  <a:moveTo>
                    <a:pt x="925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81" y="0"/>
                    <a:pt x="0" y="81"/>
                    <a:pt x="0" y="180"/>
                  </a:cubicBezTo>
                  <a:cubicBezTo>
                    <a:pt x="0" y="354"/>
                    <a:pt x="0" y="354"/>
                    <a:pt x="0" y="354"/>
                  </a:cubicBezTo>
                  <a:cubicBezTo>
                    <a:pt x="1" y="353"/>
                    <a:pt x="1" y="353"/>
                    <a:pt x="2" y="353"/>
                  </a:cubicBezTo>
                  <a:cubicBezTo>
                    <a:pt x="2" y="353"/>
                    <a:pt x="3" y="353"/>
                    <a:pt x="3" y="354"/>
                  </a:cubicBezTo>
                  <a:cubicBezTo>
                    <a:pt x="3" y="180"/>
                    <a:pt x="3" y="180"/>
                    <a:pt x="3" y="180"/>
                  </a:cubicBezTo>
                  <a:cubicBezTo>
                    <a:pt x="3" y="82"/>
                    <a:pt x="82" y="3"/>
                    <a:pt x="180" y="3"/>
                  </a:cubicBezTo>
                  <a:cubicBezTo>
                    <a:pt x="925" y="3"/>
                    <a:pt x="925" y="3"/>
                    <a:pt x="925" y="3"/>
                  </a:cubicBezTo>
                  <a:cubicBezTo>
                    <a:pt x="925" y="0"/>
                    <a:pt x="925" y="0"/>
                    <a:pt x="92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8" name="Freeform 196">
              <a:extLst>
                <a:ext uri="{FF2B5EF4-FFF2-40B4-BE49-F238E27FC236}">
                  <a16:creationId xmlns:a16="http://schemas.microsoft.com/office/drawing/2014/main" xmlns="" id="{E2A929D4-59B8-412F-8C71-7BF89C9E87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6713" y="11068050"/>
              <a:ext cx="87312" cy="84138"/>
            </a:xfrm>
            <a:custGeom>
              <a:avLst/>
              <a:gdLst>
                <a:gd name="T0" fmla="*/ 9 w 18"/>
                <a:gd name="T1" fmla="*/ 14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4 h 17"/>
                <a:gd name="T10" fmla="*/ 9 w 18"/>
                <a:gd name="T11" fmla="*/ 0 h 17"/>
                <a:gd name="T12" fmla="*/ 7 w 18"/>
                <a:gd name="T13" fmla="*/ 0 h 17"/>
                <a:gd name="T14" fmla="*/ 0 w 18"/>
                <a:gd name="T15" fmla="*/ 8 h 17"/>
                <a:gd name="T16" fmla="*/ 9 w 18"/>
                <a:gd name="T17" fmla="*/ 17 h 17"/>
                <a:gd name="T18" fmla="*/ 18 w 18"/>
                <a:gd name="T19" fmla="*/ 8 h 17"/>
                <a:gd name="T20" fmla="*/ 11 w 18"/>
                <a:gd name="T21" fmla="*/ 0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4"/>
                  </a:moveTo>
                  <a:cubicBezTo>
                    <a:pt x="6" y="14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5" y="1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9" name="Freeform 197">
              <a:extLst>
                <a:ext uri="{FF2B5EF4-FFF2-40B4-BE49-F238E27FC236}">
                  <a16:creationId xmlns:a16="http://schemas.microsoft.com/office/drawing/2014/main" xmlns="" id="{05BB23E0-60F9-4FFC-8F81-4014E9BA0B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5900" y="10726738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0" name="Freeform 198">
              <a:extLst>
                <a:ext uri="{FF2B5EF4-FFF2-40B4-BE49-F238E27FC236}">
                  <a16:creationId xmlns:a16="http://schemas.microsoft.com/office/drawing/2014/main" xmlns="" id="{35734EC5-751D-4F47-8703-6C68413A31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93975" y="10863263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1" name="Freeform 199">
              <a:extLst>
                <a:ext uri="{FF2B5EF4-FFF2-40B4-BE49-F238E27FC236}">
                  <a16:creationId xmlns:a16="http://schemas.microsoft.com/office/drawing/2014/main" xmlns="" id="{23F0D5E8-59DE-414D-A38F-DBE27BA604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62213" y="11274425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7 w 17"/>
                <a:gd name="T13" fmla="*/ 1 h 18"/>
                <a:gd name="T14" fmla="*/ 0 w 17"/>
                <a:gd name="T15" fmla="*/ 9 h 18"/>
                <a:gd name="T16" fmla="*/ 9 w 17"/>
                <a:gd name="T17" fmla="*/ 18 h 18"/>
                <a:gd name="T18" fmla="*/ 17 w 17"/>
                <a:gd name="T19" fmla="*/ 9 h 18"/>
                <a:gd name="T20" fmla="*/ 10 w 17"/>
                <a:gd name="T21" fmla="*/ 1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1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" y="18"/>
                    <a:pt x="17" y="14"/>
                    <a:pt x="17" y="9"/>
                  </a:cubicBezTo>
                  <a:cubicBezTo>
                    <a:pt x="17" y="5"/>
                    <a:pt x="14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2" name="Freeform 200">
              <a:extLst>
                <a:ext uri="{FF2B5EF4-FFF2-40B4-BE49-F238E27FC236}">
                  <a16:creationId xmlns:a16="http://schemas.microsoft.com/office/drawing/2014/main" xmlns="" id="{4726B852-1B6C-4A71-80EC-CDBF35E88EEF}"/>
                </a:ext>
              </a:extLst>
            </p:cNvPr>
            <p:cNvSpPr/>
            <p:nvPr userDrawn="1"/>
          </p:nvSpPr>
          <p:spPr bwMode="auto">
            <a:xfrm>
              <a:off x="2935288" y="7650163"/>
              <a:ext cx="4076700" cy="1085850"/>
            </a:xfrm>
            <a:custGeom>
              <a:avLst/>
              <a:gdLst>
                <a:gd name="T0" fmla="*/ 3 w 834"/>
                <a:gd name="T1" fmla="*/ 0 h 222"/>
                <a:gd name="T2" fmla="*/ 1 w 834"/>
                <a:gd name="T3" fmla="*/ 0 h 222"/>
                <a:gd name="T4" fmla="*/ 0 w 834"/>
                <a:gd name="T5" fmla="*/ 0 h 222"/>
                <a:gd name="T6" fmla="*/ 0 w 834"/>
                <a:gd name="T7" fmla="*/ 118 h 222"/>
                <a:gd name="T8" fmla="*/ 105 w 834"/>
                <a:gd name="T9" fmla="*/ 222 h 222"/>
                <a:gd name="T10" fmla="*/ 834 w 834"/>
                <a:gd name="T11" fmla="*/ 222 h 222"/>
                <a:gd name="T12" fmla="*/ 834 w 834"/>
                <a:gd name="T13" fmla="*/ 219 h 222"/>
                <a:gd name="T14" fmla="*/ 105 w 834"/>
                <a:gd name="T15" fmla="*/ 219 h 222"/>
                <a:gd name="T16" fmla="*/ 3 w 834"/>
                <a:gd name="T17" fmla="*/ 118 h 222"/>
                <a:gd name="T18" fmla="*/ 3 w 834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2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75"/>
                    <a:pt x="47" y="222"/>
                    <a:pt x="105" y="222"/>
                  </a:cubicBezTo>
                  <a:cubicBezTo>
                    <a:pt x="834" y="222"/>
                    <a:pt x="834" y="222"/>
                    <a:pt x="834" y="222"/>
                  </a:cubicBezTo>
                  <a:cubicBezTo>
                    <a:pt x="834" y="219"/>
                    <a:pt x="834" y="219"/>
                    <a:pt x="834" y="219"/>
                  </a:cubicBezTo>
                  <a:cubicBezTo>
                    <a:pt x="105" y="219"/>
                    <a:pt x="105" y="219"/>
                    <a:pt x="105" y="219"/>
                  </a:cubicBezTo>
                  <a:cubicBezTo>
                    <a:pt x="49" y="219"/>
                    <a:pt x="3" y="174"/>
                    <a:pt x="3" y="118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3" name="Freeform 201">
              <a:extLst>
                <a:ext uri="{FF2B5EF4-FFF2-40B4-BE49-F238E27FC236}">
                  <a16:creationId xmlns:a16="http://schemas.microsoft.com/office/drawing/2014/main" xmlns="" id="{4AA940CB-94EE-4DEF-9E9F-3D11BC8A77E0}"/>
                </a:ext>
              </a:extLst>
            </p:cNvPr>
            <p:cNvSpPr/>
            <p:nvPr userDrawn="1"/>
          </p:nvSpPr>
          <p:spPr bwMode="auto">
            <a:xfrm>
              <a:off x="2779713" y="7986713"/>
              <a:ext cx="4232275" cy="885825"/>
            </a:xfrm>
            <a:custGeom>
              <a:avLst/>
              <a:gdLst>
                <a:gd name="T0" fmla="*/ 0 w 866"/>
                <a:gd name="T1" fmla="*/ 0 h 181"/>
                <a:gd name="T2" fmla="*/ 0 w 866"/>
                <a:gd name="T3" fmla="*/ 51 h 181"/>
                <a:gd name="T4" fmla="*/ 131 w 866"/>
                <a:gd name="T5" fmla="*/ 181 h 181"/>
                <a:gd name="T6" fmla="*/ 866 w 866"/>
                <a:gd name="T7" fmla="*/ 181 h 181"/>
                <a:gd name="T8" fmla="*/ 866 w 866"/>
                <a:gd name="T9" fmla="*/ 178 h 181"/>
                <a:gd name="T10" fmla="*/ 131 w 866"/>
                <a:gd name="T11" fmla="*/ 178 h 181"/>
                <a:gd name="T12" fmla="*/ 3 w 866"/>
                <a:gd name="T13" fmla="*/ 51 h 181"/>
                <a:gd name="T14" fmla="*/ 3 w 866"/>
                <a:gd name="T15" fmla="*/ 0 h 181"/>
                <a:gd name="T16" fmla="*/ 2 w 866"/>
                <a:gd name="T17" fmla="*/ 0 h 181"/>
                <a:gd name="T18" fmla="*/ 0 w 866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6" h="181">
                  <a:moveTo>
                    <a:pt x="0" y="0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123"/>
                    <a:pt x="59" y="181"/>
                    <a:pt x="131" y="181"/>
                  </a:cubicBezTo>
                  <a:cubicBezTo>
                    <a:pt x="866" y="181"/>
                    <a:pt x="866" y="181"/>
                    <a:pt x="866" y="181"/>
                  </a:cubicBezTo>
                  <a:cubicBezTo>
                    <a:pt x="866" y="178"/>
                    <a:pt x="866" y="178"/>
                    <a:pt x="866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61" y="178"/>
                    <a:pt x="3" y="121"/>
                    <a:pt x="3" y="5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4" name="Freeform 202">
              <a:extLst>
                <a:ext uri="{FF2B5EF4-FFF2-40B4-BE49-F238E27FC236}">
                  <a16:creationId xmlns:a16="http://schemas.microsoft.com/office/drawing/2014/main" xmlns="" id="{37043C60-3F8E-4D98-B028-C28CE45EF949}"/>
                </a:ext>
              </a:extLst>
            </p:cNvPr>
            <p:cNvSpPr/>
            <p:nvPr userDrawn="1"/>
          </p:nvSpPr>
          <p:spPr bwMode="auto">
            <a:xfrm>
              <a:off x="2617788" y="7850188"/>
              <a:ext cx="4394200" cy="1168400"/>
            </a:xfrm>
            <a:custGeom>
              <a:avLst/>
              <a:gdLst>
                <a:gd name="T0" fmla="*/ 0 w 899"/>
                <a:gd name="T1" fmla="*/ 0 h 239"/>
                <a:gd name="T2" fmla="*/ 0 w 899"/>
                <a:gd name="T3" fmla="*/ 80 h 239"/>
                <a:gd name="T4" fmla="*/ 160 w 899"/>
                <a:gd name="T5" fmla="*/ 239 h 239"/>
                <a:gd name="T6" fmla="*/ 899 w 899"/>
                <a:gd name="T7" fmla="*/ 239 h 239"/>
                <a:gd name="T8" fmla="*/ 899 w 899"/>
                <a:gd name="T9" fmla="*/ 236 h 239"/>
                <a:gd name="T10" fmla="*/ 160 w 899"/>
                <a:gd name="T11" fmla="*/ 236 h 239"/>
                <a:gd name="T12" fmla="*/ 3 w 899"/>
                <a:gd name="T13" fmla="*/ 80 h 239"/>
                <a:gd name="T14" fmla="*/ 3 w 899"/>
                <a:gd name="T15" fmla="*/ 0 h 239"/>
                <a:gd name="T16" fmla="*/ 2 w 899"/>
                <a:gd name="T17" fmla="*/ 1 h 239"/>
                <a:gd name="T18" fmla="*/ 0 w 899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" h="239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168"/>
                    <a:pt x="72" y="239"/>
                    <a:pt x="160" y="239"/>
                  </a:cubicBezTo>
                  <a:cubicBezTo>
                    <a:pt x="899" y="239"/>
                    <a:pt x="899" y="239"/>
                    <a:pt x="899" y="239"/>
                  </a:cubicBezTo>
                  <a:cubicBezTo>
                    <a:pt x="899" y="236"/>
                    <a:pt x="899" y="236"/>
                    <a:pt x="899" y="236"/>
                  </a:cubicBezTo>
                  <a:cubicBezTo>
                    <a:pt x="160" y="236"/>
                    <a:pt x="160" y="236"/>
                    <a:pt x="160" y="236"/>
                  </a:cubicBezTo>
                  <a:cubicBezTo>
                    <a:pt x="73" y="236"/>
                    <a:pt x="3" y="166"/>
                    <a:pt x="3" y="8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5" name="Freeform 203">
              <a:extLst>
                <a:ext uri="{FF2B5EF4-FFF2-40B4-BE49-F238E27FC236}">
                  <a16:creationId xmlns:a16="http://schemas.microsoft.com/office/drawing/2014/main" xmlns="" id="{C81FF395-5597-4B60-94F8-16CFCB54D10B}"/>
                </a:ext>
              </a:extLst>
            </p:cNvPr>
            <p:cNvSpPr/>
            <p:nvPr userDrawn="1"/>
          </p:nvSpPr>
          <p:spPr bwMode="auto">
            <a:xfrm>
              <a:off x="2486025" y="7439025"/>
              <a:ext cx="4525962" cy="1727200"/>
            </a:xfrm>
            <a:custGeom>
              <a:avLst/>
              <a:gdLst>
                <a:gd name="T0" fmla="*/ 4 w 926"/>
                <a:gd name="T1" fmla="*/ 0 h 353"/>
                <a:gd name="T2" fmla="*/ 2 w 926"/>
                <a:gd name="T3" fmla="*/ 0 h 353"/>
                <a:gd name="T4" fmla="*/ 0 w 926"/>
                <a:gd name="T5" fmla="*/ 0 h 353"/>
                <a:gd name="T6" fmla="*/ 0 w 926"/>
                <a:gd name="T7" fmla="*/ 174 h 353"/>
                <a:gd name="T8" fmla="*/ 180 w 926"/>
                <a:gd name="T9" fmla="*/ 353 h 353"/>
                <a:gd name="T10" fmla="*/ 926 w 926"/>
                <a:gd name="T11" fmla="*/ 353 h 353"/>
                <a:gd name="T12" fmla="*/ 926 w 926"/>
                <a:gd name="T13" fmla="*/ 350 h 353"/>
                <a:gd name="T14" fmla="*/ 180 w 926"/>
                <a:gd name="T15" fmla="*/ 350 h 353"/>
                <a:gd name="T16" fmla="*/ 4 w 926"/>
                <a:gd name="T17" fmla="*/ 174 h 353"/>
                <a:gd name="T18" fmla="*/ 4 w 926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6" h="353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3"/>
                    <a:pt x="81" y="353"/>
                    <a:pt x="180" y="353"/>
                  </a:cubicBezTo>
                  <a:cubicBezTo>
                    <a:pt x="926" y="353"/>
                    <a:pt x="926" y="353"/>
                    <a:pt x="926" y="353"/>
                  </a:cubicBezTo>
                  <a:cubicBezTo>
                    <a:pt x="926" y="350"/>
                    <a:pt x="926" y="350"/>
                    <a:pt x="926" y="350"/>
                  </a:cubicBezTo>
                  <a:cubicBezTo>
                    <a:pt x="180" y="350"/>
                    <a:pt x="180" y="350"/>
                    <a:pt x="180" y="350"/>
                  </a:cubicBezTo>
                  <a:cubicBezTo>
                    <a:pt x="83" y="350"/>
                    <a:pt x="4" y="271"/>
                    <a:pt x="4" y="17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6" name="Freeform 204">
              <a:extLst>
                <a:ext uri="{FF2B5EF4-FFF2-40B4-BE49-F238E27FC236}">
                  <a16:creationId xmlns:a16="http://schemas.microsoft.com/office/drawing/2014/main" xmlns="" id="{2007123A-4AA8-48E1-BA2E-A82105D936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1950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4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4" y="5"/>
                    <a:pt x="14" y="8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7" name="Freeform 205">
              <a:extLst>
                <a:ext uri="{FF2B5EF4-FFF2-40B4-BE49-F238E27FC236}">
                  <a16:creationId xmlns:a16="http://schemas.microsoft.com/office/drawing/2014/main" xmlns="" id="{0683844A-AFE8-46C2-94DB-C4A0514048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4788" y="7904163"/>
              <a:ext cx="84137" cy="82550"/>
            </a:xfrm>
            <a:custGeom>
              <a:avLst/>
              <a:gdLst>
                <a:gd name="T0" fmla="*/ 9 w 17"/>
                <a:gd name="T1" fmla="*/ 14 h 17"/>
                <a:gd name="T2" fmla="*/ 4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8" name="Freeform 206">
              <a:extLst>
                <a:ext uri="{FF2B5EF4-FFF2-40B4-BE49-F238E27FC236}">
                  <a16:creationId xmlns:a16="http://schemas.microsoft.com/office/drawing/2014/main" xmlns="" id="{D8D71F33-0C29-48A9-A65A-A5537F3A52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84450" y="7767638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0 w 17"/>
                <a:gd name="T13" fmla="*/ 9 h 18"/>
                <a:gd name="T14" fmla="*/ 7 w 17"/>
                <a:gd name="T15" fmla="*/ 17 h 18"/>
                <a:gd name="T16" fmla="*/ 9 w 17"/>
                <a:gd name="T17" fmla="*/ 18 h 18"/>
                <a:gd name="T18" fmla="*/ 10 w 17"/>
                <a:gd name="T19" fmla="*/ 17 h 18"/>
                <a:gd name="T20" fmla="*/ 17 w 17"/>
                <a:gd name="T21" fmla="*/ 9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1" y="4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9" y="18"/>
                    <a:pt x="10" y="18"/>
                    <a:pt x="10" y="17"/>
                  </a:cubicBezTo>
                  <a:cubicBezTo>
                    <a:pt x="14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9" name="Freeform 207">
              <a:extLst>
                <a:ext uri="{FF2B5EF4-FFF2-40B4-BE49-F238E27FC236}">
                  <a16:creationId xmlns:a16="http://schemas.microsoft.com/office/drawing/2014/main" xmlns="" id="{E97DE069-9FC5-47E3-BB06-6C53B57EBB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7450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3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6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3" y="6"/>
                    <a:pt x="13" y="9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6"/>
                    <a:pt x="6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0" name="Freeform 208">
              <a:extLst>
                <a:ext uri="{FF2B5EF4-FFF2-40B4-BE49-F238E27FC236}">
                  <a16:creationId xmlns:a16="http://schemas.microsoft.com/office/drawing/2014/main" xmlns="" id="{EB395240-8714-475A-A9EA-C1988D9DACB8}"/>
                </a:ext>
              </a:extLst>
            </p:cNvPr>
            <p:cNvSpPr/>
            <p:nvPr userDrawn="1"/>
          </p:nvSpPr>
          <p:spPr bwMode="auto">
            <a:xfrm>
              <a:off x="2217738" y="9415463"/>
              <a:ext cx="4789487" cy="14288"/>
            </a:xfrm>
            <a:custGeom>
              <a:avLst/>
              <a:gdLst>
                <a:gd name="T0" fmla="*/ 980 w 980"/>
                <a:gd name="T1" fmla="*/ 0 h 3"/>
                <a:gd name="T2" fmla="*/ 0 w 980"/>
                <a:gd name="T3" fmla="*/ 0 h 3"/>
                <a:gd name="T4" fmla="*/ 0 w 980"/>
                <a:gd name="T5" fmla="*/ 1 h 3"/>
                <a:gd name="T6" fmla="*/ 0 w 980"/>
                <a:gd name="T7" fmla="*/ 3 h 3"/>
                <a:gd name="T8" fmla="*/ 980 w 980"/>
                <a:gd name="T9" fmla="*/ 3 h 3"/>
                <a:gd name="T10" fmla="*/ 980 w 980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0" h="3">
                  <a:moveTo>
                    <a:pt x="9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980" y="3"/>
                    <a:pt x="980" y="3"/>
                    <a:pt x="980" y="3"/>
                  </a:cubicBezTo>
                  <a:cubicBezTo>
                    <a:pt x="980" y="0"/>
                    <a:pt x="980" y="0"/>
                    <a:pt x="98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1" name="Freeform 209">
              <a:extLst>
                <a:ext uri="{FF2B5EF4-FFF2-40B4-BE49-F238E27FC236}">
                  <a16:creationId xmlns:a16="http://schemas.microsoft.com/office/drawing/2014/main" xmlns="" id="{6139A264-FB50-49CA-AE6F-7F4DFF7C6048}"/>
                </a:ext>
              </a:extLst>
            </p:cNvPr>
            <p:cNvSpPr/>
            <p:nvPr userDrawn="1"/>
          </p:nvSpPr>
          <p:spPr bwMode="auto">
            <a:xfrm>
              <a:off x="1811338" y="9283700"/>
              <a:ext cx="5205412" cy="14288"/>
            </a:xfrm>
            <a:custGeom>
              <a:avLst/>
              <a:gdLst>
                <a:gd name="T0" fmla="*/ 1065 w 1065"/>
                <a:gd name="T1" fmla="*/ 0 h 3"/>
                <a:gd name="T2" fmla="*/ 0 w 1065"/>
                <a:gd name="T3" fmla="*/ 0 h 3"/>
                <a:gd name="T4" fmla="*/ 0 w 1065"/>
                <a:gd name="T5" fmla="*/ 1 h 3"/>
                <a:gd name="T6" fmla="*/ 0 w 1065"/>
                <a:gd name="T7" fmla="*/ 3 h 3"/>
                <a:gd name="T8" fmla="*/ 1065 w 1065"/>
                <a:gd name="T9" fmla="*/ 3 h 3"/>
                <a:gd name="T10" fmla="*/ 1065 w 106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5" h="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065" y="3"/>
                    <a:pt x="1065" y="3"/>
                    <a:pt x="1065" y="3"/>
                  </a:cubicBezTo>
                  <a:cubicBezTo>
                    <a:pt x="1065" y="0"/>
                    <a:pt x="1065" y="0"/>
                    <a:pt x="10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2" name="Freeform 210">
              <a:extLst>
                <a:ext uri="{FF2B5EF4-FFF2-40B4-BE49-F238E27FC236}">
                  <a16:creationId xmlns:a16="http://schemas.microsoft.com/office/drawing/2014/main" xmlns="" id="{E27E8A68-4257-446B-B011-27B527B11B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35188" y="9380538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3" name="Freeform 211">
              <a:extLst>
                <a:ext uri="{FF2B5EF4-FFF2-40B4-BE49-F238E27FC236}">
                  <a16:creationId xmlns:a16="http://schemas.microsoft.com/office/drawing/2014/main" xmlns="" id="{63CF341D-2B39-4D7A-A0FC-8C9E4CAAD0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28788" y="924877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4" name="Freeform 212">
              <a:extLst>
                <a:ext uri="{FF2B5EF4-FFF2-40B4-BE49-F238E27FC236}">
                  <a16:creationId xmlns:a16="http://schemas.microsoft.com/office/drawing/2014/main" xmlns="" id="{06245076-6CA3-4FDE-9361-0DA26A2EC607}"/>
                </a:ext>
              </a:extLst>
            </p:cNvPr>
            <p:cNvSpPr/>
            <p:nvPr userDrawn="1"/>
          </p:nvSpPr>
          <p:spPr bwMode="auto">
            <a:xfrm>
              <a:off x="7011988" y="7650163"/>
              <a:ext cx="4183062" cy="1085850"/>
            </a:xfrm>
            <a:custGeom>
              <a:avLst/>
              <a:gdLst>
                <a:gd name="T0" fmla="*/ 853 w 856"/>
                <a:gd name="T1" fmla="*/ 0 h 222"/>
                <a:gd name="T2" fmla="*/ 853 w 856"/>
                <a:gd name="T3" fmla="*/ 118 h 222"/>
                <a:gd name="T4" fmla="*/ 751 w 856"/>
                <a:gd name="T5" fmla="*/ 219 h 222"/>
                <a:gd name="T6" fmla="*/ 0 w 856"/>
                <a:gd name="T7" fmla="*/ 219 h 222"/>
                <a:gd name="T8" fmla="*/ 0 w 856"/>
                <a:gd name="T9" fmla="*/ 222 h 222"/>
                <a:gd name="T10" fmla="*/ 751 w 856"/>
                <a:gd name="T11" fmla="*/ 222 h 222"/>
                <a:gd name="T12" fmla="*/ 856 w 856"/>
                <a:gd name="T13" fmla="*/ 118 h 222"/>
                <a:gd name="T14" fmla="*/ 856 w 856"/>
                <a:gd name="T15" fmla="*/ 0 h 222"/>
                <a:gd name="T16" fmla="*/ 854 w 856"/>
                <a:gd name="T17" fmla="*/ 0 h 222"/>
                <a:gd name="T18" fmla="*/ 853 w 856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" h="222">
                  <a:moveTo>
                    <a:pt x="853" y="0"/>
                  </a:moveTo>
                  <a:cubicBezTo>
                    <a:pt x="853" y="118"/>
                    <a:pt x="853" y="118"/>
                    <a:pt x="853" y="118"/>
                  </a:cubicBezTo>
                  <a:cubicBezTo>
                    <a:pt x="853" y="174"/>
                    <a:pt x="807" y="219"/>
                    <a:pt x="751" y="219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751" y="222"/>
                    <a:pt x="751" y="222"/>
                    <a:pt x="751" y="222"/>
                  </a:cubicBezTo>
                  <a:cubicBezTo>
                    <a:pt x="809" y="222"/>
                    <a:pt x="856" y="175"/>
                    <a:pt x="856" y="118"/>
                  </a:cubicBezTo>
                  <a:cubicBezTo>
                    <a:pt x="856" y="0"/>
                    <a:pt x="856" y="0"/>
                    <a:pt x="856" y="0"/>
                  </a:cubicBezTo>
                  <a:cubicBezTo>
                    <a:pt x="855" y="0"/>
                    <a:pt x="855" y="0"/>
                    <a:pt x="854" y="0"/>
                  </a:cubicBezTo>
                  <a:cubicBezTo>
                    <a:pt x="854" y="0"/>
                    <a:pt x="853" y="0"/>
                    <a:pt x="85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5" name="Freeform 213">
              <a:extLst>
                <a:ext uri="{FF2B5EF4-FFF2-40B4-BE49-F238E27FC236}">
                  <a16:creationId xmlns:a16="http://schemas.microsoft.com/office/drawing/2014/main" xmlns="" id="{94E0F53C-DEC9-4430-B64C-6620E76347B0}"/>
                </a:ext>
              </a:extLst>
            </p:cNvPr>
            <p:cNvSpPr/>
            <p:nvPr userDrawn="1"/>
          </p:nvSpPr>
          <p:spPr bwMode="auto">
            <a:xfrm>
              <a:off x="7011988" y="7986713"/>
              <a:ext cx="4335462" cy="885825"/>
            </a:xfrm>
            <a:custGeom>
              <a:avLst/>
              <a:gdLst>
                <a:gd name="T0" fmla="*/ 884 w 887"/>
                <a:gd name="T1" fmla="*/ 0 h 181"/>
                <a:gd name="T2" fmla="*/ 884 w 887"/>
                <a:gd name="T3" fmla="*/ 51 h 181"/>
                <a:gd name="T4" fmla="*/ 757 w 887"/>
                <a:gd name="T5" fmla="*/ 178 h 181"/>
                <a:gd name="T6" fmla="*/ 0 w 887"/>
                <a:gd name="T7" fmla="*/ 178 h 181"/>
                <a:gd name="T8" fmla="*/ 0 w 887"/>
                <a:gd name="T9" fmla="*/ 181 h 181"/>
                <a:gd name="T10" fmla="*/ 757 w 887"/>
                <a:gd name="T11" fmla="*/ 181 h 181"/>
                <a:gd name="T12" fmla="*/ 887 w 887"/>
                <a:gd name="T13" fmla="*/ 51 h 181"/>
                <a:gd name="T14" fmla="*/ 887 w 887"/>
                <a:gd name="T15" fmla="*/ 0 h 181"/>
                <a:gd name="T16" fmla="*/ 886 w 887"/>
                <a:gd name="T17" fmla="*/ 0 h 181"/>
                <a:gd name="T18" fmla="*/ 884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884" y="0"/>
                  </a:moveTo>
                  <a:cubicBezTo>
                    <a:pt x="884" y="51"/>
                    <a:pt x="884" y="51"/>
                    <a:pt x="884" y="51"/>
                  </a:cubicBezTo>
                  <a:cubicBezTo>
                    <a:pt x="884" y="121"/>
                    <a:pt x="827" y="178"/>
                    <a:pt x="757" y="17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757" y="181"/>
                    <a:pt x="757" y="181"/>
                    <a:pt x="757" y="181"/>
                  </a:cubicBezTo>
                  <a:cubicBezTo>
                    <a:pt x="829" y="181"/>
                    <a:pt x="887" y="123"/>
                    <a:pt x="887" y="51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87" y="0"/>
                    <a:pt x="886" y="0"/>
                    <a:pt x="886" y="0"/>
                  </a:cubicBezTo>
                  <a:cubicBezTo>
                    <a:pt x="885" y="0"/>
                    <a:pt x="885" y="0"/>
                    <a:pt x="88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6" name="Freeform 214">
              <a:extLst>
                <a:ext uri="{FF2B5EF4-FFF2-40B4-BE49-F238E27FC236}">
                  <a16:creationId xmlns:a16="http://schemas.microsoft.com/office/drawing/2014/main" xmlns="" id="{D426A132-F344-4AFD-9F3C-A887036E24DB}"/>
                </a:ext>
              </a:extLst>
            </p:cNvPr>
            <p:cNvSpPr/>
            <p:nvPr userDrawn="1"/>
          </p:nvSpPr>
          <p:spPr bwMode="auto">
            <a:xfrm>
              <a:off x="7011988" y="7850188"/>
              <a:ext cx="4502150" cy="1168400"/>
            </a:xfrm>
            <a:custGeom>
              <a:avLst/>
              <a:gdLst>
                <a:gd name="T0" fmla="*/ 917 w 921"/>
                <a:gd name="T1" fmla="*/ 0 h 239"/>
                <a:gd name="T2" fmla="*/ 917 w 921"/>
                <a:gd name="T3" fmla="*/ 80 h 239"/>
                <a:gd name="T4" fmla="*/ 761 w 921"/>
                <a:gd name="T5" fmla="*/ 236 h 239"/>
                <a:gd name="T6" fmla="*/ 0 w 921"/>
                <a:gd name="T7" fmla="*/ 236 h 239"/>
                <a:gd name="T8" fmla="*/ 0 w 921"/>
                <a:gd name="T9" fmla="*/ 239 h 239"/>
                <a:gd name="T10" fmla="*/ 761 w 921"/>
                <a:gd name="T11" fmla="*/ 239 h 239"/>
                <a:gd name="T12" fmla="*/ 921 w 921"/>
                <a:gd name="T13" fmla="*/ 80 h 239"/>
                <a:gd name="T14" fmla="*/ 921 w 921"/>
                <a:gd name="T15" fmla="*/ 0 h 239"/>
                <a:gd name="T16" fmla="*/ 919 w 921"/>
                <a:gd name="T17" fmla="*/ 1 h 239"/>
                <a:gd name="T18" fmla="*/ 917 w 921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1" h="239">
                  <a:moveTo>
                    <a:pt x="917" y="0"/>
                  </a:moveTo>
                  <a:cubicBezTo>
                    <a:pt x="917" y="80"/>
                    <a:pt x="917" y="80"/>
                    <a:pt x="917" y="80"/>
                  </a:cubicBezTo>
                  <a:cubicBezTo>
                    <a:pt x="917" y="166"/>
                    <a:pt x="847" y="236"/>
                    <a:pt x="761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761" y="239"/>
                    <a:pt x="761" y="239"/>
                    <a:pt x="761" y="239"/>
                  </a:cubicBezTo>
                  <a:cubicBezTo>
                    <a:pt x="849" y="239"/>
                    <a:pt x="921" y="168"/>
                    <a:pt x="921" y="80"/>
                  </a:cubicBezTo>
                  <a:cubicBezTo>
                    <a:pt x="921" y="0"/>
                    <a:pt x="921" y="0"/>
                    <a:pt x="921" y="0"/>
                  </a:cubicBezTo>
                  <a:cubicBezTo>
                    <a:pt x="920" y="1"/>
                    <a:pt x="920" y="1"/>
                    <a:pt x="919" y="1"/>
                  </a:cubicBezTo>
                  <a:cubicBezTo>
                    <a:pt x="918" y="1"/>
                    <a:pt x="918" y="1"/>
                    <a:pt x="91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7" name="Freeform 215">
              <a:extLst>
                <a:ext uri="{FF2B5EF4-FFF2-40B4-BE49-F238E27FC236}">
                  <a16:creationId xmlns:a16="http://schemas.microsoft.com/office/drawing/2014/main" xmlns="" id="{8ACE94DA-4CCE-4980-BE34-998E88B7335D}"/>
                </a:ext>
              </a:extLst>
            </p:cNvPr>
            <p:cNvSpPr/>
            <p:nvPr userDrawn="1"/>
          </p:nvSpPr>
          <p:spPr bwMode="auto">
            <a:xfrm>
              <a:off x="7011988" y="7439025"/>
              <a:ext cx="4629150" cy="1727200"/>
            </a:xfrm>
            <a:custGeom>
              <a:avLst/>
              <a:gdLst>
                <a:gd name="T0" fmla="*/ 944 w 947"/>
                <a:gd name="T1" fmla="*/ 0 h 353"/>
                <a:gd name="T2" fmla="*/ 944 w 947"/>
                <a:gd name="T3" fmla="*/ 174 h 353"/>
                <a:gd name="T4" fmla="*/ 768 w 947"/>
                <a:gd name="T5" fmla="*/ 350 h 353"/>
                <a:gd name="T6" fmla="*/ 0 w 947"/>
                <a:gd name="T7" fmla="*/ 350 h 353"/>
                <a:gd name="T8" fmla="*/ 0 w 947"/>
                <a:gd name="T9" fmla="*/ 353 h 353"/>
                <a:gd name="T10" fmla="*/ 768 w 947"/>
                <a:gd name="T11" fmla="*/ 353 h 353"/>
                <a:gd name="T12" fmla="*/ 947 w 947"/>
                <a:gd name="T13" fmla="*/ 174 h 353"/>
                <a:gd name="T14" fmla="*/ 947 w 947"/>
                <a:gd name="T15" fmla="*/ 0 h 353"/>
                <a:gd name="T16" fmla="*/ 945 w 947"/>
                <a:gd name="T17" fmla="*/ 0 h 353"/>
                <a:gd name="T18" fmla="*/ 944 w 947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3">
                  <a:moveTo>
                    <a:pt x="944" y="0"/>
                  </a:moveTo>
                  <a:cubicBezTo>
                    <a:pt x="944" y="174"/>
                    <a:pt x="944" y="174"/>
                    <a:pt x="944" y="174"/>
                  </a:cubicBezTo>
                  <a:cubicBezTo>
                    <a:pt x="944" y="271"/>
                    <a:pt x="865" y="350"/>
                    <a:pt x="768" y="350"/>
                  </a:cubicBezTo>
                  <a:cubicBezTo>
                    <a:pt x="0" y="350"/>
                    <a:pt x="0" y="350"/>
                    <a:pt x="0" y="35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768" y="353"/>
                    <a:pt x="768" y="353"/>
                    <a:pt x="768" y="353"/>
                  </a:cubicBezTo>
                  <a:cubicBezTo>
                    <a:pt x="867" y="353"/>
                    <a:pt x="947" y="273"/>
                    <a:pt x="947" y="174"/>
                  </a:cubicBezTo>
                  <a:cubicBezTo>
                    <a:pt x="947" y="0"/>
                    <a:pt x="947" y="0"/>
                    <a:pt x="947" y="0"/>
                  </a:cubicBezTo>
                  <a:cubicBezTo>
                    <a:pt x="947" y="0"/>
                    <a:pt x="946" y="0"/>
                    <a:pt x="945" y="0"/>
                  </a:cubicBezTo>
                  <a:cubicBezTo>
                    <a:pt x="945" y="0"/>
                    <a:pt x="944" y="0"/>
                    <a:pt x="94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8" name="Freeform 216">
              <a:extLst>
                <a:ext uri="{FF2B5EF4-FFF2-40B4-BE49-F238E27FC236}">
                  <a16:creationId xmlns:a16="http://schemas.microsoft.com/office/drawing/2014/main" xmlns="" id="{1186AB81-EC08-47A3-B424-BFDAFD7F41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7425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9" name="Freeform 217">
              <a:extLst>
                <a:ext uri="{FF2B5EF4-FFF2-40B4-BE49-F238E27FC236}">
                  <a16:creationId xmlns:a16="http://schemas.microsoft.com/office/drawing/2014/main" xmlns="" id="{F5668DBE-204F-4171-9E4F-584697820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98238" y="79041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0" name="Freeform 218">
              <a:extLst>
                <a:ext uri="{FF2B5EF4-FFF2-40B4-BE49-F238E27FC236}">
                  <a16:creationId xmlns:a16="http://schemas.microsoft.com/office/drawing/2014/main" xmlns="" id="{D3EFCB08-F6F6-491F-9E57-2E2F36735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0163" y="7767638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0 w 18"/>
                <a:gd name="T13" fmla="*/ 9 h 18"/>
                <a:gd name="T14" fmla="*/ 7 w 18"/>
                <a:gd name="T15" fmla="*/ 17 h 18"/>
                <a:gd name="T16" fmla="*/ 9 w 18"/>
                <a:gd name="T17" fmla="*/ 18 h 18"/>
                <a:gd name="T18" fmla="*/ 11 w 18"/>
                <a:gd name="T19" fmla="*/ 17 h 18"/>
                <a:gd name="T20" fmla="*/ 18 w 18"/>
                <a:gd name="T21" fmla="*/ 9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10" y="18"/>
                    <a:pt x="10" y="18"/>
                    <a:pt x="11" y="17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1" name="Freeform 219">
              <a:extLst>
                <a:ext uri="{FF2B5EF4-FFF2-40B4-BE49-F238E27FC236}">
                  <a16:creationId xmlns:a16="http://schemas.microsoft.com/office/drawing/2014/main" xmlns="" id="{FB523A2B-4AE4-496E-B6D5-96A80A3CE2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1925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2" name="Freeform 220">
              <a:extLst>
                <a:ext uri="{FF2B5EF4-FFF2-40B4-BE49-F238E27FC236}">
                  <a16:creationId xmlns:a16="http://schemas.microsoft.com/office/drawing/2014/main" xmlns="" id="{12AFCCC9-64AE-492B-B862-3E0D337B8B47}"/>
                </a:ext>
              </a:extLst>
            </p:cNvPr>
            <p:cNvSpPr/>
            <p:nvPr userDrawn="1"/>
          </p:nvSpPr>
          <p:spPr bwMode="auto">
            <a:xfrm>
              <a:off x="7021513" y="9977438"/>
              <a:ext cx="4178300" cy="1090613"/>
            </a:xfrm>
            <a:custGeom>
              <a:avLst/>
              <a:gdLst>
                <a:gd name="T0" fmla="*/ 751 w 855"/>
                <a:gd name="T1" fmla="*/ 0 h 223"/>
                <a:gd name="T2" fmla="*/ 0 w 855"/>
                <a:gd name="T3" fmla="*/ 0 h 223"/>
                <a:gd name="T4" fmla="*/ 0 w 855"/>
                <a:gd name="T5" fmla="*/ 3 h 223"/>
                <a:gd name="T6" fmla="*/ 751 w 855"/>
                <a:gd name="T7" fmla="*/ 3 h 223"/>
                <a:gd name="T8" fmla="*/ 852 w 855"/>
                <a:gd name="T9" fmla="*/ 105 h 223"/>
                <a:gd name="T10" fmla="*/ 852 w 855"/>
                <a:gd name="T11" fmla="*/ 223 h 223"/>
                <a:gd name="T12" fmla="*/ 854 w 855"/>
                <a:gd name="T13" fmla="*/ 223 h 223"/>
                <a:gd name="T14" fmla="*/ 855 w 855"/>
                <a:gd name="T15" fmla="*/ 223 h 223"/>
                <a:gd name="T16" fmla="*/ 855 w 855"/>
                <a:gd name="T17" fmla="*/ 105 h 223"/>
                <a:gd name="T18" fmla="*/ 751 w 855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5" h="223">
                  <a:moveTo>
                    <a:pt x="7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807" y="3"/>
                    <a:pt x="852" y="49"/>
                    <a:pt x="852" y="105"/>
                  </a:cubicBezTo>
                  <a:cubicBezTo>
                    <a:pt x="852" y="223"/>
                    <a:pt x="852" y="223"/>
                    <a:pt x="852" y="223"/>
                  </a:cubicBezTo>
                  <a:cubicBezTo>
                    <a:pt x="853" y="223"/>
                    <a:pt x="853" y="223"/>
                    <a:pt x="854" y="223"/>
                  </a:cubicBezTo>
                  <a:cubicBezTo>
                    <a:pt x="854" y="223"/>
                    <a:pt x="855" y="223"/>
                    <a:pt x="855" y="223"/>
                  </a:cubicBezTo>
                  <a:cubicBezTo>
                    <a:pt x="855" y="105"/>
                    <a:pt x="855" y="105"/>
                    <a:pt x="855" y="105"/>
                  </a:cubicBezTo>
                  <a:cubicBezTo>
                    <a:pt x="855" y="47"/>
                    <a:pt x="808" y="0"/>
                    <a:pt x="751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3" name="Freeform 221">
              <a:extLst>
                <a:ext uri="{FF2B5EF4-FFF2-40B4-BE49-F238E27FC236}">
                  <a16:creationId xmlns:a16="http://schemas.microsoft.com/office/drawing/2014/main" xmlns="" id="{46D3A967-56BC-45BF-8ED4-884A091A967F}"/>
                </a:ext>
              </a:extLst>
            </p:cNvPr>
            <p:cNvSpPr/>
            <p:nvPr userDrawn="1"/>
          </p:nvSpPr>
          <p:spPr bwMode="auto">
            <a:xfrm>
              <a:off x="7021513" y="9840913"/>
              <a:ext cx="4335462" cy="885825"/>
            </a:xfrm>
            <a:custGeom>
              <a:avLst/>
              <a:gdLst>
                <a:gd name="T0" fmla="*/ 756 w 887"/>
                <a:gd name="T1" fmla="*/ 0 h 181"/>
                <a:gd name="T2" fmla="*/ 0 w 887"/>
                <a:gd name="T3" fmla="*/ 0 h 181"/>
                <a:gd name="T4" fmla="*/ 0 w 887"/>
                <a:gd name="T5" fmla="*/ 3 h 181"/>
                <a:gd name="T6" fmla="*/ 756 w 887"/>
                <a:gd name="T7" fmla="*/ 3 h 181"/>
                <a:gd name="T8" fmla="*/ 884 w 887"/>
                <a:gd name="T9" fmla="*/ 131 h 181"/>
                <a:gd name="T10" fmla="*/ 884 w 887"/>
                <a:gd name="T11" fmla="*/ 181 h 181"/>
                <a:gd name="T12" fmla="*/ 885 w 887"/>
                <a:gd name="T13" fmla="*/ 181 h 181"/>
                <a:gd name="T14" fmla="*/ 887 w 887"/>
                <a:gd name="T15" fmla="*/ 181 h 181"/>
                <a:gd name="T16" fmla="*/ 887 w 887"/>
                <a:gd name="T17" fmla="*/ 131 h 181"/>
                <a:gd name="T18" fmla="*/ 756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7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6" y="3"/>
                    <a:pt x="756" y="3"/>
                    <a:pt x="756" y="3"/>
                  </a:cubicBezTo>
                  <a:cubicBezTo>
                    <a:pt x="827" y="3"/>
                    <a:pt x="884" y="60"/>
                    <a:pt x="884" y="131"/>
                  </a:cubicBezTo>
                  <a:cubicBezTo>
                    <a:pt x="884" y="181"/>
                    <a:pt x="884" y="181"/>
                    <a:pt x="884" y="181"/>
                  </a:cubicBezTo>
                  <a:cubicBezTo>
                    <a:pt x="884" y="181"/>
                    <a:pt x="885" y="181"/>
                    <a:pt x="885" y="181"/>
                  </a:cubicBezTo>
                  <a:cubicBezTo>
                    <a:pt x="886" y="181"/>
                    <a:pt x="886" y="181"/>
                    <a:pt x="887" y="181"/>
                  </a:cubicBezTo>
                  <a:cubicBezTo>
                    <a:pt x="887" y="131"/>
                    <a:pt x="887" y="131"/>
                    <a:pt x="887" y="131"/>
                  </a:cubicBezTo>
                  <a:cubicBezTo>
                    <a:pt x="887" y="59"/>
                    <a:pt x="828" y="0"/>
                    <a:pt x="756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4" name="Freeform 222">
              <a:extLst>
                <a:ext uri="{FF2B5EF4-FFF2-40B4-BE49-F238E27FC236}">
                  <a16:creationId xmlns:a16="http://schemas.microsoft.com/office/drawing/2014/main" xmlns="" id="{D8CCC54B-96D6-4384-8DB9-3B07D2811111}"/>
                </a:ext>
              </a:extLst>
            </p:cNvPr>
            <p:cNvSpPr/>
            <p:nvPr userDrawn="1"/>
          </p:nvSpPr>
          <p:spPr bwMode="auto">
            <a:xfrm>
              <a:off x="7021513" y="9694863"/>
              <a:ext cx="4497387" cy="1168400"/>
            </a:xfrm>
            <a:custGeom>
              <a:avLst/>
              <a:gdLst>
                <a:gd name="T0" fmla="*/ 760 w 920"/>
                <a:gd name="T1" fmla="*/ 0 h 239"/>
                <a:gd name="T2" fmla="*/ 0 w 920"/>
                <a:gd name="T3" fmla="*/ 0 h 239"/>
                <a:gd name="T4" fmla="*/ 0 w 920"/>
                <a:gd name="T5" fmla="*/ 3 h 239"/>
                <a:gd name="T6" fmla="*/ 760 w 920"/>
                <a:gd name="T7" fmla="*/ 3 h 239"/>
                <a:gd name="T8" fmla="*/ 917 w 920"/>
                <a:gd name="T9" fmla="*/ 160 h 239"/>
                <a:gd name="T10" fmla="*/ 917 w 920"/>
                <a:gd name="T11" fmla="*/ 239 h 239"/>
                <a:gd name="T12" fmla="*/ 919 w 920"/>
                <a:gd name="T13" fmla="*/ 239 h 239"/>
                <a:gd name="T14" fmla="*/ 920 w 920"/>
                <a:gd name="T15" fmla="*/ 239 h 239"/>
                <a:gd name="T16" fmla="*/ 920 w 920"/>
                <a:gd name="T17" fmla="*/ 160 h 239"/>
                <a:gd name="T18" fmla="*/ 760 w 920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0" h="239">
                  <a:moveTo>
                    <a:pt x="7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0" y="3"/>
                    <a:pt x="760" y="3"/>
                    <a:pt x="760" y="3"/>
                  </a:cubicBezTo>
                  <a:cubicBezTo>
                    <a:pt x="847" y="3"/>
                    <a:pt x="917" y="74"/>
                    <a:pt x="917" y="160"/>
                  </a:cubicBezTo>
                  <a:cubicBezTo>
                    <a:pt x="917" y="239"/>
                    <a:pt x="917" y="239"/>
                    <a:pt x="917" y="239"/>
                  </a:cubicBezTo>
                  <a:cubicBezTo>
                    <a:pt x="918" y="239"/>
                    <a:pt x="918" y="239"/>
                    <a:pt x="919" y="239"/>
                  </a:cubicBezTo>
                  <a:cubicBezTo>
                    <a:pt x="919" y="239"/>
                    <a:pt x="920" y="239"/>
                    <a:pt x="920" y="239"/>
                  </a:cubicBezTo>
                  <a:cubicBezTo>
                    <a:pt x="920" y="160"/>
                    <a:pt x="920" y="160"/>
                    <a:pt x="920" y="160"/>
                  </a:cubicBezTo>
                  <a:cubicBezTo>
                    <a:pt x="920" y="72"/>
                    <a:pt x="848" y="0"/>
                    <a:pt x="76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5" name="Freeform 223">
              <a:extLst>
                <a:ext uri="{FF2B5EF4-FFF2-40B4-BE49-F238E27FC236}">
                  <a16:creationId xmlns:a16="http://schemas.microsoft.com/office/drawing/2014/main" xmlns="" id="{1F4F8155-DADF-4F50-AA1B-32DA5B769BCD}"/>
                </a:ext>
              </a:extLst>
            </p:cNvPr>
            <p:cNvSpPr/>
            <p:nvPr userDrawn="1"/>
          </p:nvSpPr>
          <p:spPr bwMode="auto">
            <a:xfrm>
              <a:off x="7021513" y="9547225"/>
              <a:ext cx="4629150" cy="1731963"/>
            </a:xfrm>
            <a:custGeom>
              <a:avLst/>
              <a:gdLst>
                <a:gd name="T0" fmla="*/ 767 w 947"/>
                <a:gd name="T1" fmla="*/ 0 h 354"/>
                <a:gd name="T2" fmla="*/ 0 w 947"/>
                <a:gd name="T3" fmla="*/ 0 h 354"/>
                <a:gd name="T4" fmla="*/ 0 w 947"/>
                <a:gd name="T5" fmla="*/ 3 h 354"/>
                <a:gd name="T6" fmla="*/ 767 w 947"/>
                <a:gd name="T7" fmla="*/ 3 h 354"/>
                <a:gd name="T8" fmla="*/ 943 w 947"/>
                <a:gd name="T9" fmla="*/ 180 h 354"/>
                <a:gd name="T10" fmla="*/ 943 w 947"/>
                <a:gd name="T11" fmla="*/ 354 h 354"/>
                <a:gd name="T12" fmla="*/ 945 w 947"/>
                <a:gd name="T13" fmla="*/ 353 h 354"/>
                <a:gd name="T14" fmla="*/ 947 w 947"/>
                <a:gd name="T15" fmla="*/ 354 h 354"/>
                <a:gd name="T16" fmla="*/ 947 w 947"/>
                <a:gd name="T17" fmla="*/ 180 h 354"/>
                <a:gd name="T18" fmla="*/ 767 w 947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4">
                  <a:moveTo>
                    <a:pt x="7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7" y="3"/>
                    <a:pt x="767" y="3"/>
                    <a:pt x="767" y="3"/>
                  </a:cubicBezTo>
                  <a:cubicBezTo>
                    <a:pt x="864" y="3"/>
                    <a:pt x="943" y="82"/>
                    <a:pt x="943" y="180"/>
                  </a:cubicBezTo>
                  <a:cubicBezTo>
                    <a:pt x="943" y="354"/>
                    <a:pt x="943" y="354"/>
                    <a:pt x="943" y="354"/>
                  </a:cubicBezTo>
                  <a:cubicBezTo>
                    <a:pt x="944" y="353"/>
                    <a:pt x="945" y="353"/>
                    <a:pt x="945" y="353"/>
                  </a:cubicBezTo>
                  <a:cubicBezTo>
                    <a:pt x="946" y="353"/>
                    <a:pt x="946" y="353"/>
                    <a:pt x="947" y="354"/>
                  </a:cubicBezTo>
                  <a:cubicBezTo>
                    <a:pt x="947" y="180"/>
                    <a:pt x="947" y="180"/>
                    <a:pt x="947" y="180"/>
                  </a:cubicBezTo>
                  <a:cubicBezTo>
                    <a:pt x="947" y="81"/>
                    <a:pt x="866" y="0"/>
                    <a:pt x="76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6" name="Freeform 224">
              <a:extLst>
                <a:ext uri="{FF2B5EF4-FFF2-40B4-BE49-F238E27FC236}">
                  <a16:creationId xmlns:a16="http://schemas.microsoft.com/office/drawing/2014/main" xmlns="" id="{4BE96C66-A0A7-483D-9938-D4593CB3AA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52188" y="11068050"/>
              <a:ext cx="82550" cy="84138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8 h 17"/>
                <a:gd name="T4" fmla="*/ 9 w 17"/>
                <a:gd name="T5" fmla="*/ 3 h 17"/>
                <a:gd name="T6" fmla="*/ 14 w 17"/>
                <a:gd name="T7" fmla="*/ 8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8 h 17"/>
                <a:gd name="T16" fmla="*/ 9 w 17"/>
                <a:gd name="T17" fmla="*/ 17 h 17"/>
                <a:gd name="T18" fmla="*/ 17 w 17"/>
                <a:gd name="T19" fmla="*/ 8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8"/>
                  </a:cubicBezTo>
                  <a:cubicBezTo>
                    <a:pt x="3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7" name="Freeform 225">
              <a:extLst>
                <a:ext uri="{FF2B5EF4-FFF2-40B4-BE49-F238E27FC236}">
                  <a16:creationId xmlns:a16="http://schemas.microsoft.com/office/drawing/2014/main" xmlns="" id="{8F827AD3-64F4-4111-93C8-1B6D02686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7763" y="10726738"/>
              <a:ext cx="84137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2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8" name="Freeform 226">
              <a:extLst>
                <a:ext uri="{FF2B5EF4-FFF2-40B4-BE49-F238E27FC236}">
                  <a16:creationId xmlns:a16="http://schemas.microsoft.com/office/drawing/2014/main" xmlns="" id="{97C21B80-8D79-4200-8299-0DBC93B18F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9688" y="108632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9" name="Freeform 227">
              <a:extLst>
                <a:ext uri="{FF2B5EF4-FFF2-40B4-BE49-F238E27FC236}">
                  <a16:creationId xmlns:a16="http://schemas.microsoft.com/office/drawing/2014/main" xmlns="" id="{35EE361A-3852-4AEC-A2D1-00DFB9A23B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6688" y="11274425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7 w 18"/>
                <a:gd name="T13" fmla="*/ 1 h 18"/>
                <a:gd name="T14" fmla="*/ 0 w 18"/>
                <a:gd name="T15" fmla="*/ 9 h 18"/>
                <a:gd name="T16" fmla="*/ 9 w 18"/>
                <a:gd name="T17" fmla="*/ 18 h 18"/>
                <a:gd name="T18" fmla="*/ 18 w 18"/>
                <a:gd name="T19" fmla="*/ 9 h 18"/>
                <a:gd name="T20" fmla="*/ 11 w 18"/>
                <a:gd name="T21" fmla="*/ 1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9" y="0"/>
                    <a:pt x="8" y="0"/>
                    <a:pt x="7" y="1"/>
                  </a:cubicBezTo>
                  <a:cubicBezTo>
                    <a:pt x="4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4" y="18"/>
                    <a:pt x="18" y="14"/>
                    <a:pt x="18" y="9"/>
                  </a:cubicBezTo>
                  <a:cubicBezTo>
                    <a:pt x="18" y="5"/>
                    <a:pt x="15" y="1"/>
                    <a:pt x="11" y="1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0" name="Freeform 228">
              <a:extLst>
                <a:ext uri="{FF2B5EF4-FFF2-40B4-BE49-F238E27FC236}">
                  <a16:creationId xmlns:a16="http://schemas.microsoft.com/office/drawing/2014/main" xmlns="" id="{A667A830-5619-4A40-B459-B9E18551C481}"/>
                </a:ext>
              </a:extLst>
            </p:cNvPr>
            <p:cNvSpPr/>
            <p:nvPr userDrawn="1"/>
          </p:nvSpPr>
          <p:spPr bwMode="auto">
            <a:xfrm>
              <a:off x="7026275" y="9283700"/>
              <a:ext cx="4897437" cy="19050"/>
            </a:xfrm>
            <a:custGeom>
              <a:avLst/>
              <a:gdLst>
                <a:gd name="T0" fmla="*/ 1002 w 1002"/>
                <a:gd name="T1" fmla="*/ 0 h 4"/>
                <a:gd name="T2" fmla="*/ 0 w 1002"/>
                <a:gd name="T3" fmla="*/ 0 h 4"/>
                <a:gd name="T4" fmla="*/ 0 w 1002"/>
                <a:gd name="T5" fmla="*/ 4 h 4"/>
                <a:gd name="T6" fmla="*/ 1002 w 1002"/>
                <a:gd name="T7" fmla="*/ 4 h 4"/>
                <a:gd name="T8" fmla="*/ 1001 w 1002"/>
                <a:gd name="T9" fmla="*/ 2 h 4"/>
                <a:gd name="T10" fmla="*/ 1002 w 100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2" h="4">
                  <a:moveTo>
                    <a:pt x="10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02" y="4"/>
                    <a:pt x="1002" y="4"/>
                    <a:pt x="1002" y="4"/>
                  </a:cubicBezTo>
                  <a:cubicBezTo>
                    <a:pt x="1001" y="3"/>
                    <a:pt x="1001" y="3"/>
                    <a:pt x="1001" y="2"/>
                  </a:cubicBezTo>
                  <a:cubicBezTo>
                    <a:pt x="1001" y="2"/>
                    <a:pt x="1001" y="1"/>
                    <a:pt x="1002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1" name="Freeform 229">
              <a:extLst>
                <a:ext uri="{FF2B5EF4-FFF2-40B4-BE49-F238E27FC236}">
                  <a16:creationId xmlns:a16="http://schemas.microsoft.com/office/drawing/2014/main" xmlns="" id="{094D478C-FC2A-490F-B257-2CB4AE472637}"/>
                </a:ext>
              </a:extLst>
            </p:cNvPr>
            <p:cNvSpPr/>
            <p:nvPr userDrawn="1"/>
          </p:nvSpPr>
          <p:spPr bwMode="auto">
            <a:xfrm>
              <a:off x="7011988" y="9415463"/>
              <a:ext cx="5318125" cy="19050"/>
            </a:xfrm>
            <a:custGeom>
              <a:avLst/>
              <a:gdLst>
                <a:gd name="T0" fmla="*/ 1088 w 1088"/>
                <a:gd name="T1" fmla="*/ 0 h 4"/>
                <a:gd name="T2" fmla="*/ 0 w 1088"/>
                <a:gd name="T3" fmla="*/ 0 h 4"/>
                <a:gd name="T4" fmla="*/ 0 w 1088"/>
                <a:gd name="T5" fmla="*/ 4 h 4"/>
                <a:gd name="T6" fmla="*/ 1088 w 1088"/>
                <a:gd name="T7" fmla="*/ 4 h 4"/>
                <a:gd name="T8" fmla="*/ 1087 w 1088"/>
                <a:gd name="T9" fmla="*/ 2 h 4"/>
                <a:gd name="T10" fmla="*/ 1088 w 108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8" h="4">
                  <a:moveTo>
                    <a:pt x="10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88" y="4"/>
                    <a:pt x="1088" y="4"/>
                    <a:pt x="1088" y="4"/>
                  </a:cubicBezTo>
                  <a:cubicBezTo>
                    <a:pt x="1087" y="3"/>
                    <a:pt x="1087" y="3"/>
                    <a:pt x="1087" y="2"/>
                  </a:cubicBezTo>
                  <a:cubicBezTo>
                    <a:pt x="1087" y="2"/>
                    <a:pt x="1087" y="1"/>
                    <a:pt x="108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2" name="Freeform 230">
              <a:extLst>
                <a:ext uri="{FF2B5EF4-FFF2-40B4-BE49-F238E27FC236}">
                  <a16:creationId xmlns:a16="http://schemas.microsoft.com/office/drawing/2014/main" xmlns="" id="{DE02CF36-9B20-4CBD-B9B7-A1B6580E1B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18950" y="9253538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3" name="Freeform 231">
              <a:extLst>
                <a:ext uri="{FF2B5EF4-FFF2-40B4-BE49-F238E27FC236}">
                  <a16:creationId xmlns:a16="http://schemas.microsoft.com/office/drawing/2014/main" xmlns="" id="{288FF36E-DADD-4B2D-BCCD-465F93CB1B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325350" y="9385300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</p:grp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948718" y="2998375"/>
            <a:ext cx="5087595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en-US" noProof="1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948718" y="1785931"/>
            <a:ext cx="5087595" cy="1198382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49208" y="4137532"/>
            <a:ext cx="2294395" cy="296271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49207" y="4558199"/>
            <a:ext cx="5087595" cy="2962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Terabits</a:t>
            </a:r>
            <a:endParaRPr lang="zh-CN" altLang="en-US" noProof="1"/>
          </a:p>
        </p:txBody>
      </p:sp>
    </p:spTree>
    <p:extLst>
      <p:ext uri="{BB962C8B-B14F-4D97-AF65-F5344CB8AC3E}">
        <p14:creationId xmlns:p14="http://schemas.microsoft.com/office/powerpoint/2010/main" val="2392766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FA89D527-07F7-4DF8-B4AE-7CE4750343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4D938A1B-0B96-46F2-9400-1487ED36C6FC}"/>
              </a:ext>
            </a:extLst>
          </p:cNvPr>
          <p:cNvSpPr/>
          <p:nvPr userDrawn="1"/>
        </p:nvSpPr>
        <p:spPr>
          <a:xfrm>
            <a:off x="7223125" y="4016375"/>
            <a:ext cx="3338513" cy="2841625"/>
          </a:xfrm>
          <a:prstGeom prst="rect">
            <a:avLst/>
          </a:prstGeom>
          <a:gradFill>
            <a:gsLst>
              <a:gs pos="5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Freeform 100">
            <a:extLst>
              <a:ext uri="{FF2B5EF4-FFF2-40B4-BE49-F238E27FC236}">
                <a16:creationId xmlns:a16="http://schemas.microsoft.com/office/drawing/2014/main" xmlns="" id="{3A1F5932-2139-48CA-8277-742909F78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1695450"/>
            <a:ext cx="1912938" cy="1449388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01">
            <a:extLst>
              <a:ext uri="{FF2B5EF4-FFF2-40B4-BE49-F238E27FC236}">
                <a16:creationId xmlns:a16="http://schemas.microsoft.com/office/drawing/2014/main" xmlns="" id="{E2EAF21E-DF3A-47A2-A444-98FA64D4A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5063" y="1566863"/>
            <a:ext cx="766762" cy="1577975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2">
            <a:extLst>
              <a:ext uri="{FF2B5EF4-FFF2-40B4-BE49-F238E27FC236}">
                <a16:creationId xmlns:a16="http://schemas.microsoft.com/office/drawing/2014/main" xmlns="" id="{9908D12F-8726-4C8F-8278-5E5EA5C50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5525" y="1428750"/>
            <a:ext cx="998538" cy="1716088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3">
            <a:extLst>
              <a:ext uri="{FF2B5EF4-FFF2-40B4-BE49-F238E27FC236}">
                <a16:creationId xmlns:a16="http://schemas.microsoft.com/office/drawing/2014/main" xmlns="" id="{565847EB-3C92-41EA-8FC7-AEB66A45F26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432675" y="1665288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4">
            <a:extLst>
              <a:ext uri="{FF2B5EF4-FFF2-40B4-BE49-F238E27FC236}">
                <a16:creationId xmlns:a16="http://schemas.microsoft.com/office/drawing/2014/main" xmlns="" id="{D8ADE8E6-8C31-478D-B207-22A9E6F64A9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94738" y="153987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5">
            <a:extLst>
              <a:ext uri="{FF2B5EF4-FFF2-40B4-BE49-F238E27FC236}">
                <a16:creationId xmlns:a16="http://schemas.microsoft.com/office/drawing/2014/main" xmlns="" id="{ED5EA8DF-2B7F-458B-A8F1-89B911E1D94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583613" y="1398588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6">
            <a:extLst>
              <a:ext uri="{FF2B5EF4-FFF2-40B4-BE49-F238E27FC236}">
                <a16:creationId xmlns:a16="http://schemas.microsoft.com/office/drawing/2014/main" xmlns="" id="{0AEB20D9-923D-4E84-AB1B-3E8954AF5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1322388"/>
            <a:ext cx="1471612" cy="1822450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07">
            <a:extLst>
              <a:ext uri="{FF2B5EF4-FFF2-40B4-BE49-F238E27FC236}">
                <a16:creationId xmlns:a16="http://schemas.microsoft.com/office/drawing/2014/main" xmlns="" id="{47CDE46C-DC4A-4CEB-B760-75CE03381F7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311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8">
            <a:extLst>
              <a:ext uri="{FF2B5EF4-FFF2-40B4-BE49-F238E27FC236}">
                <a16:creationId xmlns:a16="http://schemas.microsoft.com/office/drawing/2014/main" xmlns="" id="{7670E6CE-3BB7-4481-8625-050E809AD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2663" y="1322388"/>
            <a:ext cx="1041400" cy="1822450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9">
            <a:extLst>
              <a:ext uri="{FF2B5EF4-FFF2-40B4-BE49-F238E27FC236}">
                <a16:creationId xmlns:a16="http://schemas.microsoft.com/office/drawing/2014/main" xmlns="" id="{D3DF8C53-D1F5-492E-99C7-BD5464222F1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08981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10">
            <a:extLst>
              <a:ext uri="{FF2B5EF4-FFF2-40B4-BE49-F238E27FC236}">
                <a16:creationId xmlns:a16="http://schemas.microsoft.com/office/drawing/2014/main" xmlns="" id="{A2C0E662-1FEA-4BEB-9A1E-7861B2690B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042650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11">
            <a:extLst>
              <a:ext uri="{FF2B5EF4-FFF2-40B4-BE49-F238E27FC236}">
                <a16:creationId xmlns:a16="http://schemas.microsoft.com/office/drawing/2014/main" xmlns="" id="{3B296366-066A-46CF-BD0B-07AC0B29637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1902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12">
            <a:extLst>
              <a:ext uri="{FF2B5EF4-FFF2-40B4-BE49-F238E27FC236}">
                <a16:creationId xmlns:a16="http://schemas.microsoft.com/office/drawing/2014/main" xmlns="" id="{E2BD13DC-08C4-4EEE-914C-B1A33AECE58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333163" y="1292225"/>
            <a:ext cx="74612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13">
            <a:extLst>
              <a:ext uri="{FF2B5EF4-FFF2-40B4-BE49-F238E27FC236}">
                <a16:creationId xmlns:a16="http://schemas.microsoft.com/office/drawing/2014/main" xmlns="" id="{A6B2E18D-6DAB-49DB-B326-FFD09F6A4EB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480800" y="1292225"/>
            <a:ext cx="74613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4">
            <a:extLst>
              <a:ext uri="{FF2B5EF4-FFF2-40B4-BE49-F238E27FC236}">
                <a16:creationId xmlns:a16="http://schemas.microsoft.com/office/drawing/2014/main" xmlns="" id="{D09F76B4-9EDF-4BB0-A4BD-C03A27656A5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625263" y="1292225"/>
            <a:ext cx="71437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7">
            <a:extLst>
              <a:ext uri="{FF2B5EF4-FFF2-40B4-BE49-F238E27FC236}">
                <a16:creationId xmlns:a16="http://schemas.microsoft.com/office/drawing/2014/main" xmlns="" id="{B6666370-092F-4B21-BC49-81C165E4432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353175" y="2852738"/>
            <a:ext cx="5005388" cy="2908300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8">
            <a:extLst>
              <a:ext uri="{FF2B5EF4-FFF2-40B4-BE49-F238E27FC236}">
                <a16:creationId xmlns:a16="http://schemas.microsoft.com/office/drawing/2014/main" xmlns="" id="{D86BA65D-3B90-41FF-B10A-4F4E0E8CD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2505075"/>
            <a:ext cx="5205413" cy="2952750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9">
            <a:extLst>
              <a:ext uri="{FF2B5EF4-FFF2-40B4-BE49-F238E27FC236}">
                <a16:creationId xmlns:a16="http://schemas.microsoft.com/office/drawing/2014/main" xmlns="" id="{F9FAF9F0-1C4A-4256-A265-62E3124CD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3368675"/>
            <a:ext cx="5205413" cy="2076450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20">
            <a:extLst>
              <a:ext uri="{FF2B5EF4-FFF2-40B4-BE49-F238E27FC236}">
                <a16:creationId xmlns:a16="http://schemas.microsoft.com/office/drawing/2014/main" xmlns="" id="{03258DA8-CB1C-41C2-8363-C6729AE73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3414713"/>
            <a:ext cx="5205413" cy="1997075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21">
            <a:extLst>
              <a:ext uri="{FF2B5EF4-FFF2-40B4-BE49-F238E27FC236}">
                <a16:creationId xmlns:a16="http://schemas.microsoft.com/office/drawing/2014/main" xmlns="" id="{CAC6BC2E-BC0C-4E06-A519-62B8374FE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700" y="2308225"/>
            <a:ext cx="5240338" cy="3027363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2">
            <a:extLst>
              <a:ext uri="{FF2B5EF4-FFF2-40B4-BE49-F238E27FC236}">
                <a16:creationId xmlns:a16="http://schemas.microsoft.com/office/drawing/2014/main" xmlns="" id="{4C6722D5-597A-476B-9FFB-A37EBA64E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813" y="5087938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3">
            <a:extLst>
              <a:ext uri="{FF2B5EF4-FFF2-40B4-BE49-F238E27FC236}">
                <a16:creationId xmlns:a16="http://schemas.microsoft.com/office/drawing/2014/main" xmlns="" id="{D8123861-108E-48F3-B00C-328D748ED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425" y="5130800"/>
            <a:ext cx="36513" cy="57150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4">
            <a:extLst>
              <a:ext uri="{FF2B5EF4-FFF2-40B4-BE49-F238E27FC236}">
                <a16:creationId xmlns:a16="http://schemas.microsoft.com/office/drawing/2014/main" xmlns="" id="{E1E16852-F19B-4C74-8711-911715DAA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450" y="5175250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5">
            <a:extLst>
              <a:ext uri="{FF2B5EF4-FFF2-40B4-BE49-F238E27FC236}">
                <a16:creationId xmlns:a16="http://schemas.microsoft.com/office/drawing/2014/main" xmlns="" id="{00D3F213-AEE9-461A-9821-E972EB5B5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4503738"/>
            <a:ext cx="39687" cy="52387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6">
            <a:extLst>
              <a:ext uri="{FF2B5EF4-FFF2-40B4-BE49-F238E27FC236}">
                <a16:creationId xmlns:a16="http://schemas.microsoft.com/office/drawing/2014/main" xmlns="" id="{99FAF4F1-248C-494E-8CAE-9DE0E3F9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4545013"/>
            <a:ext cx="41275" cy="57150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7">
            <a:extLst>
              <a:ext uri="{FF2B5EF4-FFF2-40B4-BE49-F238E27FC236}">
                <a16:creationId xmlns:a16="http://schemas.microsoft.com/office/drawing/2014/main" xmlns="" id="{18A61A7E-06D1-4936-9D3C-BD4CF705F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038" y="4589463"/>
            <a:ext cx="38100" cy="5397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8">
            <a:extLst>
              <a:ext uri="{FF2B5EF4-FFF2-40B4-BE49-F238E27FC236}">
                <a16:creationId xmlns:a16="http://schemas.microsoft.com/office/drawing/2014/main" xmlns="" id="{0C2F7A97-0454-482A-B806-90B72401DD3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24913" y="2297113"/>
            <a:ext cx="823912" cy="433387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9">
            <a:extLst>
              <a:ext uri="{FF2B5EF4-FFF2-40B4-BE49-F238E27FC236}">
                <a16:creationId xmlns:a16="http://schemas.microsoft.com/office/drawing/2014/main" xmlns="" id="{A2FF0A01-030B-41D0-A009-026BD0FD8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3" y="2387600"/>
            <a:ext cx="15875" cy="23813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30">
            <a:extLst>
              <a:ext uri="{FF2B5EF4-FFF2-40B4-BE49-F238E27FC236}">
                <a16:creationId xmlns:a16="http://schemas.microsoft.com/office/drawing/2014/main" xmlns="" id="{D7B34D66-772D-48A3-8B1B-E32BD0E7D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3" y="2387600"/>
            <a:ext cx="15875" cy="23813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31">
            <a:extLst>
              <a:ext uri="{FF2B5EF4-FFF2-40B4-BE49-F238E27FC236}">
                <a16:creationId xmlns:a16="http://schemas.microsoft.com/office/drawing/2014/main" xmlns="" id="{F02319AF-B822-4214-8E97-6B2B659C2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4363" y="2319338"/>
            <a:ext cx="17462" cy="26987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2">
            <a:extLst>
              <a:ext uri="{FF2B5EF4-FFF2-40B4-BE49-F238E27FC236}">
                <a16:creationId xmlns:a16="http://schemas.microsoft.com/office/drawing/2014/main" xmlns="" id="{D72589FA-ED31-4FED-B4A3-6D776324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8188" y="2297113"/>
            <a:ext cx="1587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3">
            <a:extLst>
              <a:ext uri="{FF2B5EF4-FFF2-40B4-BE49-F238E27FC236}">
                <a16:creationId xmlns:a16="http://schemas.microsoft.com/office/drawing/2014/main" xmlns="" id="{5126ED09-4C7C-427B-AAA2-108FB7EA7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3087688"/>
            <a:ext cx="1951037" cy="11747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4">
            <a:extLst>
              <a:ext uri="{FF2B5EF4-FFF2-40B4-BE49-F238E27FC236}">
                <a16:creationId xmlns:a16="http://schemas.microsoft.com/office/drawing/2014/main" xmlns="" id="{1792FC57-ECDB-4D6E-B7C7-77EFC910E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4221163"/>
            <a:ext cx="1836738" cy="1076325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" name="组合 161">
            <a:extLst>
              <a:ext uri="{FF2B5EF4-FFF2-40B4-BE49-F238E27FC236}">
                <a16:creationId xmlns:a16="http://schemas.microsoft.com/office/drawing/2014/main" xmlns="" id="{49541F5F-FC95-468E-B89E-EA6E378B89C7}"/>
              </a:ext>
            </a:extLst>
          </p:cNvPr>
          <p:cNvGrpSpPr>
            <a:grpSpLocks/>
          </p:cNvGrpSpPr>
          <p:nvPr/>
        </p:nvGrpSpPr>
        <p:grpSpPr bwMode="auto">
          <a:xfrm>
            <a:off x="6197600" y="2320925"/>
            <a:ext cx="5260975" cy="3022600"/>
            <a:chOff x="7564437" y="4244495"/>
            <a:chExt cx="4236358" cy="2433801"/>
          </a:xfrm>
        </p:grpSpPr>
        <p:sp>
          <p:nvSpPr>
            <p:cNvPr id="42" name="Freeform 238">
              <a:extLst>
                <a:ext uri="{FF2B5EF4-FFF2-40B4-BE49-F238E27FC236}">
                  <a16:creationId xmlns:a16="http://schemas.microsoft.com/office/drawing/2014/main" xmlns="" id="{D2A5171D-E58B-49E6-8330-867C6E75D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xmlns="" id="{83D6515D-411E-4AE8-86D4-1A76E4EF5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38">
              <a:extLst>
                <a:ext uri="{FF2B5EF4-FFF2-40B4-BE49-F238E27FC236}">
                  <a16:creationId xmlns:a16="http://schemas.microsoft.com/office/drawing/2014/main" xmlns="" id="{ADE1FC05-CBFC-4560-906E-DBDADF97B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xmlns="" id="{BA520366-ED7A-4104-BCB8-5AFF9EFEA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" name="Freeform 135">
            <a:extLst>
              <a:ext uri="{FF2B5EF4-FFF2-40B4-BE49-F238E27FC236}">
                <a16:creationId xmlns:a16="http://schemas.microsoft.com/office/drawing/2014/main" xmlns="" id="{F84C648C-8347-47DF-B8BE-C1DB94BF013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80450" y="4037013"/>
            <a:ext cx="1104900" cy="642937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Freeform 137">
            <a:extLst>
              <a:ext uri="{FF2B5EF4-FFF2-40B4-BE49-F238E27FC236}">
                <a16:creationId xmlns:a16="http://schemas.microsoft.com/office/drawing/2014/main" xmlns="" id="{020821C1-6477-4F16-B170-5FFE976A9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3095625"/>
            <a:ext cx="20638" cy="7938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36">
            <a:extLst>
              <a:ext uri="{FF2B5EF4-FFF2-40B4-BE49-F238E27FC236}">
                <a16:creationId xmlns:a16="http://schemas.microsoft.com/office/drawing/2014/main" xmlns="" id="{6B37FE91-B408-4775-BDA3-199D009784F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736138" y="3327400"/>
            <a:ext cx="1281112" cy="639763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8">
            <a:extLst>
              <a:ext uri="{FF2B5EF4-FFF2-40B4-BE49-F238E27FC236}">
                <a16:creationId xmlns:a16="http://schemas.microsoft.com/office/drawing/2014/main" xmlns="" id="{FFD860AE-3B39-4E53-819A-3822DD4EF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3095625"/>
            <a:ext cx="20638" cy="7938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9">
            <a:extLst>
              <a:ext uri="{FF2B5EF4-FFF2-40B4-BE49-F238E27FC236}">
                <a16:creationId xmlns:a16="http://schemas.microsoft.com/office/drawing/2014/main" xmlns="" id="{6E1E582E-F77C-4151-B212-6AE8435741B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5788" y="2901950"/>
            <a:ext cx="1238250" cy="679450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40">
            <a:extLst>
              <a:ext uri="{FF2B5EF4-FFF2-40B4-BE49-F238E27FC236}">
                <a16:creationId xmlns:a16="http://schemas.microsoft.com/office/drawing/2014/main" xmlns="" id="{5076AC02-A9A1-41D3-8BAB-BD3445F9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3087688"/>
            <a:ext cx="23813" cy="11112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41">
            <a:extLst>
              <a:ext uri="{FF2B5EF4-FFF2-40B4-BE49-F238E27FC236}">
                <a16:creationId xmlns:a16="http://schemas.microsoft.com/office/drawing/2014/main" xmlns="" id="{7A977D5F-3BC9-49B7-95FA-CBBBA3DE8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3087688"/>
            <a:ext cx="23813" cy="11112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2">
            <a:extLst>
              <a:ext uri="{FF2B5EF4-FFF2-40B4-BE49-F238E27FC236}">
                <a16:creationId xmlns:a16="http://schemas.microsoft.com/office/drawing/2014/main" xmlns="" id="{CBF95F56-E509-4256-9084-654CF722C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538" y="4676775"/>
            <a:ext cx="152400" cy="179388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3">
            <a:extLst>
              <a:ext uri="{FF2B5EF4-FFF2-40B4-BE49-F238E27FC236}">
                <a16:creationId xmlns:a16="http://schemas.microsoft.com/office/drawing/2014/main" xmlns="" id="{C44C5CC4-F21A-4C0F-875E-43907342E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4794250"/>
            <a:ext cx="171450" cy="142875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4">
            <a:extLst>
              <a:ext uri="{FF2B5EF4-FFF2-40B4-BE49-F238E27FC236}">
                <a16:creationId xmlns:a16="http://schemas.microsoft.com/office/drawing/2014/main" xmlns="" id="{778C8FFC-A32B-4CCA-8A70-0807EF721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963" y="4503738"/>
            <a:ext cx="1493837" cy="352425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5">
            <a:extLst>
              <a:ext uri="{FF2B5EF4-FFF2-40B4-BE49-F238E27FC236}">
                <a16:creationId xmlns:a16="http://schemas.microsoft.com/office/drawing/2014/main" xmlns="" id="{BABAA874-2E54-4C3F-84E3-1BCC5729F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3384550"/>
            <a:ext cx="909637" cy="1131888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6">
            <a:extLst>
              <a:ext uri="{FF2B5EF4-FFF2-40B4-BE49-F238E27FC236}">
                <a16:creationId xmlns:a16="http://schemas.microsoft.com/office/drawing/2014/main" xmlns="" id="{34D7C0CC-2DA1-4D77-A0C7-0DE9177F6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3659188"/>
            <a:ext cx="1541463" cy="368300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50">
            <a:extLst>
              <a:ext uri="{FF2B5EF4-FFF2-40B4-BE49-F238E27FC236}">
                <a16:creationId xmlns:a16="http://schemas.microsoft.com/office/drawing/2014/main" xmlns="" id="{6D9A3AAD-6D8A-45A0-AEFF-A8702CAC190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44038" y="273843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51">
            <a:extLst>
              <a:ext uri="{FF2B5EF4-FFF2-40B4-BE49-F238E27FC236}">
                <a16:creationId xmlns:a16="http://schemas.microsoft.com/office/drawing/2014/main" xmlns="" id="{DC69D04C-0CA7-4D0E-8BE8-424D09A6A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400" y="3741738"/>
            <a:ext cx="123825" cy="73025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2">
            <a:extLst>
              <a:ext uri="{FF2B5EF4-FFF2-40B4-BE49-F238E27FC236}">
                <a16:creationId xmlns:a16="http://schemas.microsoft.com/office/drawing/2014/main" xmlns="" id="{49345F0D-FBD5-450B-8D59-13A91F51C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400" y="3741738"/>
            <a:ext cx="123825" cy="73025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3">
            <a:extLst>
              <a:ext uri="{FF2B5EF4-FFF2-40B4-BE49-F238E27FC236}">
                <a16:creationId xmlns:a16="http://schemas.microsoft.com/office/drawing/2014/main" xmlns="" id="{CA10216E-F4D0-41F8-87EA-B91FA1586C5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975850" y="3741738"/>
            <a:ext cx="436563" cy="155575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7">
            <a:extLst>
              <a:ext uri="{FF2B5EF4-FFF2-40B4-BE49-F238E27FC236}">
                <a16:creationId xmlns:a16="http://schemas.microsoft.com/office/drawing/2014/main" xmlns="" id="{C47C0E1E-6B82-46D4-8A5F-4BDAA17D9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41613"/>
            <a:ext cx="3175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8">
            <a:extLst>
              <a:ext uri="{FF2B5EF4-FFF2-40B4-BE49-F238E27FC236}">
                <a16:creationId xmlns:a16="http://schemas.microsoft.com/office/drawing/2014/main" xmlns="" id="{CD37B47C-BEF0-40D7-9A1B-A0D3212F0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33675"/>
            <a:ext cx="15875" cy="793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9">
            <a:extLst>
              <a:ext uri="{FF2B5EF4-FFF2-40B4-BE49-F238E27FC236}">
                <a16:creationId xmlns:a16="http://schemas.microsoft.com/office/drawing/2014/main" xmlns="" id="{843A9F59-04DE-4D8C-B2FC-5EA650D11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30500"/>
            <a:ext cx="992188" cy="1179513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60">
            <a:extLst>
              <a:ext uri="{FF2B5EF4-FFF2-40B4-BE49-F238E27FC236}">
                <a16:creationId xmlns:a16="http://schemas.microsoft.com/office/drawing/2014/main" xmlns="" id="{F2F660B3-C66F-4069-8160-FA6D39A4AA9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36100" y="2738438"/>
            <a:ext cx="7938" cy="3175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64">
            <a:extLst>
              <a:ext uri="{FF2B5EF4-FFF2-40B4-BE49-F238E27FC236}">
                <a16:creationId xmlns:a16="http://schemas.microsoft.com/office/drawing/2014/main" xmlns="" id="{5E578A77-50F6-40CA-9909-4C1F5999004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44038" y="2738438"/>
            <a:ext cx="968375" cy="1182687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72">
            <a:extLst>
              <a:ext uri="{FF2B5EF4-FFF2-40B4-BE49-F238E27FC236}">
                <a16:creationId xmlns:a16="http://schemas.microsoft.com/office/drawing/2014/main" xmlns="" id="{EDCF4CBF-0E29-4753-912C-649CCE95C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3" y="4452938"/>
            <a:ext cx="122237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73">
            <a:extLst>
              <a:ext uri="{FF2B5EF4-FFF2-40B4-BE49-F238E27FC236}">
                <a16:creationId xmlns:a16="http://schemas.microsoft.com/office/drawing/2014/main" xmlns="" id="{0096B257-3E0B-4250-9C13-ACB89DE63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3" y="4452938"/>
            <a:ext cx="122237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4">
            <a:extLst>
              <a:ext uri="{FF2B5EF4-FFF2-40B4-BE49-F238E27FC236}">
                <a16:creationId xmlns:a16="http://schemas.microsoft.com/office/drawing/2014/main" xmlns="" id="{FDF4A16E-FF3D-4B48-9CAC-B7245AA4972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743950" y="4452938"/>
            <a:ext cx="433388" cy="157162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95">
            <a:extLst>
              <a:ext uri="{FF2B5EF4-FFF2-40B4-BE49-F238E27FC236}">
                <a16:creationId xmlns:a16="http://schemas.microsoft.com/office/drawing/2014/main" xmlns="" id="{0FF9BE0F-759D-4F7B-8EB1-E83813E2A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163888"/>
            <a:ext cx="119063" cy="204787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96">
            <a:extLst>
              <a:ext uri="{FF2B5EF4-FFF2-40B4-BE49-F238E27FC236}">
                <a16:creationId xmlns:a16="http://schemas.microsoft.com/office/drawing/2014/main" xmlns="" id="{77BFB1EA-368C-448C-BEA7-F400B5541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163888"/>
            <a:ext cx="119063" cy="204787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7">
            <a:extLst>
              <a:ext uri="{FF2B5EF4-FFF2-40B4-BE49-F238E27FC236}">
                <a16:creationId xmlns:a16="http://schemas.microsoft.com/office/drawing/2014/main" xmlns="" id="{37338B3D-4D3C-4BC3-90CC-D5ABCA8B829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04213" y="3148013"/>
            <a:ext cx="134937" cy="228600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8">
            <a:extLst>
              <a:ext uri="{FF2B5EF4-FFF2-40B4-BE49-F238E27FC236}">
                <a16:creationId xmlns:a16="http://schemas.microsoft.com/office/drawing/2014/main" xmlns="" id="{D3BEFF67-5D01-46EE-805B-4DDEDA44AC6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04213" y="3148013"/>
            <a:ext cx="134937" cy="228600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68">
            <a:extLst>
              <a:ext uri="{FF2B5EF4-FFF2-40B4-BE49-F238E27FC236}">
                <a16:creationId xmlns:a16="http://schemas.microsoft.com/office/drawing/2014/main" xmlns="" id="{0B960C00-8AF9-4DB8-B225-2F0270499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17888"/>
            <a:ext cx="1038225" cy="1220787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69">
            <a:extLst>
              <a:ext uri="{FF2B5EF4-FFF2-40B4-BE49-F238E27FC236}">
                <a16:creationId xmlns:a16="http://schemas.microsoft.com/office/drawing/2014/main" xmlns="" id="{2D024091-F83B-4ED2-81D3-22C831574F8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1025" y="3417888"/>
            <a:ext cx="1038225" cy="1220787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70">
            <a:extLst>
              <a:ext uri="{FF2B5EF4-FFF2-40B4-BE49-F238E27FC236}">
                <a16:creationId xmlns:a16="http://schemas.microsoft.com/office/drawing/2014/main" xmlns="" id="{58AF1531-15EE-4560-B2CC-C0630DE3B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9913" y="3441700"/>
            <a:ext cx="987425" cy="12096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71">
            <a:extLst>
              <a:ext uri="{FF2B5EF4-FFF2-40B4-BE49-F238E27FC236}">
                <a16:creationId xmlns:a16="http://schemas.microsoft.com/office/drawing/2014/main" xmlns="" id="{F2056664-D23D-4A4C-8F1C-18A44ADE438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5">
            <a:extLst>
              <a:ext uri="{FF2B5EF4-FFF2-40B4-BE49-F238E27FC236}">
                <a16:creationId xmlns:a16="http://schemas.microsoft.com/office/drawing/2014/main" xmlns="" id="{F48EE775-7ED0-4436-BA2B-609D380BE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25" y="3460750"/>
            <a:ext cx="976313" cy="11842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8">
            <a:extLst>
              <a:ext uri="{FF2B5EF4-FFF2-40B4-BE49-F238E27FC236}">
                <a16:creationId xmlns:a16="http://schemas.microsoft.com/office/drawing/2014/main" xmlns="" id="{58C5F8D6-C538-4720-9D50-DEB0732D6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1225"/>
            <a:ext cx="4763" cy="4763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9">
            <a:extLst>
              <a:ext uri="{FF2B5EF4-FFF2-40B4-BE49-F238E27FC236}">
                <a16:creationId xmlns:a16="http://schemas.microsoft.com/office/drawing/2014/main" xmlns="" id="{6494ACA9-4F77-4F46-AEC6-70438F50D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46463"/>
            <a:ext cx="17463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80">
            <a:extLst>
              <a:ext uri="{FF2B5EF4-FFF2-40B4-BE49-F238E27FC236}">
                <a16:creationId xmlns:a16="http://schemas.microsoft.com/office/drawing/2014/main" xmlns="" id="{92EB9724-3689-4D2F-958E-87C1632CB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41700"/>
            <a:ext cx="995363" cy="11811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81">
            <a:extLst>
              <a:ext uri="{FF2B5EF4-FFF2-40B4-BE49-F238E27FC236}">
                <a16:creationId xmlns:a16="http://schemas.microsoft.com/office/drawing/2014/main" xmlns="" id="{26E331AE-1E17-4526-865B-45995F2A04B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Rectangle 182">
            <a:extLst>
              <a:ext uri="{FF2B5EF4-FFF2-40B4-BE49-F238E27FC236}">
                <a16:creationId xmlns:a16="http://schemas.microsoft.com/office/drawing/2014/main" xmlns="" id="{79BA8D2E-D375-4FC4-A7EF-8367FC4F9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5988"/>
            <a:ext cx="1588" cy="1587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183">
            <a:extLst>
              <a:ext uri="{FF2B5EF4-FFF2-40B4-BE49-F238E27FC236}">
                <a16:creationId xmlns:a16="http://schemas.microsoft.com/office/drawing/2014/main" xmlns="" id="{5E30F9DC-C719-47DA-A7D0-6E14FF66F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59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86">
            <a:extLst>
              <a:ext uri="{FF2B5EF4-FFF2-40B4-BE49-F238E27FC236}">
                <a16:creationId xmlns:a16="http://schemas.microsoft.com/office/drawing/2014/main" xmlns="" id="{6C437F70-D115-4E2C-AD55-6A1B2801B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963" y="3446463"/>
            <a:ext cx="984250" cy="1189037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7">
            <a:extLst>
              <a:ext uri="{FF2B5EF4-FFF2-40B4-BE49-F238E27FC236}">
                <a16:creationId xmlns:a16="http://schemas.microsoft.com/office/drawing/2014/main" xmlns="" id="{64B5063B-6199-4326-ACC8-95137C45B6A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968375" cy="11842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209">
            <a:extLst>
              <a:ext uri="{FF2B5EF4-FFF2-40B4-BE49-F238E27FC236}">
                <a16:creationId xmlns:a16="http://schemas.microsoft.com/office/drawing/2014/main" xmlns="" id="{1ED1DD6C-3E4B-408C-BD16-030FDA879F2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23338" y="3463925"/>
            <a:ext cx="15875" cy="26988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217">
            <a:extLst>
              <a:ext uri="{FF2B5EF4-FFF2-40B4-BE49-F238E27FC236}">
                <a16:creationId xmlns:a16="http://schemas.microsoft.com/office/drawing/2014/main" xmlns="" id="{C1687EDF-7A9B-4F2D-A05B-AD10A5C5B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188" y="2722563"/>
            <a:ext cx="122237" cy="179387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18">
            <a:extLst>
              <a:ext uri="{FF2B5EF4-FFF2-40B4-BE49-F238E27FC236}">
                <a16:creationId xmlns:a16="http://schemas.microsoft.com/office/drawing/2014/main" xmlns="" id="{72D2F478-4CDD-4028-AD16-9A931BF1D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2806700"/>
            <a:ext cx="122238" cy="185738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9">
            <a:extLst>
              <a:ext uri="{FF2B5EF4-FFF2-40B4-BE49-F238E27FC236}">
                <a16:creationId xmlns:a16="http://schemas.microsoft.com/office/drawing/2014/main" xmlns="" id="{18008606-BD32-46B2-BCD2-F0BBB4821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1225" y="2894013"/>
            <a:ext cx="122238" cy="185737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1" name="组合 207">
            <a:extLst>
              <a:ext uri="{FF2B5EF4-FFF2-40B4-BE49-F238E27FC236}">
                <a16:creationId xmlns:a16="http://schemas.microsoft.com/office/drawing/2014/main" xmlns="" id="{2112BA41-5450-4091-A7EC-1F09CA708324}"/>
              </a:ext>
            </a:extLst>
          </p:cNvPr>
          <p:cNvGrpSpPr>
            <a:grpSpLocks/>
          </p:cNvGrpSpPr>
          <p:nvPr/>
        </p:nvGrpSpPr>
        <p:grpSpPr bwMode="auto">
          <a:xfrm>
            <a:off x="9423400" y="2714625"/>
            <a:ext cx="1063625" cy="1231900"/>
            <a:chOff x="5332731" y="3343275"/>
            <a:chExt cx="855345" cy="992188"/>
          </a:xfrm>
        </p:grpSpPr>
        <p:sp>
          <p:nvSpPr>
            <p:cNvPr id="92" name="Freeform 168">
              <a:extLst>
                <a:ext uri="{FF2B5EF4-FFF2-40B4-BE49-F238E27FC236}">
                  <a16:creationId xmlns:a16="http://schemas.microsoft.com/office/drawing/2014/main" xmlns="" id="{D28C4D78-91DA-4AB5-9C87-639CA2758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42 w 253"/>
                <a:gd name="T1" fmla="*/ 129 h 298"/>
                <a:gd name="T2" fmla="*/ 22 w 253"/>
                <a:gd name="T3" fmla="*/ 1 h 298"/>
                <a:gd name="T4" fmla="*/ 14 w 253"/>
                <a:gd name="T5" fmla="*/ 1 h 298"/>
                <a:gd name="T6" fmla="*/ 14 w 253"/>
                <a:gd name="T7" fmla="*/ 1 h 298"/>
                <a:gd name="T8" fmla="*/ 14 w 253"/>
                <a:gd name="T9" fmla="*/ 1 h 298"/>
                <a:gd name="T10" fmla="*/ 14 w 253"/>
                <a:gd name="T11" fmla="*/ 1 h 298"/>
                <a:gd name="T12" fmla="*/ 0 w 253"/>
                <a:gd name="T13" fmla="*/ 9 h 298"/>
                <a:gd name="T14" fmla="*/ 11 w 253"/>
                <a:gd name="T15" fmla="*/ 14 h 298"/>
                <a:gd name="T16" fmla="*/ 11 w 253"/>
                <a:gd name="T17" fmla="*/ 143 h 298"/>
                <a:gd name="T18" fmla="*/ 22 w 253"/>
                <a:gd name="T19" fmla="*/ 162 h 298"/>
                <a:gd name="T20" fmla="*/ 98 w 253"/>
                <a:gd name="T21" fmla="*/ 206 h 298"/>
                <a:gd name="T22" fmla="*/ 132 w 253"/>
                <a:gd name="T23" fmla="*/ 264 h 298"/>
                <a:gd name="T24" fmla="*/ 165 w 253"/>
                <a:gd name="T25" fmla="*/ 245 h 298"/>
                <a:gd name="T26" fmla="*/ 236 w 253"/>
                <a:gd name="T27" fmla="*/ 285 h 298"/>
                <a:gd name="T28" fmla="*/ 235 w 253"/>
                <a:gd name="T29" fmla="*/ 298 h 298"/>
                <a:gd name="T30" fmla="*/ 250 w 253"/>
                <a:gd name="T31" fmla="*/ 290 h 298"/>
                <a:gd name="T32" fmla="*/ 250 w 253"/>
                <a:gd name="T33" fmla="*/ 290 h 298"/>
                <a:gd name="T34" fmla="*/ 250 w 253"/>
                <a:gd name="T35" fmla="*/ 290 h 298"/>
                <a:gd name="T36" fmla="*/ 250 w 253"/>
                <a:gd name="T37" fmla="*/ 290 h 298"/>
                <a:gd name="T38" fmla="*/ 253 w 253"/>
                <a:gd name="T39" fmla="*/ 283 h 298"/>
                <a:gd name="T40" fmla="*/ 253 w 253"/>
                <a:gd name="T41" fmla="*/ 147 h 298"/>
                <a:gd name="T42" fmla="*/ 242 w 253"/>
                <a:gd name="T43" fmla="*/ 12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3" h="298">
                  <a:moveTo>
                    <a:pt x="242" y="12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6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1" y="150"/>
                    <a:pt x="16" y="158"/>
                    <a:pt x="22" y="162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32" y="264"/>
                    <a:pt x="132" y="264"/>
                    <a:pt x="132" y="264"/>
                  </a:cubicBezTo>
                  <a:cubicBezTo>
                    <a:pt x="165" y="245"/>
                    <a:pt x="165" y="245"/>
                    <a:pt x="165" y="245"/>
                  </a:cubicBezTo>
                  <a:cubicBezTo>
                    <a:pt x="236" y="285"/>
                    <a:pt x="236" y="285"/>
                    <a:pt x="236" y="285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169">
              <a:extLst>
                <a:ext uri="{FF2B5EF4-FFF2-40B4-BE49-F238E27FC236}">
                  <a16:creationId xmlns:a16="http://schemas.microsoft.com/office/drawing/2014/main" xmlns="" id="{B5DD6C6C-1837-44F6-B91C-8302D2A5BA31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37 w 253"/>
                <a:gd name="T1" fmla="*/ 297 h 298"/>
                <a:gd name="T2" fmla="*/ 237 w 253"/>
                <a:gd name="T3" fmla="*/ 297 h 298"/>
                <a:gd name="T4" fmla="*/ 236 w 253"/>
                <a:gd name="T5" fmla="*/ 298 h 298"/>
                <a:gd name="T6" fmla="*/ 235 w 253"/>
                <a:gd name="T7" fmla="*/ 298 h 298"/>
                <a:gd name="T8" fmla="*/ 237 w 253"/>
                <a:gd name="T9" fmla="*/ 297 h 298"/>
                <a:gd name="T10" fmla="*/ 2 w 253"/>
                <a:gd name="T11" fmla="*/ 8 h 298"/>
                <a:gd name="T12" fmla="*/ 0 w 253"/>
                <a:gd name="T13" fmla="*/ 9 h 298"/>
                <a:gd name="T14" fmla="*/ 0 w 253"/>
                <a:gd name="T15" fmla="*/ 9 h 298"/>
                <a:gd name="T16" fmla="*/ 2 w 253"/>
                <a:gd name="T17" fmla="*/ 8 h 298"/>
                <a:gd name="T18" fmla="*/ 2 w 253"/>
                <a:gd name="T19" fmla="*/ 8 h 298"/>
                <a:gd name="T20" fmla="*/ 2 w 253"/>
                <a:gd name="T21" fmla="*/ 8 h 298"/>
                <a:gd name="T22" fmla="*/ 2 w 253"/>
                <a:gd name="T23" fmla="*/ 8 h 298"/>
                <a:gd name="T24" fmla="*/ 2 w 253"/>
                <a:gd name="T25" fmla="*/ 8 h 298"/>
                <a:gd name="T26" fmla="*/ 2 w 253"/>
                <a:gd name="T27" fmla="*/ 8 h 298"/>
                <a:gd name="T28" fmla="*/ 2 w 253"/>
                <a:gd name="T29" fmla="*/ 8 h 298"/>
                <a:gd name="T30" fmla="*/ 17 w 253"/>
                <a:gd name="T31" fmla="*/ 0 h 298"/>
                <a:gd name="T32" fmla="*/ 14 w 253"/>
                <a:gd name="T33" fmla="*/ 1 h 298"/>
                <a:gd name="T34" fmla="*/ 14 w 253"/>
                <a:gd name="T35" fmla="*/ 1 h 298"/>
                <a:gd name="T36" fmla="*/ 4 w 253"/>
                <a:gd name="T37" fmla="*/ 7 h 298"/>
                <a:gd name="T38" fmla="*/ 7 w 253"/>
                <a:gd name="T39" fmla="*/ 6 h 298"/>
                <a:gd name="T40" fmla="*/ 12 w 253"/>
                <a:gd name="T41" fmla="*/ 7 h 298"/>
                <a:gd name="T42" fmla="*/ 232 w 253"/>
                <a:gd name="T43" fmla="*/ 135 h 298"/>
                <a:gd name="T44" fmla="*/ 243 w 253"/>
                <a:gd name="T45" fmla="*/ 153 h 298"/>
                <a:gd name="T46" fmla="*/ 243 w 253"/>
                <a:gd name="T47" fmla="*/ 288 h 298"/>
                <a:gd name="T48" fmla="*/ 241 w 253"/>
                <a:gd name="T49" fmla="*/ 294 h 298"/>
                <a:gd name="T50" fmla="*/ 240 w 253"/>
                <a:gd name="T51" fmla="*/ 295 h 298"/>
                <a:gd name="T52" fmla="*/ 250 w 253"/>
                <a:gd name="T53" fmla="*/ 290 h 298"/>
                <a:gd name="T54" fmla="*/ 250 w 253"/>
                <a:gd name="T55" fmla="*/ 290 h 298"/>
                <a:gd name="T56" fmla="*/ 250 w 253"/>
                <a:gd name="T57" fmla="*/ 290 h 298"/>
                <a:gd name="T58" fmla="*/ 250 w 253"/>
                <a:gd name="T59" fmla="*/ 290 h 298"/>
                <a:gd name="T60" fmla="*/ 250 w 253"/>
                <a:gd name="T61" fmla="*/ 290 h 298"/>
                <a:gd name="T62" fmla="*/ 250 w 253"/>
                <a:gd name="T63" fmla="*/ 290 h 298"/>
                <a:gd name="T64" fmla="*/ 253 w 253"/>
                <a:gd name="T65" fmla="*/ 283 h 298"/>
                <a:gd name="T66" fmla="*/ 253 w 253"/>
                <a:gd name="T67" fmla="*/ 147 h 298"/>
                <a:gd name="T68" fmla="*/ 242 w 253"/>
                <a:gd name="T69" fmla="*/ 129 h 298"/>
                <a:gd name="T70" fmla="*/ 165 w 253"/>
                <a:gd name="T71" fmla="*/ 84 h 298"/>
                <a:gd name="T72" fmla="*/ 162 w 253"/>
                <a:gd name="T73" fmla="*/ 82 h 298"/>
                <a:gd name="T74" fmla="*/ 34 w 253"/>
                <a:gd name="T75" fmla="*/ 8 h 298"/>
                <a:gd name="T76" fmla="*/ 31 w 253"/>
                <a:gd name="T77" fmla="*/ 7 h 298"/>
                <a:gd name="T78" fmla="*/ 22 w 253"/>
                <a:gd name="T79" fmla="*/ 1 h 298"/>
                <a:gd name="T80" fmla="*/ 17 w 253"/>
                <a:gd name="T8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298">
                  <a:moveTo>
                    <a:pt x="237" y="297"/>
                  </a:moveTo>
                  <a:cubicBezTo>
                    <a:pt x="237" y="297"/>
                    <a:pt x="237" y="297"/>
                    <a:pt x="237" y="297"/>
                  </a:cubicBezTo>
                  <a:cubicBezTo>
                    <a:pt x="236" y="298"/>
                    <a:pt x="236" y="298"/>
                    <a:pt x="236" y="298"/>
                  </a:cubicBezTo>
                  <a:cubicBezTo>
                    <a:pt x="236" y="298"/>
                    <a:pt x="235" y="298"/>
                    <a:pt x="235" y="298"/>
                  </a:cubicBezTo>
                  <a:cubicBezTo>
                    <a:pt x="237" y="297"/>
                    <a:pt x="237" y="297"/>
                    <a:pt x="237" y="297"/>
                  </a:cubicBezTo>
                  <a:moveTo>
                    <a:pt x="2" y="8"/>
                  </a:moveTo>
                  <a:cubicBezTo>
                    <a:pt x="1" y="8"/>
                    <a:pt x="1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17" y="0"/>
                  </a:moveTo>
                  <a:cubicBezTo>
                    <a:pt x="16" y="0"/>
                    <a:pt x="15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6"/>
                    <a:pt x="10" y="6"/>
                    <a:pt x="12" y="7"/>
                  </a:cubicBezTo>
                  <a:cubicBezTo>
                    <a:pt x="232" y="135"/>
                    <a:pt x="232" y="135"/>
                    <a:pt x="232" y="135"/>
                  </a:cubicBezTo>
                  <a:cubicBezTo>
                    <a:pt x="238" y="138"/>
                    <a:pt x="243" y="146"/>
                    <a:pt x="243" y="153"/>
                  </a:cubicBezTo>
                  <a:cubicBezTo>
                    <a:pt x="243" y="288"/>
                    <a:pt x="243" y="288"/>
                    <a:pt x="243" y="288"/>
                  </a:cubicBezTo>
                  <a:cubicBezTo>
                    <a:pt x="243" y="291"/>
                    <a:pt x="242" y="293"/>
                    <a:pt x="241" y="294"/>
                  </a:cubicBezTo>
                  <a:cubicBezTo>
                    <a:pt x="241" y="294"/>
                    <a:pt x="241" y="295"/>
                    <a:pt x="240" y="295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  <a:cubicBezTo>
                    <a:pt x="165" y="84"/>
                    <a:pt x="165" y="84"/>
                    <a:pt x="165" y="84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0"/>
                    <a:pt x="19" y="0"/>
                    <a:pt x="17" y="0"/>
                  </a:cubicBezTo>
                </a:path>
              </a:pathLst>
            </a:custGeom>
            <a:gradFill rotWithShape="1">
              <a:gsLst>
                <a:gs pos="0">
                  <a:srgbClr val="42C8D1"/>
                </a:gs>
                <a:gs pos="100000">
                  <a:srgbClr val="2C6692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70">
              <a:extLst>
                <a:ext uri="{FF2B5EF4-FFF2-40B4-BE49-F238E27FC236}">
                  <a16:creationId xmlns:a16="http://schemas.microsoft.com/office/drawing/2014/main" xmlns="" id="{C2584B54-CC5F-4A5F-AE67-36D93EA5C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362325"/>
              <a:ext cx="795338" cy="973138"/>
            </a:xfrm>
            <a:custGeom>
              <a:avLst/>
              <a:gdLst>
                <a:gd name="T0" fmla="*/ 231 w 241"/>
                <a:gd name="T1" fmla="*/ 131 h 295"/>
                <a:gd name="T2" fmla="*/ 10 w 241"/>
                <a:gd name="T3" fmla="*/ 4 h 295"/>
                <a:gd name="T4" fmla="*/ 0 w 241"/>
                <a:gd name="T5" fmla="*/ 10 h 295"/>
                <a:gd name="T6" fmla="*/ 0 w 241"/>
                <a:gd name="T7" fmla="*/ 145 h 295"/>
                <a:gd name="T8" fmla="*/ 10 w 241"/>
                <a:gd name="T9" fmla="*/ 164 h 295"/>
                <a:gd name="T10" fmla="*/ 87 w 241"/>
                <a:gd name="T11" fmla="*/ 208 h 295"/>
                <a:gd name="T12" fmla="*/ 120 w 241"/>
                <a:gd name="T13" fmla="*/ 266 h 295"/>
                <a:gd name="T14" fmla="*/ 154 w 241"/>
                <a:gd name="T15" fmla="*/ 247 h 295"/>
                <a:gd name="T16" fmla="*/ 231 w 241"/>
                <a:gd name="T17" fmla="*/ 291 h 295"/>
                <a:gd name="T18" fmla="*/ 241 w 241"/>
                <a:gd name="T19" fmla="*/ 285 h 295"/>
                <a:gd name="T20" fmla="*/ 241 w 241"/>
                <a:gd name="T21" fmla="*/ 150 h 295"/>
                <a:gd name="T22" fmla="*/ 231 w 241"/>
                <a:gd name="T23" fmla="*/ 13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1" h="295">
                  <a:moveTo>
                    <a:pt x="231" y="131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4" y="0"/>
                    <a:pt x="0" y="3"/>
                    <a:pt x="0" y="1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2"/>
                    <a:pt x="4" y="161"/>
                    <a:pt x="10" y="164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54" y="247"/>
                    <a:pt x="154" y="247"/>
                    <a:pt x="154" y="247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37" y="295"/>
                    <a:pt x="241" y="292"/>
                    <a:pt x="241" y="285"/>
                  </a:cubicBezTo>
                  <a:cubicBezTo>
                    <a:pt x="241" y="150"/>
                    <a:pt x="241" y="150"/>
                    <a:pt x="241" y="150"/>
                  </a:cubicBezTo>
                  <a:cubicBezTo>
                    <a:pt x="241" y="143"/>
                    <a:pt x="237" y="134"/>
                    <a:pt x="231" y="131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71">
              <a:extLst>
                <a:ext uri="{FF2B5EF4-FFF2-40B4-BE49-F238E27FC236}">
                  <a16:creationId xmlns:a16="http://schemas.microsoft.com/office/drawing/2014/main" xmlns="" id="{F1AA8B4F-F6C0-440C-8404-C4E151FFC422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9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75">
              <a:extLst>
                <a:ext uri="{FF2B5EF4-FFF2-40B4-BE49-F238E27FC236}">
                  <a16:creationId xmlns:a16="http://schemas.microsoft.com/office/drawing/2014/main" xmlns="" id="{B7125E28-3A03-48AB-B669-5A45B780D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731" y="3377883"/>
              <a:ext cx="785813" cy="952500"/>
            </a:xfrm>
            <a:custGeom>
              <a:avLst/>
              <a:gdLst>
                <a:gd name="T0" fmla="*/ 3 w 238"/>
                <a:gd name="T1" fmla="*/ 0 h 289"/>
                <a:gd name="T2" fmla="*/ 2 w 238"/>
                <a:gd name="T3" fmla="*/ 0 h 289"/>
                <a:gd name="T4" fmla="*/ 2 w 238"/>
                <a:gd name="T5" fmla="*/ 0 h 289"/>
                <a:gd name="T6" fmla="*/ 2 w 238"/>
                <a:gd name="T7" fmla="*/ 0 h 289"/>
                <a:gd name="T8" fmla="*/ 2 w 238"/>
                <a:gd name="T9" fmla="*/ 0 h 289"/>
                <a:gd name="T10" fmla="*/ 2 w 238"/>
                <a:gd name="T11" fmla="*/ 0 h 289"/>
                <a:gd name="T12" fmla="*/ 0 w 238"/>
                <a:gd name="T13" fmla="*/ 6 h 289"/>
                <a:gd name="T14" fmla="*/ 0 w 238"/>
                <a:gd name="T15" fmla="*/ 142 h 289"/>
                <a:gd name="T16" fmla="*/ 11 w 238"/>
                <a:gd name="T17" fmla="*/ 160 h 289"/>
                <a:gd name="T18" fmla="*/ 88 w 238"/>
                <a:gd name="T19" fmla="*/ 205 h 289"/>
                <a:gd name="T20" fmla="*/ 121 w 238"/>
                <a:gd name="T21" fmla="*/ 262 h 289"/>
                <a:gd name="T22" fmla="*/ 132 w 238"/>
                <a:gd name="T23" fmla="*/ 256 h 289"/>
                <a:gd name="T24" fmla="*/ 151 w 238"/>
                <a:gd name="T25" fmla="*/ 245 h 289"/>
                <a:gd name="T26" fmla="*/ 151 w 238"/>
                <a:gd name="T27" fmla="*/ 245 h 289"/>
                <a:gd name="T28" fmla="*/ 151 w 238"/>
                <a:gd name="T29" fmla="*/ 245 h 289"/>
                <a:gd name="T30" fmla="*/ 155 w 238"/>
                <a:gd name="T31" fmla="*/ 243 h 289"/>
                <a:gd name="T32" fmla="*/ 231 w 238"/>
                <a:gd name="T33" fmla="*/ 287 h 289"/>
                <a:gd name="T34" fmla="*/ 236 w 238"/>
                <a:gd name="T35" fmla="*/ 289 h 289"/>
                <a:gd name="T36" fmla="*/ 236 w 238"/>
                <a:gd name="T37" fmla="*/ 289 h 289"/>
                <a:gd name="T38" fmla="*/ 238 w 238"/>
                <a:gd name="T39" fmla="*/ 283 h 289"/>
                <a:gd name="T40" fmla="*/ 238 w 238"/>
                <a:gd name="T41" fmla="*/ 283 h 289"/>
                <a:gd name="T42" fmla="*/ 238 w 238"/>
                <a:gd name="T43" fmla="*/ 283 h 289"/>
                <a:gd name="T44" fmla="*/ 238 w 238"/>
                <a:gd name="T45" fmla="*/ 283 h 289"/>
                <a:gd name="T46" fmla="*/ 238 w 238"/>
                <a:gd name="T47" fmla="*/ 283 h 289"/>
                <a:gd name="T48" fmla="*/ 238 w 238"/>
                <a:gd name="T49" fmla="*/ 283 h 289"/>
                <a:gd name="T50" fmla="*/ 238 w 238"/>
                <a:gd name="T51" fmla="*/ 283 h 289"/>
                <a:gd name="T52" fmla="*/ 238 w 238"/>
                <a:gd name="T53" fmla="*/ 283 h 289"/>
                <a:gd name="T54" fmla="*/ 238 w 238"/>
                <a:gd name="T55" fmla="*/ 283 h 289"/>
                <a:gd name="T56" fmla="*/ 238 w 238"/>
                <a:gd name="T57" fmla="*/ 148 h 289"/>
                <a:gd name="T58" fmla="*/ 228 w 238"/>
                <a:gd name="T59" fmla="*/ 129 h 289"/>
                <a:gd name="T60" fmla="*/ 7 w 238"/>
                <a:gd name="T61" fmla="*/ 2 h 289"/>
                <a:gd name="T62" fmla="*/ 7 w 238"/>
                <a:gd name="T63" fmla="*/ 2 h 289"/>
                <a:gd name="T64" fmla="*/ 3 w 238"/>
                <a:gd name="T6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8" h="289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8"/>
                    <a:pt x="5" y="157"/>
                    <a:pt x="11" y="160"/>
                  </a:cubicBezTo>
                  <a:cubicBezTo>
                    <a:pt x="88" y="205"/>
                    <a:pt x="88" y="205"/>
                    <a:pt x="88" y="205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231" y="287"/>
                    <a:pt x="231" y="287"/>
                    <a:pt x="231" y="287"/>
                  </a:cubicBezTo>
                  <a:cubicBezTo>
                    <a:pt x="233" y="288"/>
                    <a:pt x="235" y="289"/>
                    <a:pt x="236" y="289"/>
                  </a:cubicBezTo>
                  <a:cubicBezTo>
                    <a:pt x="236" y="289"/>
                    <a:pt x="236" y="289"/>
                    <a:pt x="236" y="289"/>
                  </a:cubicBezTo>
                  <a:cubicBezTo>
                    <a:pt x="238" y="288"/>
                    <a:pt x="238" y="286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1"/>
                    <a:pt x="234" y="132"/>
                    <a:pt x="228" y="12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1"/>
                    <a:pt x="4" y="0"/>
                    <a:pt x="3" y="0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78">
              <a:extLst>
                <a:ext uri="{FF2B5EF4-FFF2-40B4-BE49-F238E27FC236}">
                  <a16:creationId xmlns:a16="http://schemas.microsoft.com/office/drawing/2014/main" xmlns="" id="{1A3E7CB4-3981-4480-9237-99C0C5988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026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79">
              <a:extLst>
                <a:ext uri="{FF2B5EF4-FFF2-40B4-BE49-F238E27FC236}">
                  <a16:creationId xmlns:a16="http://schemas.microsoft.com/office/drawing/2014/main" xmlns="" id="{E62C92E3-A523-4D2C-A019-6D03F903B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5500"/>
              <a:ext cx="14288" cy="793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  <a:gd name="T8" fmla="*/ 0 w 4"/>
                <a:gd name="T9" fmla="*/ 2 h 2"/>
                <a:gd name="T10" fmla="*/ 4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80">
              <a:extLst>
                <a:ext uri="{FF2B5EF4-FFF2-40B4-BE49-F238E27FC236}">
                  <a16:creationId xmlns:a16="http://schemas.microsoft.com/office/drawing/2014/main" xmlns="" id="{032D310C-E207-4135-ADD4-AF998E379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2325"/>
              <a:ext cx="801688" cy="950913"/>
            </a:xfrm>
            <a:custGeom>
              <a:avLst/>
              <a:gdLst>
                <a:gd name="T0" fmla="*/ 7 w 243"/>
                <a:gd name="T1" fmla="*/ 0 h 288"/>
                <a:gd name="T2" fmla="*/ 4 w 243"/>
                <a:gd name="T3" fmla="*/ 1 h 288"/>
                <a:gd name="T4" fmla="*/ 0 w 243"/>
                <a:gd name="T5" fmla="*/ 3 h 288"/>
                <a:gd name="T6" fmla="*/ 2 w 243"/>
                <a:gd name="T7" fmla="*/ 2 h 288"/>
                <a:gd name="T8" fmla="*/ 2 w 243"/>
                <a:gd name="T9" fmla="*/ 2 h 288"/>
                <a:gd name="T10" fmla="*/ 2 w 243"/>
                <a:gd name="T11" fmla="*/ 2 h 288"/>
                <a:gd name="T12" fmla="*/ 2 w 243"/>
                <a:gd name="T13" fmla="*/ 2 h 288"/>
                <a:gd name="T14" fmla="*/ 2 w 243"/>
                <a:gd name="T15" fmla="*/ 2 h 288"/>
                <a:gd name="T16" fmla="*/ 2 w 243"/>
                <a:gd name="T17" fmla="*/ 2 h 288"/>
                <a:gd name="T18" fmla="*/ 6 w 243"/>
                <a:gd name="T19" fmla="*/ 1 h 288"/>
                <a:gd name="T20" fmla="*/ 11 w 243"/>
                <a:gd name="T21" fmla="*/ 2 h 288"/>
                <a:gd name="T22" fmla="*/ 231 w 243"/>
                <a:gd name="T23" fmla="*/ 129 h 288"/>
                <a:gd name="T24" fmla="*/ 242 w 243"/>
                <a:gd name="T25" fmla="*/ 148 h 288"/>
                <a:gd name="T26" fmla="*/ 242 w 243"/>
                <a:gd name="T27" fmla="*/ 283 h 288"/>
                <a:gd name="T28" fmla="*/ 242 w 243"/>
                <a:gd name="T29" fmla="*/ 283 h 288"/>
                <a:gd name="T30" fmla="*/ 241 w 243"/>
                <a:gd name="T31" fmla="*/ 288 h 288"/>
                <a:gd name="T32" fmla="*/ 243 w 243"/>
                <a:gd name="T33" fmla="*/ 282 h 288"/>
                <a:gd name="T34" fmla="*/ 243 w 243"/>
                <a:gd name="T35" fmla="*/ 147 h 288"/>
                <a:gd name="T36" fmla="*/ 232 w 243"/>
                <a:gd name="T37" fmla="*/ 129 h 288"/>
                <a:gd name="T38" fmla="*/ 12 w 243"/>
                <a:gd name="T39" fmla="*/ 1 h 288"/>
                <a:gd name="T40" fmla="*/ 7 w 243"/>
                <a:gd name="T4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288">
                  <a:moveTo>
                    <a:pt x="7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1"/>
                    <a:pt x="6" y="1"/>
                  </a:cubicBezTo>
                  <a:cubicBezTo>
                    <a:pt x="8" y="1"/>
                    <a:pt x="9" y="1"/>
                    <a:pt x="11" y="2"/>
                  </a:cubicBezTo>
                  <a:cubicBezTo>
                    <a:pt x="231" y="129"/>
                    <a:pt x="231" y="129"/>
                    <a:pt x="231" y="129"/>
                  </a:cubicBezTo>
                  <a:cubicBezTo>
                    <a:pt x="237" y="133"/>
                    <a:pt x="242" y="141"/>
                    <a:pt x="242" y="148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5"/>
                    <a:pt x="242" y="287"/>
                    <a:pt x="241" y="288"/>
                  </a:cubicBezTo>
                  <a:cubicBezTo>
                    <a:pt x="242" y="287"/>
                    <a:pt x="243" y="285"/>
                    <a:pt x="243" y="282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243" y="140"/>
                    <a:pt x="238" y="132"/>
                    <a:pt x="232" y="12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solidFill>
              <a:srgbClr val="37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81">
              <a:extLst>
                <a:ext uri="{FF2B5EF4-FFF2-40B4-BE49-F238E27FC236}">
                  <a16:creationId xmlns:a16="http://schemas.microsoft.com/office/drawing/2014/main" xmlns="" id="{5579F719-BED4-4738-ABCA-48A4311880F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Rectangle 182">
              <a:extLst>
                <a:ext uri="{FF2B5EF4-FFF2-40B4-BE49-F238E27FC236}">
                  <a16:creationId xmlns:a16="http://schemas.microsoft.com/office/drawing/2014/main" xmlns="" id="{86EA70A5-FAAF-41F2-A551-65F490A76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1588" cy="1588"/>
            </a:xfrm>
            <a:prstGeom prst="rect">
              <a:avLst/>
            </a:pr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83">
              <a:extLst>
                <a:ext uri="{FF2B5EF4-FFF2-40B4-BE49-F238E27FC236}">
                  <a16:creationId xmlns:a16="http://schemas.microsoft.com/office/drawing/2014/main" xmlns="" id="{1AD9D5C3-FC81-4BEA-8F62-36932FCF3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86">
              <a:extLst>
                <a:ext uri="{FF2B5EF4-FFF2-40B4-BE49-F238E27FC236}">
                  <a16:creationId xmlns:a16="http://schemas.microsoft.com/office/drawing/2014/main" xmlns="" id="{36294BE5-D9C4-4EAB-BE9B-E8FF7D3BF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1" y="3365500"/>
              <a:ext cx="792163" cy="957263"/>
            </a:xfrm>
            <a:custGeom>
              <a:avLst/>
              <a:gdLst>
                <a:gd name="T0" fmla="*/ 4 w 240"/>
                <a:gd name="T1" fmla="*/ 0 h 290"/>
                <a:gd name="T2" fmla="*/ 0 w 240"/>
                <a:gd name="T3" fmla="*/ 1 h 290"/>
                <a:gd name="T4" fmla="*/ 0 w 240"/>
                <a:gd name="T5" fmla="*/ 1 h 290"/>
                <a:gd name="T6" fmla="*/ 0 w 240"/>
                <a:gd name="T7" fmla="*/ 1 h 290"/>
                <a:gd name="T8" fmla="*/ 0 w 240"/>
                <a:gd name="T9" fmla="*/ 1 h 290"/>
                <a:gd name="T10" fmla="*/ 0 w 240"/>
                <a:gd name="T11" fmla="*/ 1 h 290"/>
                <a:gd name="T12" fmla="*/ 1 w 240"/>
                <a:gd name="T13" fmla="*/ 1 h 290"/>
                <a:gd name="T14" fmla="*/ 5 w 240"/>
                <a:gd name="T15" fmla="*/ 3 h 290"/>
                <a:gd name="T16" fmla="*/ 5 w 240"/>
                <a:gd name="T17" fmla="*/ 3 h 290"/>
                <a:gd name="T18" fmla="*/ 226 w 240"/>
                <a:gd name="T19" fmla="*/ 130 h 290"/>
                <a:gd name="T20" fmla="*/ 236 w 240"/>
                <a:gd name="T21" fmla="*/ 149 h 290"/>
                <a:gd name="T22" fmla="*/ 236 w 240"/>
                <a:gd name="T23" fmla="*/ 284 h 290"/>
                <a:gd name="T24" fmla="*/ 236 w 240"/>
                <a:gd name="T25" fmla="*/ 284 h 290"/>
                <a:gd name="T26" fmla="*/ 236 w 240"/>
                <a:gd name="T27" fmla="*/ 284 h 290"/>
                <a:gd name="T28" fmla="*/ 236 w 240"/>
                <a:gd name="T29" fmla="*/ 284 h 290"/>
                <a:gd name="T30" fmla="*/ 236 w 240"/>
                <a:gd name="T31" fmla="*/ 284 h 290"/>
                <a:gd name="T32" fmla="*/ 236 w 240"/>
                <a:gd name="T33" fmla="*/ 284 h 290"/>
                <a:gd name="T34" fmla="*/ 236 w 240"/>
                <a:gd name="T35" fmla="*/ 284 h 290"/>
                <a:gd name="T36" fmla="*/ 236 w 240"/>
                <a:gd name="T37" fmla="*/ 284 h 290"/>
                <a:gd name="T38" fmla="*/ 236 w 240"/>
                <a:gd name="T39" fmla="*/ 284 h 290"/>
                <a:gd name="T40" fmla="*/ 236 w 240"/>
                <a:gd name="T41" fmla="*/ 284 h 290"/>
                <a:gd name="T42" fmla="*/ 234 w 240"/>
                <a:gd name="T43" fmla="*/ 290 h 290"/>
                <a:gd name="T44" fmla="*/ 235 w 240"/>
                <a:gd name="T45" fmla="*/ 290 h 290"/>
                <a:gd name="T46" fmla="*/ 237 w 240"/>
                <a:gd name="T47" fmla="*/ 288 h 290"/>
                <a:gd name="T48" fmla="*/ 237 w 240"/>
                <a:gd name="T49" fmla="*/ 288 h 290"/>
                <a:gd name="T50" fmla="*/ 237 w 240"/>
                <a:gd name="T51" fmla="*/ 288 h 290"/>
                <a:gd name="T52" fmla="*/ 237 w 240"/>
                <a:gd name="T53" fmla="*/ 288 h 290"/>
                <a:gd name="T54" fmla="*/ 239 w 240"/>
                <a:gd name="T55" fmla="*/ 287 h 290"/>
                <a:gd name="T56" fmla="*/ 240 w 240"/>
                <a:gd name="T57" fmla="*/ 282 h 290"/>
                <a:gd name="T58" fmla="*/ 240 w 240"/>
                <a:gd name="T59" fmla="*/ 147 h 290"/>
                <a:gd name="T60" fmla="*/ 229 w 240"/>
                <a:gd name="T61" fmla="*/ 128 h 290"/>
                <a:gd name="T62" fmla="*/ 9 w 240"/>
                <a:gd name="T63" fmla="*/ 1 h 290"/>
                <a:gd name="T64" fmla="*/ 4 w 240"/>
                <a:gd name="T65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90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4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226" y="130"/>
                    <a:pt x="226" y="130"/>
                    <a:pt x="226" y="130"/>
                  </a:cubicBezTo>
                  <a:cubicBezTo>
                    <a:pt x="232" y="133"/>
                    <a:pt x="236" y="142"/>
                    <a:pt x="236" y="149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7"/>
                    <a:pt x="236" y="289"/>
                    <a:pt x="234" y="290"/>
                  </a:cubicBezTo>
                  <a:cubicBezTo>
                    <a:pt x="235" y="290"/>
                    <a:pt x="235" y="290"/>
                    <a:pt x="235" y="290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8" y="288"/>
                    <a:pt x="239" y="288"/>
                    <a:pt x="239" y="287"/>
                  </a:cubicBezTo>
                  <a:cubicBezTo>
                    <a:pt x="240" y="286"/>
                    <a:pt x="240" y="284"/>
                    <a:pt x="240" y="282"/>
                  </a:cubicBezTo>
                  <a:cubicBezTo>
                    <a:pt x="240" y="147"/>
                    <a:pt x="240" y="147"/>
                    <a:pt x="240" y="147"/>
                  </a:cubicBezTo>
                  <a:cubicBezTo>
                    <a:pt x="240" y="140"/>
                    <a:pt x="235" y="132"/>
                    <a:pt x="229" y="1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solidFill>
              <a:srgbClr val="333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87">
              <a:extLst>
                <a:ext uri="{FF2B5EF4-FFF2-40B4-BE49-F238E27FC236}">
                  <a16:creationId xmlns:a16="http://schemas.microsoft.com/office/drawing/2014/main" xmlns="" id="{CA21D5A8-FBA6-418E-8DC7-8B926B9B0B04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779463" cy="952500"/>
            </a:xfrm>
            <a:custGeom>
              <a:avLst/>
              <a:gdLst>
                <a:gd name="T0" fmla="*/ 236 w 236"/>
                <a:gd name="T1" fmla="*/ 283 h 289"/>
                <a:gd name="T2" fmla="*/ 234 w 236"/>
                <a:gd name="T3" fmla="*/ 289 h 289"/>
                <a:gd name="T4" fmla="*/ 234 w 236"/>
                <a:gd name="T5" fmla="*/ 289 h 289"/>
                <a:gd name="T6" fmla="*/ 236 w 236"/>
                <a:gd name="T7" fmla="*/ 283 h 289"/>
                <a:gd name="T8" fmla="*/ 236 w 236"/>
                <a:gd name="T9" fmla="*/ 283 h 289"/>
                <a:gd name="T10" fmla="*/ 236 w 236"/>
                <a:gd name="T11" fmla="*/ 283 h 289"/>
                <a:gd name="T12" fmla="*/ 236 w 236"/>
                <a:gd name="T13" fmla="*/ 283 h 289"/>
                <a:gd name="T14" fmla="*/ 236 w 236"/>
                <a:gd name="T15" fmla="*/ 283 h 289"/>
                <a:gd name="T16" fmla="*/ 236 w 236"/>
                <a:gd name="T17" fmla="*/ 283 h 289"/>
                <a:gd name="T18" fmla="*/ 236 w 236"/>
                <a:gd name="T19" fmla="*/ 283 h 289"/>
                <a:gd name="T20" fmla="*/ 236 w 236"/>
                <a:gd name="T21" fmla="*/ 283 h 289"/>
                <a:gd name="T22" fmla="*/ 236 w 236"/>
                <a:gd name="T23" fmla="*/ 283 h 289"/>
                <a:gd name="T24" fmla="*/ 236 w 236"/>
                <a:gd name="T25" fmla="*/ 283 h 289"/>
                <a:gd name="T26" fmla="*/ 236 w 236"/>
                <a:gd name="T27" fmla="*/ 283 h 289"/>
                <a:gd name="T28" fmla="*/ 236 w 236"/>
                <a:gd name="T29" fmla="*/ 283 h 289"/>
                <a:gd name="T30" fmla="*/ 236 w 236"/>
                <a:gd name="T31" fmla="*/ 283 h 289"/>
                <a:gd name="T32" fmla="*/ 0 w 236"/>
                <a:gd name="T33" fmla="*/ 0 h 289"/>
                <a:gd name="T34" fmla="*/ 0 w 236"/>
                <a:gd name="T35" fmla="*/ 0 h 289"/>
                <a:gd name="T36" fmla="*/ 0 w 236"/>
                <a:gd name="T37" fmla="*/ 0 h 289"/>
                <a:gd name="T38" fmla="*/ 0 w 236"/>
                <a:gd name="T39" fmla="*/ 0 h 289"/>
                <a:gd name="T40" fmla="*/ 0 w 236"/>
                <a:gd name="T41" fmla="*/ 0 h 289"/>
                <a:gd name="T42" fmla="*/ 0 w 236"/>
                <a:gd name="T43" fmla="*/ 0 h 289"/>
                <a:gd name="T44" fmla="*/ 0 w 236"/>
                <a:gd name="T45" fmla="*/ 0 h 289"/>
                <a:gd name="T46" fmla="*/ 1 w 236"/>
                <a:gd name="T47" fmla="*/ 0 h 289"/>
                <a:gd name="T48" fmla="*/ 0 w 236"/>
                <a:gd name="T49" fmla="*/ 0 h 289"/>
                <a:gd name="T50" fmla="*/ 1 w 236"/>
                <a:gd name="T51" fmla="*/ 0 h 289"/>
                <a:gd name="T52" fmla="*/ 5 w 236"/>
                <a:gd name="T53" fmla="*/ 2 h 289"/>
                <a:gd name="T54" fmla="*/ 1 w 236"/>
                <a:gd name="T5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6" h="289">
                  <a:moveTo>
                    <a:pt x="236" y="283"/>
                  </a:moveTo>
                  <a:cubicBezTo>
                    <a:pt x="236" y="286"/>
                    <a:pt x="236" y="288"/>
                    <a:pt x="234" y="289"/>
                  </a:cubicBezTo>
                  <a:cubicBezTo>
                    <a:pt x="234" y="289"/>
                    <a:pt x="234" y="289"/>
                    <a:pt x="234" y="289"/>
                  </a:cubicBezTo>
                  <a:cubicBezTo>
                    <a:pt x="236" y="288"/>
                    <a:pt x="236" y="286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333B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209">
              <a:extLst>
                <a:ext uri="{FF2B5EF4-FFF2-40B4-BE49-F238E27FC236}">
                  <a16:creationId xmlns:a16="http://schemas.microsoft.com/office/drawing/2014/main" xmlns="" id="{BE8E7A51-1B94-46EA-ACEA-4B178E9EE24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934076" y="3379788"/>
              <a:ext cx="12700" cy="22225"/>
            </a:xfrm>
            <a:custGeom>
              <a:avLst/>
              <a:gdLst>
                <a:gd name="T0" fmla="*/ 3 w 4"/>
                <a:gd name="T1" fmla="*/ 0 h 7"/>
                <a:gd name="T2" fmla="*/ 0 w 4"/>
                <a:gd name="T3" fmla="*/ 7 h 7"/>
                <a:gd name="T4" fmla="*/ 1 w 4"/>
                <a:gd name="T5" fmla="*/ 6 h 7"/>
                <a:gd name="T6" fmla="*/ 3 w 4"/>
                <a:gd name="T7" fmla="*/ 0 h 7"/>
                <a:gd name="T8" fmla="*/ 4 w 4"/>
                <a:gd name="T9" fmla="*/ 0 h 7"/>
                <a:gd name="T10" fmla="*/ 3 w 4"/>
                <a:gd name="T11" fmla="*/ 0 h 7"/>
                <a:gd name="T12" fmla="*/ 4 w 4"/>
                <a:gd name="T13" fmla="*/ 0 h 7"/>
                <a:gd name="T14" fmla="*/ 4 w 4"/>
                <a:gd name="T15" fmla="*/ 0 h 7"/>
                <a:gd name="T16" fmla="*/ 4 w 4"/>
                <a:gd name="T17" fmla="*/ 0 h 7"/>
                <a:gd name="T18" fmla="*/ 4 w 4"/>
                <a:gd name="T19" fmla="*/ 0 h 7"/>
                <a:gd name="T20" fmla="*/ 4 w 4"/>
                <a:gd name="T21" fmla="*/ 0 h 7"/>
                <a:gd name="T22" fmla="*/ 4 w 4"/>
                <a:gd name="T23" fmla="*/ 0 h 7"/>
                <a:gd name="T24" fmla="*/ 4 w 4"/>
                <a:gd name="T25" fmla="*/ 0 h 7"/>
                <a:gd name="T26" fmla="*/ 4 w 4"/>
                <a:gd name="T27" fmla="*/ 0 h 7"/>
                <a:gd name="T28" fmla="*/ 4 w 4"/>
                <a:gd name="T29" fmla="*/ 0 h 7"/>
                <a:gd name="T30" fmla="*/ 4 w 4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3"/>
                    <a:pt x="2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" name="Freeform 168">
            <a:extLst>
              <a:ext uri="{FF2B5EF4-FFF2-40B4-BE49-F238E27FC236}">
                <a16:creationId xmlns:a16="http://schemas.microsoft.com/office/drawing/2014/main" xmlns="" id="{8BD3E2AD-B03D-4FDE-83C2-16AA9BF21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276475"/>
            <a:ext cx="1036637" cy="1220788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69">
            <a:extLst>
              <a:ext uri="{FF2B5EF4-FFF2-40B4-BE49-F238E27FC236}">
                <a16:creationId xmlns:a16="http://schemas.microsoft.com/office/drawing/2014/main" xmlns="" id="{67ED112B-E648-428C-8FF4-12B3CC9B554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0838" y="2276475"/>
            <a:ext cx="1036637" cy="1220788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70">
            <a:extLst>
              <a:ext uri="{FF2B5EF4-FFF2-40B4-BE49-F238E27FC236}">
                <a16:creationId xmlns:a16="http://schemas.microsoft.com/office/drawing/2014/main" xmlns="" id="{FEA53336-BAF1-480B-A7FB-594F99D60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8138" y="2300288"/>
            <a:ext cx="989012" cy="12096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1">
            <a:extLst>
              <a:ext uri="{FF2B5EF4-FFF2-40B4-BE49-F238E27FC236}">
                <a16:creationId xmlns:a16="http://schemas.microsoft.com/office/drawing/2014/main" xmlns="" id="{3ECB9440-F5F1-4174-ACC8-4212F5F4FF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5">
            <a:extLst>
              <a:ext uri="{FF2B5EF4-FFF2-40B4-BE49-F238E27FC236}">
                <a16:creationId xmlns:a16="http://schemas.microsoft.com/office/drawing/2014/main" xmlns="" id="{F133A2C5-3374-497A-8DAE-8E9B4405E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438" y="2319338"/>
            <a:ext cx="976312" cy="11842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8">
            <a:extLst>
              <a:ext uri="{FF2B5EF4-FFF2-40B4-BE49-F238E27FC236}">
                <a16:creationId xmlns:a16="http://schemas.microsoft.com/office/drawing/2014/main" xmlns="" id="{5CB13AD1-93F1-48BF-8F17-5EB3AE38F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9813"/>
            <a:ext cx="3175" cy="4762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9">
            <a:extLst>
              <a:ext uri="{FF2B5EF4-FFF2-40B4-BE49-F238E27FC236}">
                <a16:creationId xmlns:a16="http://schemas.microsoft.com/office/drawing/2014/main" xmlns="" id="{B542772D-790A-4084-8152-4D470C6CF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5050"/>
            <a:ext cx="17462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80">
            <a:extLst>
              <a:ext uri="{FF2B5EF4-FFF2-40B4-BE49-F238E27FC236}">
                <a16:creationId xmlns:a16="http://schemas.microsoft.com/office/drawing/2014/main" xmlns="" id="{07638C50-1674-4D53-9F8A-2068BD384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0288"/>
            <a:ext cx="995362" cy="11811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1">
            <a:extLst>
              <a:ext uri="{FF2B5EF4-FFF2-40B4-BE49-F238E27FC236}">
                <a16:creationId xmlns:a16="http://schemas.microsoft.com/office/drawing/2014/main" xmlns="" id="{AD7E9935-1058-4CBB-9CC0-9FC49B000E0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Rectangle 182">
            <a:extLst>
              <a:ext uri="{FF2B5EF4-FFF2-40B4-BE49-F238E27FC236}">
                <a16:creationId xmlns:a16="http://schemas.microsoft.com/office/drawing/2014/main" xmlns="" id="{35CF0C0D-BD1C-4F0C-8A49-508DC077A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14575"/>
            <a:ext cx="1587" cy="1588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Freeform 183">
            <a:extLst>
              <a:ext uri="{FF2B5EF4-FFF2-40B4-BE49-F238E27FC236}">
                <a16:creationId xmlns:a16="http://schemas.microsoft.com/office/drawing/2014/main" xmlns="" id="{5092FAE1-A83A-48AD-B078-4A5847376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145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6">
            <a:extLst>
              <a:ext uri="{FF2B5EF4-FFF2-40B4-BE49-F238E27FC236}">
                <a16:creationId xmlns:a16="http://schemas.microsoft.com/office/drawing/2014/main" xmlns="" id="{2FE2FBF3-8C57-434A-8D44-A919843F2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775" y="2305050"/>
            <a:ext cx="984250" cy="1189038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7">
            <a:extLst>
              <a:ext uri="{FF2B5EF4-FFF2-40B4-BE49-F238E27FC236}">
                <a16:creationId xmlns:a16="http://schemas.microsoft.com/office/drawing/2014/main" xmlns="" id="{2C6B7A3C-415D-4C97-BC34-CF95A4F8A1B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968375" cy="11842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209">
            <a:extLst>
              <a:ext uri="{FF2B5EF4-FFF2-40B4-BE49-F238E27FC236}">
                <a16:creationId xmlns:a16="http://schemas.microsoft.com/office/drawing/2014/main" xmlns="" id="{D44F4783-C5E3-43E6-8287-BBFE6E41C05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91563" y="2322513"/>
            <a:ext cx="15875" cy="26987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increasing-stocks-graphic_38888">
            <a:extLst>
              <a:ext uri="{FF2B5EF4-FFF2-40B4-BE49-F238E27FC236}">
                <a16:creationId xmlns:a16="http://schemas.microsoft.com/office/drawing/2014/main" xmlns="" id="{D8C230C7-6C52-4527-98C1-B1C8AA3BB9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758363" y="3179763"/>
            <a:ext cx="315912" cy="311150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175">
            <a:extLst>
              <a:ext uri="{FF2B5EF4-FFF2-40B4-BE49-F238E27FC236}">
                <a16:creationId xmlns:a16="http://schemas.microsoft.com/office/drawing/2014/main" xmlns="" id="{F4725360-A1ED-44FC-8D4E-5B008C3C55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69300" y="3846513"/>
            <a:ext cx="544513" cy="377825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242">
            <a:extLst>
              <a:ext uri="{FF2B5EF4-FFF2-40B4-BE49-F238E27FC236}">
                <a16:creationId xmlns:a16="http://schemas.microsoft.com/office/drawing/2014/main" xmlns="" id="{1353EC8B-61D1-4F8C-BEDB-A596757A5A88}"/>
              </a:ext>
            </a:extLst>
          </p:cNvPr>
          <p:cNvSpPr/>
          <p:nvPr userDrawn="1"/>
        </p:nvSpPr>
        <p:spPr bwMode="auto">
          <a:xfrm>
            <a:off x="8234363" y="2692400"/>
            <a:ext cx="347662" cy="401638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1344680" y="1738313"/>
            <a:ext cx="5419185" cy="1988965"/>
          </a:xfrm>
        </p:spPr>
        <p:txBody>
          <a:bodyPr>
            <a:noAutofit/>
          </a:bodyPr>
          <a:lstStyle>
            <a:lvl1pPr algn="l">
              <a:defRPr sz="11500" b="1">
                <a:solidFill>
                  <a:schemeClr val="bg1"/>
                </a:solidFill>
                <a:latin typeface="+mn-lt"/>
                <a:cs typeface="Ebrima" panose="02000000000000000000" pitchFamily="2" charset="0"/>
              </a:defRPr>
            </a:lvl1pPr>
          </a:lstStyle>
          <a:p>
            <a:r>
              <a:rPr lang="en-US" altLang="zh-CN" noProof="1"/>
              <a:t>/</a:t>
            </a:r>
            <a:endParaRPr lang="zh-CN" altLang="en-US" noProof="1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 hasCustomPrompt="1"/>
          </p:nvPr>
        </p:nvSpPr>
        <p:spPr>
          <a:xfrm>
            <a:off x="1345796" y="3727279"/>
            <a:ext cx="5419185" cy="535160"/>
          </a:xfrm>
        </p:spPr>
        <p:txBody>
          <a:bodyPr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Edit Master text </a:t>
            </a:r>
          </a:p>
        </p:txBody>
      </p:sp>
    </p:spTree>
    <p:extLst>
      <p:ext uri="{BB962C8B-B14F-4D97-AF65-F5344CB8AC3E}">
        <p14:creationId xmlns:p14="http://schemas.microsoft.com/office/powerpoint/2010/main" val="1487517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xmlns="" id="{C25790C4-96E7-47B2-98D9-A90442BA1067}"/>
              </a:ext>
            </a:extLst>
          </p:cNvPr>
          <p:cNvCxnSpPr/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69925" y="0"/>
            <a:ext cx="10850563" cy="925506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lnSpc>
                <a:spcPct val="125000"/>
              </a:lnSpc>
              <a:defRPr/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B8B0DF5E-9061-4720-BB71-23728B4966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4327E7CB-9CE1-4AAA-9E8A-00EA35CC9C0E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5167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4527C82D-DABD-4BD3-B32A-CD466225A1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746CFBB3-E2A4-40C3-AD1B-E27C29BCDC02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805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28FE39CA-7A54-4DA1-8DEC-2036FEF5582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14375" y="1387475"/>
            <a:ext cx="2623140" cy="4247516"/>
            <a:chOff x="757282" y="1700808"/>
            <a:chExt cx="2623129" cy="4248096"/>
          </a:xfrm>
        </p:grpSpPr>
        <p:grpSp>
          <p:nvGrpSpPr>
            <p:cNvPr id="3" name="2b751056-6b97-492c-b763-340acee7e99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  <a:extLst>
                <a:ext uri="{FF2B5EF4-FFF2-40B4-BE49-F238E27FC236}">
                  <a16:creationId xmlns:a16="http://schemas.microsoft.com/office/drawing/2014/main" xmlns="" id="{689D706B-B801-4A7E-97C0-CED7C9C748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57282" y="1700808"/>
              <a:ext cx="2623129" cy="4248096"/>
              <a:chOff x="1175743" y="1700808"/>
              <a:chExt cx="2521145" cy="4248096"/>
            </a:xfrm>
          </p:grpSpPr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xmlns="" id="{14B68020-A78B-4674-A4EC-9191CDE850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696888" y="1780800"/>
                <a:ext cx="0" cy="4168104"/>
              </a:xfrm>
              <a:prstGeom prst="line">
                <a:avLst/>
              </a:prstGeom>
              <a:noFill/>
              <a:ln w="3175">
                <a:solidFill>
                  <a:srgbClr val="BF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" name="išľïḋé">
                <a:extLst>
                  <a:ext uri="{FF2B5EF4-FFF2-40B4-BE49-F238E27FC236}">
                    <a16:creationId xmlns:a16="http://schemas.microsoft.com/office/drawing/2014/main" xmlns="" id="{94D24CD7-7253-45D8-843B-80B2009F33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75743" y="1700808"/>
                <a:ext cx="2521108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r"/>
                <a:r>
                  <a:rPr lang="tr-TR" altLang="zh-CN" sz="28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C</a:t>
                </a:r>
                <a:r>
                  <a:rPr lang="tr-TR" altLang="zh-CN" sz="1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 </a:t>
                </a:r>
                <a:r>
                  <a:rPr lang="tr-TR" altLang="zh-CN" sz="28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ONTENTS</a:t>
                </a:r>
              </a:p>
            </p:txBody>
          </p:sp>
        </p:grpSp>
        <p:sp>
          <p:nvSpPr>
            <p:cNvPr id="4" name="poetry_91022">
              <a:extLst>
                <a:ext uri="{FF2B5EF4-FFF2-40B4-BE49-F238E27FC236}">
                  <a16:creationId xmlns:a16="http://schemas.microsoft.com/office/drawing/2014/main" xmlns="" id="{0D6BB768-9400-4234-B0A6-052E356824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9533" y="5008561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11" name="内容占位符 10">
            <a:extLst>
              <a:ext uri="{FF2B5EF4-FFF2-40B4-BE49-F238E27FC236}">
                <a16:creationId xmlns:a16="http://schemas.microsoft.com/office/drawing/2014/main" xmlns="" id="{5EFB80EA-1C0D-45B6-A698-96B981D217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06832" y="1472484"/>
            <a:ext cx="6816725" cy="4167188"/>
          </a:xfrm>
        </p:spPr>
        <p:txBody>
          <a:bodyPr/>
          <a:lstStyle>
            <a:lvl1pPr marL="342900" indent="-342900">
              <a:lnSpc>
                <a:spcPct val="125000"/>
              </a:lnSpc>
              <a:defRPr kumimoji="0" lang="zh-CN" altLang="en-US" sz="1600" b="1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800100" indent="-342900">
              <a:lnSpc>
                <a:spcPct val="125000"/>
              </a:lnSpc>
              <a:defRPr kumimoji="0" lang="zh-CN" altLang="en-US" sz="1400" b="0" i="0" u="none" strike="noStrike" kern="1200" cap="none" spc="0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</a:lstStyle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</a:pPr>
            <a:r>
              <a:rPr lang="zh-CN" altLang="en-US" smtClean="0"/>
              <a:t>单击此处编辑母版文本样式</a:t>
            </a:r>
          </a:p>
          <a:p>
            <a:pPr marL="0" marR="0" lvl="1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</a:pPr>
            <a:r>
              <a:rPr lang="zh-CN" altLang="en-US" smtClean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122024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xmlns="" id="{D1501A3B-3447-4F2B-ADAE-503830AA78F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Freeform 100">
            <a:extLst>
              <a:ext uri="{FF2B5EF4-FFF2-40B4-BE49-F238E27FC236}">
                <a16:creationId xmlns:a16="http://schemas.microsoft.com/office/drawing/2014/main" xmlns="" id="{9E9B1B0A-F147-48AA-A5DE-03B8826F8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25" y="1476375"/>
            <a:ext cx="1931988" cy="1465263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1">
            <a:extLst>
              <a:ext uri="{FF2B5EF4-FFF2-40B4-BE49-F238E27FC236}">
                <a16:creationId xmlns:a16="http://schemas.microsoft.com/office/drawing/2014/main" xmlns="" id="{B754F84E-8490-4166-BFA5-A5D0332C0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88" y="1347788"/>
            <a:ext cx="774700" cy="1593850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2">
            <a:extLst>
              <a:ext uri="{FF2B5EF4-FFF2-40B4-BE49-F238E27FC236}">
                <a16:creationId xmlns:a16="http://schemas.microsoft.com/office/drawing/2014/main" xmlns="" id="{A5859E9E-C291-4776-AD2A-547BB52A5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1208088"/>
            <a:ext cx="1009650" cy="1733550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3">
            <a:extLst>
              <a:ext uri="{FF2B5EF4-FFF2-40B4-BE49-F238E27FC236}">
                <a16:creationId xmlns:a16="http://schemas.microsoft.com/office/drawing/2014/main" xmlns="" id="{84012C9C-CCEF-4B10-BD34-2BA7046AE08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636713" y="1446213"/>
            <a:ext cx="74612" cy="746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4">
            <a:extLst>
              <a:ext uri="{FF2B5EF4-FFF2-40B4-BE49-F238E27FC236}">
                <a16:creationId xmlns:a16="http://schemas.microsoft.com/office/drawing/2014/main" xmlns="" id="{6C2C5392-8085-47E5-ADA2-0121AB4237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11475" y="1319213"/>
            <a:ext cx="74613" cy="746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5">
            <a:extLst>
              <a:ext uri="{FF2B5EF4-FFF2-40B4-BE49-F238E27FC236}">
                <a16:creationId xmlns:a16="http://schemas.microsoft.com/office/drawing/2014/main" xmlns="" id="{DEBD5C80-6B4B-4324-B775-6F17D2D0DE0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00350" y="1177925"/>
            <a:ext cx="74613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6">
            <a:extLst>
              <a:ext uri="{FF2B5EF4-FFF2-40B4-BE49-F238E27FC236}">
                <a16:creationId xmlns:a16="http://schemas.microsoft.com/office/drawing/2014/main" xmlns="" id="{56C9CF85-CF6D-46EB-B1B9-359294F7F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75" y="1100138"/>
            <a:ext cx="1487488" cy="1841500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07">
            <a:extLst>
              <a:ext uri="{FF2B5EF4-FFF2-40B4-BE49-F238E27FC236}">
                <a16:creationId xmlns:a16="http://schemas.microsoft.com/office/drawing/2014/main" xmlns="" id="{D84B2DD6-3814-4F72-AA23-465C261DC72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43163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08">
            <a:extLst>
              <a:ext uri="{FF2B5EF4-FFF2-40B4-BE49-F238E27FC236}">
                <a16:creationId xmlns:a16="http://schemas.microsoft.com/office/drawing/2014/main" xmlns="" id="{169DB64A-D1FB-4A03-A513-76F01D589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1100138"/>
            <a:ext cx="1052512" cy="1841500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09">
            <a:extLst>
              <a:ext uri="{FF2B5EF4-FFF2-40B4-BE49-F238E27FC236}">
                <a16:creationId xmlns:a16="http://schemas.microsoft.com/office/drawing/2014/main" xmlns="" id="{C761D5EA-1D1C-4992-9AF7-333C4BADAD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140325" y="1069975"/>
            <a:ext cx="73025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10">
            <a:extLst>
              <a:ext uri="{FF2B5EF4-FFF2-40B4-BE49-F238E27FC236}">
                <a16:creationId xmlns:a16="http://schemas.microsoft.com/office/drawing/2014/main" xmlns="" id="{F6CFCDF6-27D8-4082-9743-1DDF0204732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284788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11">
            <a:extLst>
              <a:ext uri="{FF2B5EF4-FFF2-40B4-BE49-F238E27FC236}">
                <a16:creationId xmlns:a16="http://schemas.microsoft.com/office/drawing/2014/main" xmlns="" id="{5AF066AD-2A75-4CE0-9985-9E485D212BE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34013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12">
            <a:extLst>
              <a:ext uri="{FF2B5EF4-FFF2-40B4-BE49-F238E27FC236}">
                <a16:creationId xmlns:a16="http://schemas.microsoft.com/office/drawing/2014/main" xmlns="" id="{430A2212-C0FC-49AD-8682-A12C1F9D0EE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578475" y="1069975"/>
            <a:ext cx="74613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3">
            <a:extLst>
              <a:ext uri="{FF2B5EF4-FFF2-40B4-BE49-F238E27FC236}">
                <a16:creationId xmlns:a16="http://schemas.microsoft.com/office/drawing/2014/main" xmlns="" id="{D046BB3D-BC01-42D9-BA04-8CCE94C185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727700" y="1069975"/>
            <a:ext cx="74613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4">
            <a:extLst>
              <a:ext uri="{FF2B5EF4-FFF2-40B4-BE49-F238E27FC236}">
                <a16:creationId xmlns:a16="http://schemas.microsoft.com/office/drawing/2014/main" xmlns="" id="{1A57CF94-A167-4B8C-9CAB-F801ED5A5EA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872163" y="1069975"/>
            <a:ext cx="74612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7">
            <a:extLst>
              <a:ext uri="{FF2B5EF4-FFF2-40B4-BE49-F238E27FC236}">
                <a16:creationId xmlns:a16="http://schemas.microsoft.com/office/drawing/2014/main" xmlns="" id="{0AC5C741-51D7-459F-9144-1E944F3744F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7688" y="2646363"/>
            <a:ext cx="5056187" cy="2938462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8">
            <a:extLst>
              <a:ext uri="{FF2B5EF4-FFF2-40B4-BE49-F238E27FC236}">
                <a16:creationId xmlns:a16="http://schemas.microsoft.com/office/drawing/2014/main" xmlns="" id="{86C4773B-B1B7-4080-BA05-440FB6AAC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2295525"/>
            <a:ext cx="5260975" cy="2982913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19">
            <a:extLst>
              <a:ext uri="{FF2B5EF4-FFF2-40B4-BE49-F238E27FC236}">
                <a16:creationId xmlns:a16="http://schemas.microsoft.com/office/drawing/2014/main" xmlns="" id="{AC4D9720-5100-411A-901D-B888CE00D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168650"/>
            <a:ext cx="5260975" cy="2097088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20">
            <a:extLst>
              <a:ext uri="{FF2B5EF4-FFF2-40B4-BE49-F238E27FC236}">
                <a16:creationId xmlns:a16="http://schemas.microsoft.com/office/drawing/2014/main" xmlns="" id="{C18E6281-1439-4738-A204-527A0E249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214688"/>
            <a:ext cx="5260975" cy="2017712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1">
            <a:extLst>
              <a:ext uri="{FF2B5EF4-FFF2-40B4-BE49-F238E27FC236}">
                <a16:creationId xmlns:a16="http://schemas.microsoft.com/office/drawing/2014/main" xmlns="" id="{A80684C8-BD2D-4F8B-AE79-EF0E6623A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2097088"/>
            <a:ext cx="5295900" cy="3057525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2">
            <a:extLst>
              <a:ext uri="{FF2B5EF4-FFF2-40B4-BE49-F238E27FC236}">
                <a16:creationId xmlns:a16="http://schemas.microsoft.com/office/drawing/2014/main" xmlns="" id="{FC982295-AF39-446F-8B26-A196A5A10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438" y="4905375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3">
            <a:extLst>
              <a:ext uri="{FF2B5EF4-FFF2-40B4-BE49-F238E27FC236}">
                <a16:creationId xmlns:a16="http://schemas.microsoft.com/office/drawing/2014/main" xmlns="" id="{3DE41D60-69F3-4AD8-A3C4-DB5F6C6B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638" y="4948238"/>
            <a:ext cx="34925" cy="57150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4">
            <a:extLst>
              <a:ext uri="{FF2B5EF4-FFF2-40B4-BE49-F238E27FC236}">
                <a16:creationId xmlns:a16="http://schemas.microsoft.com/office/drawing/2014/main" xmlns="" id="{671B2D73-DE1F-4F18-A735-6ED7EF0D8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4992688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5">
            <a:extLst>
              <a:ext uri="{FF2B5EF4-FFF2-40B4-BE49-F238E27FC236}">
                <a16:creationId xmlns:a16="http://schemas.microsoft.com/office/drawing/2014/main" xmlns="" id="{5FE95CCB-A33F-4C44-B0FE-664619959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4314825"/>
            <a:ext cx="39687" cy="52388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6">
            <a:extLst>
              <a:ext uri="{FF2B5EF4-FFF2-40B4-BE49-F238E27FC236}">
                <a16:creationId xmlns:a16="http://schemas.microsoft.com/office/drawing/2014/main" xmlns="" id="{BF592E61-56AC-4BBC-9A71-C2A7F7572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4356100"/>
            <a:ext cx="42862" cy="57150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7">
            <a:extLst>
              <a:ext uri="{FF2B5EF4-FFF2-40B4-BE49-F238E27FC236}">
                <a16:creationId xmlns:a16="http://schemas.microsoft.com/office/drawing/2014/main" xmlns="" id="{1DD08F44-ADCA-4FAA-BCDB-D45DFC43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4402138"/>
            <a:ext cx="39687" cy="5397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8">
            <a:extLst>
              <a:ext uri="{FF2B5EF4-FFF2-40B4-BE49-F238E27FC236}">
                <a16:creationId xmlns:a16="http://schemas.microsoft.com/office/drawing/2014/main" xmlns="" id="{1F8B2D33-8F37-4844-96B6-DCD16473B3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043238" y="2084388"/>
            <a:ext cx="833437" cy="438150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29">
            <a:extLst>
              <a:ext uri="{FF2B5EF4-FFF2-40B4-BE49-F238E27FC236}">
                <a16:creationId xmlns:a16="http://schemas.microsoft.com/office/drawing/2014/main" xmlns="" id="{E472FF78-17E6-4FCD-9B8C-E836EAED9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2176463"/>
            <a:ext cx="15875" cy="23812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30">
            <a:extLst>
              <a:ext uri="{FF2B5EF4-FFF2-40B4-BE49-F238E27FC236}">
                <a16:creationId xmlns:a16="http://schemas.microsoft.com/office/drawing/2014/main" xmlns="" id="{9FCFE153-0A16-4933-B53D-FE9BF4F63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2176463"/>
            <a:ext cx="15875" cy="23812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1">
            <a:extLst>
              <a:ext uri="{FF2B5EF4-FFF2-40B4-BE49-F238E27FC236}">
                <a16:creationId xmlns:a16="http://schemas.microsoft.com/office/drawing/2014/main" xmlns="" id="{5B4D1BD2-208D-43AE-BA49-8B14AECE7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25" y="2108200"/>
            <a:ext cx="17463" cy="25400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2">
            <a:extLst>
              <a:ext uri="{FF2B5EF4-FFF2-40B4-BE49-F238E27FC236}">
                <a16:creationId xmlns:a16="http://schemas.microsoft.com/office/drawing/2014/main" xmlns="" id="{2CB22EA3-BADB-4384-BFA3-C06DF35E5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2084388"/>
            <a:ext cx="1587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3">
            <a:extLst>
              <a:ext uri="{FF2B5EF4-FFF2-40B4-BE49-F238E27FC236}">
                <a16:creationId xmlns:a16="http://schemas.microsoft.com/office/drawing/2014/main" xmlns="" id="{43AE9CDA-2392-437A-AB8F-27E81AB57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2882900"/>
            <a:ext cx="1970087" cy="11874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34">
            <a:extLst>
              <a:ext uri="{FF2B5EF4-FFF2-40B4-BE49-F238E27FC236}">
                <a16:creationId xmlns:a16="http://schemas.microsoft.com/office/drawing/2014/main" xmlns="" id="{ACE168ED-DDF0-450D-ABFA-09DDD9934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" y="4029075"/>
            <a:ext cx="1854200" cy="1087438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xmlns="" id="{FC671DB3-08A4-49B5-B985-6EFAFAFCBA2D}"/>
              </a:ext>
            </a:extLst>
          </p:cNvPr>
          <p:cNvGrpSpPr>
            <a:grpSpLocks/>
          </p:cNvGrpSpPr>
          <p:nvPr/>
        </p:nvGrpSpPr>
        <p:grpSpPr bwMode="auto">
          <a:xfrm>
            <a:off x="388938" y="2109788"/>
            <a:ext cx="5316537" cy="3054350"/>
            <a:chOff x="7564437" y="4244495"/>
            <a:chExt cx="4236358" cy="2433801"/>
          </a:xfrm>
        </p:grpSpPr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xmlns="" id="{DC4B81A3-97E6-4707-A466-F92F06ECE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38">
              <a:extLst>
                <a:ext uri="{FF2B5EF4-FFF2-40B4-BE49-F238E27FC236}">
                  <a16:creationId xmlns:a16="http://schemas.microsoft.com/office/drawing/2014/main" xmlns="" id="{A050C75A-8D86-4374-AC65-4FF583073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xmlns="" id="{99E7C69A-9566-4E8E-B735-842F824F5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xmlns="" id="{E67EB1E3-0B58-4ADF-B968-E2ECABB43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" name="Freeform 135">
            <a:extLst>
              <a:ext uri="{FF2B5EF4-FFF2-40B4-BE49-F238E27FC236}">
                <a16:creationId xmlns:a16="http://schemas.microsoft.com/office/drawing/2014/main" xmlns="" id="{9AA94A5D-629E-483B-B93F-E0C4A658EF0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98775" y="3843338"/>
            <a:ext cx="1114425" cy="649287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37">
            <a:extLst>
              <a:ext uri="{FF2B5EF4-FFF2-40B4-BE49-F238E27FC236}">
                <a16:creationId xmlns:a16="http://schemas.microsoft.com/office/drawing/2014/main" xmlns="" id="{DAC70147-8692-4FF3-B7EB-2157CCD7A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2890838"/>
            <a:ext cx="22225" cy="7937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6">
            <a:extLst>
              <a:ext uri="{FF2B5EF4-FFF2-40B4-BE49-F238E27FC236}">
                <a16:creationId xmlns:a16="http://schemas.microsoft.com/office/drawing/2014/main" xmlns="" id="{385E68FE-5D09-432B-99FC-CC88F37D5BB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963988" y="3127375"/>
            <a:ext cx="1295400" cy="644525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8">
            <a:extLst>
              <a:ext uri="{FF2B5EF4-FFF2-40B4-BE49-F238E27FC236}">
                <a16:creationId xmlns:a16="http://schemas.microsoft.com/office/drawing/2014/main" xmlns="" id="{96058411-3529-4DC4-BB4A-0DF91714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2890838"/>
            <a:ext cx="22225" cy="7937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39">
            <a:extLst>
              <a:ext uri="{FF2B5EF4-FFF2-40B4-BE49-F238E27FC236}">
                <a16:creationId xmlns:a16="http://schemas.microsoft.com/office/drawing/2014/main" xmlns="" id="{D1C2EABB-03C2-40C9-BA63-A0170D6132B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17763" y="2695575"/>
            <a:ext cx="1250950" cy="687388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40">
            <a:extLst>
              <a:ext uri="{FF2B5EF4-FFF2-40B4-BE49-F238E27FC236}">
                <a16:creationId xmlns:a16="http://schemas.microsoft.com/office/drawing/2014/main" xmlns="" id="{8FE2AB22-B85D-41F0-810B-7B738A0CB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882900"/>
            <a:ext cx="23812" cy="12700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1">
            <a:extLst>
              <a:ext uri="{FF2B5EF4-FFF2-40B4-BE49-F238E27FC236}">
                <a16:creationId xmlns:a16="http://schemas.microsoft.com/office/drawing/2014/main" xmlns="" id="{E76382D2-16F2-4D91-9ACF-85956555B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882900"/>
            <a:ext cx="23812" cy="12700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2">
            <a:extLst>
              <a:ext uri="{FF2B5EF4-FFF2-40B4-BE49-F238E27FC236}">
                <a16:creationId xmlns:a16="http://schemas.microsoft.com/office/drawing/2014/main" xmlns="" id="{CEAFC3E1-B3B7-42DC-95D4-56F40F86F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89450"/>
            <a:ext cx="153988" cy="180975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3">
            <a:extLst>
              <a:ext uri="{FF2B5EF4-FFF2-40B4-BE49-F238E27FC236}">
                <a16:creationId xmlns:a16="http://schemas.microsoft.com/office/drawing/2014/main" xmlns="" id="{1CA4E850-99C0-4684-AD7B-26F1AD43A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608513"/>
            <a:ext cx="173038" cy="144462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4">
            <a:extLst>
              <a:ext uri="{FF2B5EF4-FFF2-40B4-BE49-F238E27FC236}">
                <a16:creationId xmlns:a16="http://schemas.microsoft.com/office/drawing/2014/main" xmlns="" id="{FDEF00B1-D549-4C91-ACC5-CBA5D12AF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3" y="4314825"/>
            <a:ext cx="1508125" cy="355600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5">
            <a:extLst>
              <a:ext uri="{FF2B5EF4-FFF2-40B4-BE49-F238E27FC236}">
                <a16:creationId xmlns:a16="http://schemas.microsoft.com/office/drawing/2014/main" xmlns="" id="{9A4E88C2-79ED-46D3-8955-2EA725F4C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138" y="3184525"/>
            <a:ext cx="919162" cy="1143000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46">
            <a:extLst>
              <a:ext uri="{FF2B5EF4-FFF2-40B4-BE49-F238E27FC236}">
                <a16:creationId xmlns:a16="http://schemas.microsoft.com/office/drawing/2014/main" xmlns="" id="{F8F1ABD8-8DCF-42BE-A3B4-6BA4C65C9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3460750"/>
            <a:ext cx="1555750" cy="373063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50">
            <a:extLst>
              <a:ext uri="{FF2B5EF4-FFF2-40B4-BE49-F238E27FC236}">
                <a16:creationId xmlns:a16="http://schemas.microsoft.com/office/drawing/2014/main" xmlns="" id="{9B5C9F7F-2072-4A7C-B981-C041743A5DE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8713" y="25304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1">
            <a:extLst>
              <a:ext uri="{FF2B5EF4-FFF2-40B4-BE49-F238E27FC236}">
                <a16:creationId xmlns:a16="http://schemas.microsoft.com/office/drawing/2014/main" xmlns="" id="{E4D34405-0D6B-4B93-B1B5-D7E87BB9A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544888"/>
            <a:ext cx="125412" cy="74612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2">
            <a:extLst>
              <a:ext uri="{FF2B5EF4-FFF2-40B4-BE49-F238E27FC236}">
                <a16:creationId xmlns:a16="http://schemas.microsoft.com/office/drawing/2014/main" xmlns="" id="{A22F668A-2AFA-4338-8247-881F24AC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544888"/>
            <a:ext cx="125412" cy="74612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3">
            <a:extLst>
              <a:ext uri="{FF2B5EF4-FFF2-40B4-BE49-F238E27FC236}">
                <a16:creationId xmlns:a16="http://schemas.microsoft.com/office/drawing/2014/main" xmlns="" id="{467314C6-A86B-4F19-84CC-68BF3427848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206875" y="3544888"/>
            <a:ext cx="441325" cy="157162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7">
            <a:extLst>
              <a:ext uri="{FF2B5EF4-FFF2-40B4-BE49-F238E27FC236}">
                <a16:creationId xmlns:a16="http://schemas.microsoft.com/office/drawing/2014/main" xmlns="" id="{1BF83113-19A6-46C9-9655-8F0017C40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35238"/>
            <a:ext cx="4763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8">
            <a:extLst>
              <a:ext uri="{FF2B5EF4-FFF2-40B4-BE49-F238E27FC236}">
                <a16:creationId xmlns:a16="http://schemas.microsoft.com/office/drawing/2014/main" xmlns="" id="{D7C864B2-C3FD-471D-BB1D-6D5B010E7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27300"/>
            <a:ext cx="15875" cy="793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59">
            <a:extLst>
              <a:ext uri="{FF2B5EF4-FFF2-40B4-BE49-F238E27FC236}">
                <a16:creationId xmlns:a16="http://schemas.microsoft.com/office/drawing/2014/main" xmlns="" id="{98EC6CF7-E47F-4A0B-9369-2FB873D42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22538"/>
            <a:ext cx="1003300" cy="1192212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60">
            <a:extLst>
              <a:ext uri="{FF2B5EF4-FFF2-40B4-BE49-F238E27FC236}">
                <a16:creationId xmlns:a16="http://schemas.microsoft.com/office/drawing/2014/main" xmlns="" id="{258615DC-1A0C-44BB-8ABD-36D8B7BCC5E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0775" y="2530475"/>
            <a:ext cx="7938" cy="4763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64">
            <a:extLst>
              <a:ext uri="{FF2B5EF4-FFF2-40B4-BE49-F238E27FC236}">
                <a16:creationId xmlns:a16="http://schemas.microsoft.com/office/drawing/2014/main" xmlns="" id="{48873869-26AB-4A9F-A481-7C7111A2C7D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8713" y="2530475"/>
            <a:ext cx="979487" cy="1195388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72">
            <a:extLst>
              <a:ext uri="{FF2B5EF4-FFF2-40B4-BE49-F238E27FC236}">
                <a16:creationId xmlns:a16="http://schemas.microsoft.com/office/drawing/2014/main" xmlns="" id="{EC497003-DBD3-4806-BCA0-5CA18EFAE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64025"/>
            <a:ext cx="123825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3">
            <a:extLst>
              <a:ext uri="{FF2B5EF4-FFF2-40B4-BE49-F238E27FC236}">
                <a16:creationId xmlns:a16="http://schemas.microsoft.com/office/drawing/2014/main" xmlns="" id="{B747C441-5A21-40AF-A711-EC145603D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64025"/>
            <a:ext cx="123825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74">
            <a:extLst>
              <a:ext uri="{FF2B5EF4-FFF2-40B4-BE49-F238E27FC236}">
                <a16:creationId xmlns:a16="http://schemas.microsoft.com/office/drawing/2014/main" xmlns="" id="{4F3B3C19-8717-4B84-BAF1-F7E1213C12B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62275" y="4264025"/>
            <a:ext cx="438150" cy="15716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95">
            <a:extLst>
              <a:ext uri="{FF2B5EF4-FFF2-40B4-BE49-F238E27FC236}">
                <a16:creationId xmlns:a16="http://schemas.microsoft.com/office/drawing/2014/main" xmlns="" id="{45FD2AC0-4EE3-4E63-801A-6940FF69D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960688"/>
            <a:ext cx="120650" cy="207962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6">
            <a:extLst>
              <a:ext uri="{FF2B5EF4-FFF2-40B4-BE49-F238E27FC236}">
                <a16:creationId xmlns:a16="http://schemas.microsoft.com/office/drawing/2014/main" xmlns="" id="{34844A0F-31A9-498B-AB22-9A3B9F429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960688"/>
            <a:ext cx="120650" cy="207962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7">
            <a:extLst>
              <a:ext uri="{FF2B5EF4-FFF2-40B4-BE49-F238E27FC236}">
                <a16:creationId xmlns:a16="http://schemas.microsoft.com/office/drawing/2014/main" xmlns="" id="{0C9FE571-6504-4D50-95FA-C26A1E0FD13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17775" y="2944813"/>
            <a:ext cx="136525" cy="231775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98">
            <a:extLst>
              <a:ext uri="{FF2B5EF4-FFF2-40B4-BE49-F238E27FC236}">
                <a16:creationId xmlns:a16="http://schemas.microsoft.com/office/drawing/2014/main" xmlns="" id="{235EC29E-561F-4502-A6EC-0476AB951EA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17775" y="2944813"/>
            <a:ext cx="136525" cy="231775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68">
            <a:extLst>
              <a:ext uri="{FF2B5EF4-FFF2-40B4-BE49-F238E27FC236}">
                <a16:creationId xmlns:a16="http://schemas.microsoft.com/office/drawing/2014/main" xmlns="" id="{AE44EABA-F0D6-48DC-9067-7D8D8D01B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17863"/>
            <a:ext cx="1047750" cy="1233487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69">
            <a:extLst>
              <a:ext uri="{FF2B5EF4-FFF2-40B4-BE49-F238E27FC236}">
                <a16:creationId xmlns:a16="http://schemas.microsoft.com/office/drawing/2014/main" xmlns="" id="{FA0F6601-90E8-4201-8DC9-55A6E6826EA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14588" y="3217863"/>
            <a:ext cx="1047750" cy="1233487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70">
            <a:extLst>
              <a:ext uri="{FF2B5EF4-FFF2-40B4-BE49-F238E27FC236}">
                <a16:creationId xmlns:a16="http://schemas.microsoft.com/office/drawing/2014/main" xmlns="" id="{685DC869-5BF0-4A5C-92C1-825CFA31C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1888" y="3241675"/>
            <a:ext cx="998537" cy="12223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1">
            <a:extLst>
              <a:ext uri="{FF2B5EF4-FFF2-40B4-BE49-F238E27FC236}">
                <a16:creationId xmlns:a16="http://schemas.microsoft.com/office/drawing/2014/main" xmlns="" id="{E4392ACA-855B-4EE2-9DE7-50DE9DA824D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5">
            <a:extLst>
              <a:ext uri="{FF2B5EF4-FFF2-40B4-BE49-F238E27FC236}">
                <a16:creationId xmlns:a16="http://schemas.microsoft.com/office/drawing/2014/main" xmlns="" id="{2CC41932-B45C-4518-B132-5AB45491D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188" y="3262313"/>
            <a:ext cx="985837" cy="1195387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8">
            <a:extLst>
              <a:ext uri="{FF2B5EF4-FFF2-40B4-BE49-F238E27FC236}">
                <a16:creationId xmlns:a16="http://schemas.microsoft.com/office/drawing/2014/main" xmlns="" id="{4CB39093-5ACA-46CC-8444-43366D098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2788"/>
            <a:ext cx="3175" cy="3175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79">
            <a:extLst>
              <a:ext uri="{FF2B5EF4-FFF2-40B4-BE49-F238E27FC236}">
                <a16:creationId xmlns:a16="http://schemas.microsoft.com/office/drawing/2014/main" xmlns="" id="{F9D766FB-DE9B-4F4A-98DF-AB1A6C892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46438"/>
            <a:ext cx="17462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80">
            <a:extLst>
              <a:ext uri="{FF2B5EF4-FFF2-40B4-BE49-F238E27FC236}">
                <a16:creationId xmlns:a16="http://schemas.microsoft.com/office/drawing/2014/main" xmlns="" id="{7D1C4006-8482-4DB8-88E9-3934F97DA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41675"/>
            <a:ext cx="1004887" cy="11938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181">
            <a:extLst>
              <a:ext uri="{FF2B5EF4-FFF2-40B4-BE49-F238E27FC236}">
                <a16:creationId xmlns:a16="http://schemas.microsoft.com/office/drawing/2014/main" xmlns="" id="{4D0D5918-119E-4D26-BD83-B2C7ABD74FB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Rectangle 182">
            <a:extLst>
              <a:ext uri="{FF2B5EF4-FFF2-40B4-BE49-F238E27FC236}">
                <a16:creationId xmlns:a16="http://schemas.microsoft.com/office/drawing/2014/main" xmlns="" id="{AE613C82-F884-4DC9-9277-4B21560BC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5963"/>
            <a:ext cx="1587" cy="1587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83">
            <a:extLst>
              <a:ext uri="{FF2B5EF4-FFF2-40B4-BE49-F238E27FC236}">
                <a16:creationId xmlns:a16="http://schemas.microsoft.com/office/drawing/2014/main" xmlns="" id="{D8756AA1-23A1-4CA0-B349-3C9C35AB2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59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6">
            <a:extLst>
              <a:ext uri="{FF2B5EF4-FFF2-40B4-BE49-F238E27FC236}">
                <a16:creationId xmlns:a16="http://schemas.microsoft.com/office/drawing/2014/main" xmlns="" id="{BE9BDD4E-EDB3-44C0-93CF-B76D90F85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3246438"/>
            <a:ext cx="993775" cy="1201737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87">
            <a:extLst>
              <a:ext uri="{FF2B5EF4-FFF2-40B4-BE49-F238E27FC236}">
                <a16:creationId xmlns:a16="http://schemas.microsoft.com/office/drawing/2014/main" xmlns="" id="{A5B9303C-609D-4806-A6F2-A51E180B57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977900" cy="1195387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209">
            <a:extLst>
              <a:ext uri="{FF2B5EF4-FFF2-40B4-BE49-F238E27FC236}">
                <a16:creationId xmlns:a16="http://schemas.microsoft.com/office/drawing/2014/main" xmlns="" id="{74F8F791-0B62-4827-B2F1-D0504FE0E10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143250" y="3263900"/>
            <a:ext cx="15875" cy="28575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17">
            <a:extLst>
              <a:ext uri="{FF2B5EF4-FFF2-40B4-BE49-F238E27FC236}">
                <a16:creationId xmlns:a16="http://schemas.microsoft.com/office/drawing/2014/main" xmlns="" id="{11EC5DF8-5E89-496F-8081-5FB743F47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2514600"/>
            <a:ext cx="123825" cy="180975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8">
            <a:extLst>
              <a:ext uri="{FF2B5EF4-FFF2-40B4-BE49-F238E27FC236}">
                <a16:creationId xmlns:a16="http://schemas.microsoft.com/office/drawing/2014/main" xmlns="" id="{6E73F24A-6E9E-4B84-9E02-F5629523D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2600325"/>
            <a:ext cx="123825" cy="187325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219">
            <a:extLst>
              <a:ext uri="{FF2B5EF4-FFF2-40B4-BE49-F238E27FC236}">
                <a16:creationId xmlns:a16="http://schemas.microsoft.com/office/drawing/2014/main" xmlns="" id="{BFACD187-1051-4D82-8320-1DAAC7A8F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2687638"/>
            <a:ext cx="123825" cy="187325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2" name="组合 87">
            <a:extLst>
              <a:ext uri="{FF2B5EF4-FFF2-40B4-BE49-F238E27FC236}">
                <a16:creationId xmlns:a16="http://schemas.microsoft.com/office/drawing/2014/main" xmlns="" id="{9BF249A1-4B86-4E76-BEEA-C488BE876470}"/>
              </a:ext>
            </a:extLst>
          </p:cNvPr>
          <p:cNvGrpSpPr>
            <a:grpSpLocks/>
          </p:cNvGrpSpPr>
          <p:nvPr/>
        </p:nvGrpSpPr>
        <p:grpSpPr bwMode="auto">
          <a:xfrm>
            <a:off x="3649663" y="2506663"/>
            <a:ext cx="1073150" cy="1244600"/>
            <a:chOff x="5332731" y="3343275"/>
            <a:chExt cx="855345" cy="992188"/>
          </a:xfrm>
        </p:grpSpPr>
        <p:sp>
          <p:nvSpPr>
            <p:cNvPr id="93" name="Freeform 168">
              <a:extLst>
                <a:ext uri="{FF2B5EF4-FFF2-40B4-BE49-F238E27FC236}">
                  <a16:creationId xmlns:a16="http://schemas.microsoft.com/office/drawing/2014/main" xmlns="" id="{CE1CA0CA-5096-44EA-8D87-2E4D1DA89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42 w 253"/>
                <a:gd name="T1" fmla="*/ 129 h 298"/>
                <a:gd name="T2" fmla="*/ 22 w 253"/>
                <a:gd name="T3" fmla="*/ 1 h 298"/>
                <a:gd name="T4" fmla="*/ 14 w 253"/>
                <a:gd name="T5" fmla="*/ 1 h 298"/>
                <a:gd name="T6" fmla="*/ 14 w 253"/>
                <a:gd name="T7" fmla="*/ 1 h 298"/>
                <a:gd name="T8" fmla="*/ 14 w 253"/>
                <a:gd name="T9" fmla="*/ 1 h 298"/>
                <a:gd name="T10" fmla="*/ 14 w 253"/>
                <a:gd name="T11" fmla="*/ 1 h 298"/>
                <a:gd name="T12" fmla="*/ 0 w 253"/>
                <a:gd name="T13" fmla="*/ 9 h 298"/>
                <a:gd name="T14" fmla="*/ 11 w 253"/>
                <a:gd name="T15" fmla="*/ 14 h 298"/>
                <a:gd name="T16" fmla="*/ 11 w 253"/>
                <a:gd name="T17" fmla="*/ 143 h 298"/>
                <a:gd name="T18" fmla="*/ 22 w 253"/>
                <a:gd name="T19" fmla="*/ 162 h 298"/>
                <a:gd name="T20" fmla="*/ 98 w 253"/>
                <a:gd name="T21" fmla="*/ 206 h 298"/>
                <a:gd name="T22" fmla="*/ 132 w 253"/>
                <a:gd name="T23" fmla="*/ 264 h 298"/>
                <a:gd name="T24" fmla="*/ 165 w 253"/>
                <a:gd name="T25" fmla="*/ 245 h 298"/>
                <a:gd name="T26" fmla="*/ 236 w 253"/>
                <a:gd name="T27" fmla="*/ 285 h 298"/>
                <a:gd name="T28" fmla="*/ 235 w 253"/>
                <a:gd name="T29" fmla="*/ 298 h 298"/>
                <a:gd name="T30" fmla="*/ 250 w 253"/>
                <a:gd name="T31" fmla="*/ 290 h 298"/>
                <a:gd name="T32" fmla="*/ 250 w 253"/>
                <a:gd name="T33" fmla="*/ 290 h 298"/>
                <a:gd name="T34" fmla="*/ 250 w 253"/>
                <a:gd name="T35" fmla="*/ 290 h 298"/>
                <a:gd name="T36" fmla="*/ 250 w 253"/>
                <a:gd name="T37" fmla="*/ 290 h 298"/>
                <a:gd name="T38" fmla="*/ 253 w 253"/>
                <a:gd name="T39" fmla="*/ 283 h 298"/>
                <a:gd name="T40" fmla="*/ 253 w 253"/>
                <a:gd name="T41" fmla="*/ 147 h 298"/>
                <a:gd name="T42" fmla="*/ 242 w 253"/>
                <a:gd name="T43" fmla="*/ 12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3" h="298">
                  <a:moveTo>
                    <a:pt x="242" y="12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6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1" y="150"/>
                    <a:pt x="16" y="158"/>
                    <a:pt x="22" y="162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32" y="264"/>
                    <a:pt x="132" y="264"/>
                    <a:pt x="132" y="264"/>
                  </a:cubicBezTo>
                  <a:cubicBezTo>
                    <a:pt x="165" y="245"/>
                    <a:pt x="165" y="245"/>
                    <a:pt x="165" y="245"/>
                  </a:cubicBezTo>
                  <a:cubicBezTo>
                    <a:pt x="236" y="285"/>
                    <a:pt x="236" y="285"/>
                    <a:pt x="236" y="285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69">
              <a:extLst>
                <a:ext uri="{FF2B5EF4-FFF2-40B4-BE49-F238E27FC236}">
                  <a16:creationId xmlns:a16="http://schemas.microsoft.com/office/drawing/2014/main" xmlns="" id="{73FF06F4-C87D-42E3-B462-6C99F9C19E9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37 w 253"/>
                <a:gd name="T1" fmla="*/ 297 h 298"/>
                <a:gd name="T2" fmla="*/ 237 w 253"/>
                <a:gd name="T3" fmla="*/ 297 h 298"/>
                <a:gd name="T4" fmla="*/ 236 w 253"/>
                <a:gd name="T5" fmla="*/ 298 h 298"/>
                <a:gd name="T6" fmla="*/ 235 w 253"/>
                <a:gd name="T7" fmla="*/ 298 h 298"/>
                <a:gd name="T8" fmla="*/ 237 w 253"/>
                <a:gd name="T9" fmla="*/ 297 h 298"/>
                <a:gd name="T10" fmla="*/ 2 w 253"/>
                <a:gd name="T11" fmla="*/ 8 h 298"/>
                <a:gd name="T12" fmla="*/ 0 w 253"/>
                <a:gd name="T13" fmla="*/ 9 h 298"/>
                <a:gd name="T14" fmla="*/ 0 w 253"/>
                <a:gd name="T15" fmla="*/ 9 h 298"/>
                <a:gd name="T16" fmla="*/ 2 w 253"/>
                <a:gd name="T17" fmla="*/ 8 h 298"/>
                <a:gd name="T18" fmla="*/ 2 w 253"/>
                <a:gd name="T19" fmla="*/ 8 h 298"/>
                <a:gd name="T20" fmla="*/ 2 w 253"/>
                <a:gd name="T21" fmla="*/ 8 h 298"/>
                <a:gd name="T22" fmla="*/ 2 w 253"/>
                <a:gd name="T23" fmla="*/ 8 h 298"/>
                <a:gd name="T24" fmla="*/ 2 w 253"/>
                <a:gd name="T25" fmla="*/ 8 h 298"/>
                <a:gd name="T26" fmla="*/ 2 w 253"/>
                <a:gd name="T27" fmla="*/ 8 h 298"/>
                <a:gd name="T28" fmla="*/ 2 w 253"/>
                <a:gd name="T29" fmla="*/ 8 h 298"/>
                <a:gd name="T30" fmla="*/ 17 w 253"/>
                <a:gd name="T31" fmla="*/ 0 h 298"/>
                <a:gd name="T32" fmla="*/ 14 w 253"/>
                <a:gd name="T33" fmla="*/ 1 h 298"/>
                <a:gd name="T34" fmla="*/ 14 w 253"/>
                <a:gd name="T35" fmla="*/ 1 h 298"/>
                <a:gd name="T36" fmla="*/ 4 w 253"/>
                <a:gd name="T37" fmla="*/ 7 h 298"/>
                <a:gd name="T38" fmla="*/ 7 w 253"/>
                <a:gd name="T39" fmla="*/ 6 h 298"/>
                <a:gd name="T40" fmla="*/ 12 w 253"/>
                <a:gd name="T41" fmla="*/ 7 h 298"/>
                <a:gd name="T42" fmla="*/ 232 w 253"/>
                <a:gd name="T43" fmla="*/ 135 h 298"/>
                <a:gd name="T44" fmla="*/ 243 w 253"/>
                <a:gd name="T45" fmla="*/ 153 h 298"/>
                <a:gd name="T46" fmla="*/ 243 w 253"/>
                <a:gd name="T47" fmla="*/ 288 h 298"/>
                <a:gd name="T48" fmla="*/ 241 w 253"/>
                <a:gd name="T49" fmla="*/ 294 h 298"/>
                <a:gd name="T50" fmla="*/ 240 w 253"/>
                <a:gd name="T51" fmla="*/ 295 h 298"/>
                <a:gd name="T52" fmla="*/ 250 w 253"/>
                <a:gd name="T53" fmla="*/ 290 h 298"/>
                <a:gd name="T54" fmla="*/ 250 w 253"/>
                <a:gd name="T55" fmla="*/ 290 h 298"/>
                <a:gd name="T56" fmla="*/ 250 w 253"/>
                <a:gd name="T57" fmla="*/ 290 h 298"/>
                <a:gd name="T58" fmla="*/ 250 w 253"/>
                <a:gd name="T59" fmla="*/ 290 h 298"/>
                <a:gd name="T60" fmla="*/ 250 w 253"/>
                <a:gd name="T61" fmla="*/ 290 h 298"/>
                <a:gd name="T62" fmla="*/ 250 w 253"/>
                <a:gd name="T63" fmla="*/ 290 h 298"/>
                <a:gd name="T64" fmla="*/ 253 w 253"/>
                <a:gd name="T65" fmla="*/ 283 h 298"/>
                <a:gd name="T66" fmla="*/ 253 w 253"/>
                <a:gd name="T67" fmla="*/ 147 h 298"/>
                <a:gd name="T68" fmla="*/ 242 w 253"/>
                <a:gd name="T69" fmla="*/ 129 h 298"/>
                <a:gd name="T70" fmla="*/ 165 w 253"/>
                <a:gd name="T71" fmla="*/ 84 h 298"/>
                <a:gd name="T72" fmla="*/ 162 w 253"/>
                <a:gd name="T73" fmla="*/ 82 h 298"/>
                <a:gd name="T74" fmla="*/ 34 w 253"/>
                <a:gd name="T75" fmla="*/ 8 h 298"/>
                <a:gd name="T76" fmla="*/ 31 w 253"/>
                <a:gd name="T77" fmla="*/ 7 h 298"/>
                <a:gd name="T78" fmla="*/ 22 w 253"/>
                <a:gd name="T79" fmla="*/ 1 h 298"/>
                <a:gd name="T80" fmla="*/ 17 w 253"/>
                <a:gd name="T8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298">
                  <a:moveTo>
                    <a:pt x="237" y="297"/>
                  </a:moveTo>
                  <a:cubicBezTo>
                    <a:pt x="237" y="297"/>
                    <a:pt x="237" y="297"/>
                    <a:pt x="237" y="297"/>
                  </a:cubicBezTo>
                  <a:cubicBezTo>
                    <a:pt x="236" y="298"/>
                    <a:pt x="236" y="298"/>
                    <a:pt x="236" y="298"/>
                  </a:cubicBezTo>
                  <a:cubicBezTo>
                    <a:pt x="236" y="298"/>
                    <a:pt x="235" y="298"/>
                    <a:pt x="235" y="298"/>
                  </a:cubicBezTo>
                  <a:cubicBezTo>
                    <a:pt x="237" y="297"/>
                    <a:pt x="237" y="297"/>
                    <a:pt x="237" y="297"/>
                  </a:cubicBezTo>
                  <a:moveTo>
                    <a:pt x="2" y="8"/>
                  </a:moveTo>
                  <a:cubicBezTo>
                    <a:pt x="1" y="8"/>
                    <a:pt x="1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17" y="0"/>
                  </a:moveTo>
                  <a:cubicBezTo>
                    <a:pt x="16" y="0"/>
                    <a:pt x="15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6"/>
                    <a:pt x="10" y="6"/>
                    <a:pt x="12" y="7"/>
                  </a:cubicBezTo>
                  <a:cubicBezTo>
                    <a:pt x="232" y="135"/>
                    <a:pt x="232" y="135"/>
                    <a:pt x="232" y="135"/>
                  </a:cubicBezTo>
                  <a:cubicBezTo>
                    <a:pt x="238" y="138"/>
                    <a:pt x="243" y="146"/>
                    <a:pt x="243" y="153"/>
                  </a:cubicBezTo>
                  <a:cubicBezTo>
                    <a:pt x="243" y="288"/>
                    <a:pt x="243" y="288"/>
                    <a:pt x="243" y="288"/>
                  </a:cubicBezTo>
                  <a:cubicBezTo>
                    <a:pt x="243" y="291"/>
                    <a:pt x="242" y="293"/>
                    <a:pt x="241" y="294"/>
                  </a:cubicBezTo>
                  <a:cubicBezTo>
                    <a:pt x="241" y="294"/>
                    <a:pt x="241" y="295"/>
                    <a:pt x="240" y="295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  <a:cubicBezTo>
                    <a:pt x="165" y="84"/>
                    <a:pt x="165" y="84"/>
                    <a:pt x="165" y="84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0"/>
                    <a:pt x="19" y="0"/>
                    <a:pt x="17" y="0"/>
                  </a:cubicBezTo>
                </a:path>
              </a:pathLst>
            </a:custGeom>
            <a:gradFill rotWithShape="1">
              <a:gsLst>
                <a:gs pos="0">
                  <a:srgbClr val="42C8D1"/>
                </a:gs>
                <a:gs pos="100000">
                  <a:srgbClr val="2C6692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70">
              <a:extLst>
                <a:ext uri="{FF2B5EF4-FFF2-40B4-BE49-F238E27FC236}">
                  <a16:creationId xmlns:a16="http://schemas.microsoft.com/office/drawing/2014/main" xmlns="" id="{C763CF50-EE1F-446E-A897-0607512BE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362325"/>
              <a:ext cx="795338" cy="973138"/>
            </a:xfrm>
            <a:custGeom>
              <a:avLst/>
              <a:gdLst>
                <a:gd name="T0" fmla="*/ 231 w 241"/>
                <a:gd name="T1" fmla="*/ 131 h 295"/>
                <a:gd name="T2" fmla="*/ 10 w 241"/>
                <a:gd name="T3" fmla="*/ 4 h 295"/>
                <a:gd name="T4" fmla="*/ 0 w 241"/>
                <a:gd name="T5" fmla="*/ 10 h 295"/>
                <a:gd name="T6" fmla="*/ 0 w 241"/>
                <a:gd name="T7" fmla="*/ 145 h 295"/>
                <a:gd name="T8" fmla="*/ 10 w 241"/>
                <a:gd name="T9" fmla="*/ 164 h 295"/>
                <a:gd name="T10" fmla="*/ 87 w 241"/>
                <a:gd name="T11" fmla="*/ 208 h 295"/>
                <a:gd name="T12" fmla="*/ 120 w 241"/>
                <a:gd name="T13" fmla="*/ 266 h 295"/>
                <a:gd name="T14" fmla="*/ 154 w 241"/>
                <a:gd name="T15" fmla="*/ 247 h 295"/>
                <a:gd name="T16" fmla="*/ 231 w 241"/>
                <a:gd name="T17" fmla="*/ 291 h 295"/>
                <a:gd name="T18" fmla="*/ 241 w 241"/>
                <a:gd name="T19" fmla="*/ 285 h 295"/>
                <a:gd name="T20" fmla="*/ 241 w 241"/>
                <a:gd name="T21" fmla="*/ 150 h 295"/>
                <a:gd name="T22" fmla="*/ 231 w 241"/>
                <a:gd name="T23" fmla="*/ 13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1" h="295">
                  <a:moveTo>
                    <a:pt x="231" y="131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4" y="0"/>
                    <a:pt x="0" y="3"/>
                    <a:pt x="0" y="1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2"/>
                    <a:pt x="4" y="161"/>
                    <a:pt x="10" y="164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54" y="247"/>
                    <a:pt x="154" y="247"/>
                    <a:pt x="154" y="247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37" y="295"/>
                    <a:pt x="241" y="292"/>
                    <a:pt x="241" y="285"/>
                  </a:cubicBezTo>
                  <a:cubicBezTo>
                    <a:pt x="241" y="150"/>
                    <a:pt x="241" y="150"/>
                    <a:pt x="241" y="150"/>
                  </a:cubicBezTo>
                  <a:cubicBezTo>
                    <a:pt x="241" y="143"/>
                    <a:pt x="237" y="134"/>
                    <a:pt x="231" y="131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71">
              <a:extLst>
                <a:ext uri="{FF2B5EF4-FFF2-40B4-BE49-F238E27FC236}">
                  <a16:creationId xmlns:a16="http://schemas.microsoft.com/office/drawing/2014/main" xmlns="" id="{9E220766-4E47-4AB6-B40C-DF1BA1E3658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9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75">
              <a:extLst>
                <a:ext uri="{FF2B5EF4-FFF2-40B4-BE49-F238E27FC236}">
                  <a16:creationId xmlns:a16="http://schemas.microsoft.com/office/drawing/2014/main" xmlns="" id="{CBAE04A0-1673-4DA8-ADD1-7F75FC0B9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731" y="3377883"/>
              <a:ext cx="785813" cy="952500"/>
            </a:xfrm>
            <a:custGeom>
              <a:avLst/>
              <a:gdLst>
                <a:gd name="T0" fmla="*/ 3 w 238"/>
                <a:gd name="T1" fmla="*/ 0 h 289"/>
                <a:gd name="T2" fmla="*/ 2 w 238"/>
                <a:gd name="T3" fmla="*/ 0 h 289"/>
                <a:gd name="T4" fmla="*/ 2 w 238"/>
                <a:gd name="T5" fmla="*/ 0 h 289"/>
                <a:gd name="T6" fmla="*/ 2 w 238"/>
                <a:gd name="T7" fmla="*/ 0 h 289"/>
                <a:gd name="T8" fmla="*/ 2 w 238"/>
                <a:gd name="T9" fmla="*/ 0 h 289"/>
                <a:gd name="T10" fmla="*/ 2 w 238"/>
                <a:gd name="T11" fmla="*/ 0 h 289"/>
                <a:gd name="T12" fmla="*/ 0 w 238"/>
                <a:gd name="T13" fmla="*/ 6 h 289"/>
                <a:gd name="T14" fmla="*/ 0 w 238"/>
                <a:gd name="T15" fmla="*/ 142 h 289"/>
                <a:gd name="T16" fmla="*/ 11 w 238"/>
                <a:gd name="T17" fmla="*/ 160 h 289"/>
                <a:gd name="T18" fmla="*/ 88 w 238"/>
                <a:gd name="T19" fmla="*/ 205 h 289"/>
                <a:gd name="T20" fmla="*/ 121 w 238"/>
                <a:gd name="T21" fmla="*/ 262 h 289"/>
                <a:gd name="T22" fmla="*/ 132 w 238"/>
                <a:gd name="T23" fmla="*/ 256 h 289"/>
                <a:gd name="T24" fmla="*/ 151 w 238"/>
                <a:gd name="T25" fmla="*/ 245 h 289"/>
                <a:gd name="T26" fmla="*/ 151 w 238"/>
                <a:gd name="T27" fmla="*/ 245 h 289"/>
                <a:gd name="T28" fmla="*/ 151 w 238"/>
                <a:gd name="T29" fmla="*/ 245 h 289"/>
                <a:gd name="T30" fmla="*/ 155 w 238"/>
                <a:gd name="T31" fmla="*/ 243 h 289"/>
                <a:gd name="T32" fmla="*/ 231 w 238"/>
                <a:gd name="T33" fmla="*/ 287 h 289"/>
                <a:gd name="T34" fmla="*/ 236 w 238"/>
                <a:gd name="T35" fmla="*/ 289 h 289"/>
                <a:gd name="T36" fmla="*/ 236 w 238"/>
                <a:gd name="T37" fmla="*/ 289 h 289"/>
                <a:gd name="T38" fmla="*/ 238 w 238"/>
                <a:gd name="T39" fmla="*/ 283 h 289"/>
                <a:gd name="T40" fmla="*/ 238 w 238"/>
                <a:gd name="T41" fmla="*/ 283 h 289"/>
                <a:gd name="T42" fmla="*/ 238 w 238"/>
                <a:gd name="T43" fmla="*/ 283 h 289"/>
                <a:gd name="T44" fmla="*/ 238 w 238"/>
                <a:gd name="T45" fmla="*/ 283 h 289"/>
                <a:gd name="T46" fmla="*/ 238 w 238"/>
                <a:gd name="T47" fmla="*/ 283 h 289"/>
                <a:gd name="T48" fmla="*/ 238 w 238"/>
                <a:gd name="T49" fmla="*/ 283 h 289"/>
                <a:gd name="T50" fmla="*/ 238 w 238"/>
                <a:gd name="T51" fmla="*/ 283 h 289"/>
                <a:gd name="T52" fmla="*/ 238 w 238"/>
                <a:gd name="T53" fmla="*/ 283 h 289"/>
                <a:gd name="T54" fmla="*/ 238 w 238"/>
                <a:gd name="T55" fmla="*/ 283 h 289"/>
                <a:gd name="T56" fmla="*/ 238 w 238"/>
                <a:gd name="T57" fmla="*/ 148 h 289"/>
                <a:gd name="T58" fmla="*/ 228 w 238"/>
                <a:gd name="T59" fmla="*/ 129 h 289"/>
                <a:gd name="T60" fmla="*/ 7 w 238"/>
                <a:gd name="T61" fmla="*/ 2 h 289"/>
                <a:gd name="T62" fmla="*/ 7 w 238"/>
                <a:gd name="T63" fmla="*/ 2 h 289"/>
                <a:gd name="T64" fmla="*/ 3 w 238"/>
                <a:gd name="T6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8" h="289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8"/>
                    <a:pt x="5" y="157"/>
                    <a:pt x="11" y="160"/>
                  </a:cubicBezTo>
                  <a:cubicBezTo>
                    <a:pt x="88" y="205"/>
                    <a:pt x="88" y="205"/>
                    <a:pt x="88" y="205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231" y="287"/>
                    <a:pt x="231" y="287"/>
                    <a:pt x="231" y="287"/>
                  </a:cubicBezTo>
                  <a:cubicBezTo>
                    <a:pt x="233" y="288"/>
                    <a:pt x="235" y="289"/>
                    <a:pt x="236" y="289"/>
                  </a:cubicBezTo>
                  <a:cubicBezTo>
                    <a:pt x="236" y="289"/>
                    <a:pt x="236" y="289"/>
                    <a:pt x="236" y="289"/>
                  </a:cubicBezTo>
                  <a:cubicBezTo>
                    <a:pt x="238" y="288"/>
                    <a:pt x="238" y="286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1"/>
                    <a:pt x="234" y="132"/>
                    <a:pt x="228" y="12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1"/>
                    <a:pt x="4" y="0"/>
                    <a:pt x="3" y="0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78">
              <a:extLst>
                <a:ext uri="{FF2B5EF4-FFF2-40B4-BE49-F238E27FC236}">
                  <a16:creationId xmlns:a16="http://schemas.microsoft.com/office/drawing/2014/main" xmlns="" id="{BFAA404D-07BC-435C-92F1-7EAC66343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026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79">
              <a:extLst>
                <a:ext uri="{FF2B5EF4-FFF2-40B4-BE49-F238E27FC236}">
                  <a16:creationId xmlns:a16="http://schemas.microsoft.com/office/drawing/2014/main" xmlns="" id="{D490FBBA-3B99-4D1F-8880-ED9BBB009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5500"/>
              <a:ext cx="14288" cy="793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  <a:gd name="T8" fmla="*/ 0 w 4"/>
                <a:gd name="T9" fmla="*/ 2 h 2"/>
                <a:gd name="T10" fmla="*/ 4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80">
              <a:extLst>
                <a:ext uri="{FF2B5EF4-FFF2-40B4-BE49-F238E27FC236}">
                  <a16:creationId xmlns:a16="http://schemas.microsoft.com/office/drawing/2014/main" xmlns="" id="{05706127-DCED-4513-840A-3BD3AB114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2325"/>
              <a:ext cx="801688" cy="950913"/>
            </a:xfrm>
            <a:custGeom>
              <a:avLst/>
              <a:gdLst>
                <a:gd name="T0" fmla="*/ 7 w 243"/>
                <a:gd name="T1" fmla="*/ 0 h 288"/>
                <a:gd name="T2" fmla="*/ 4 w 243"/>
                <a:gd name="T3" fmla="*/ 1 h 288"/>
                <a:gd name="T4" fmla="*/ 0 w 243"/>
                <a:gd name="T5" fmla="*/ 3 h 288"/>
                <a:gd name="T6" fmla="*/ 2 w 243"/>
                <a:gd name="T7" fmla="*/ 2 h 288"/>
                <a:gd name="T8" fmla="*/ 2 w 243"/>
                <a:gd name="T9" fmla="*/ 2 h 288"/>
                <a:gd name="T10" fmla="*/ 2 w 243"/>
                <a:gd name="T11" fmla="*/ 2 h 288"/>
                <a:gd name="T12" fmla="*/ 2 w 243"/>
                <a:gd name="T13" fmla="*/ 2 h 288"/>
                <a:gd name="T14" fmla="*/ 2 w 243"/>
                <a:gd name="T15" fmla="*/ 2 h 288"/>
                <a:gd name="T16" fmla="*/ 2 w 243"/>
                <a:gd name="T17" fmla="*/ 2 h 288"/>
                <a:gd name="T18" fmla="*/ 6 w 243"/>
                <a:gd name="T19" fmla="*/ 1 h 288"/>
                <a:gd name="T20" fmla="*/ 11 w 243"/>
                <a:gd name="T21" fmla="*/ 2 h 288"/>
                <a:gd name="T22" fmla="*/ 231 w 243"/>
                <a:gd name="T23" fmla="*/ 129 h 288"/>
                <a:gd name="T24" fmla="*/ 242 w 243"/>
                <a:gd name="T25" fmla="*/ 148 h 288"/>
                <a:gd name="T26" fmla="*/ 242 w 243"/>
                <a:gd name="T27" fmla="*/ 283 h 288"/>
                <a:gd name="T28" fmla="*/ 242 w 243"/>
                <a:gd name="T29" fmla="*/ 283 h 288"/>
                <a:gd name="T30" fmla="*/ 241 w 243"/>
                <a:gd name="T31" fmla="*/ 288 h 288"/>
                <a:gd name="T32" fmla="*/ 243 w 243"/>
                <a:gd name="T33" fmla="*/ 282 h 288"/>
                <a:gd name="T34" fmla="*/ 243 w 243"/>
                <a:gd name="T35" fmla="*/ 147 h 288"/>
                <a:gd name="T36" fmla="*/ 232 w 243"/>
                <a:gd name="T37" fmla="*/ 129 h 288"/>
                <a:gd name="T38" fmla="*/ 12 w 243"/>
                <a:gd name="T39" fmla="*/ 1 h 288"/>
                <a:gd name="T40" fmla="*/ 7 w 243"/>
                <a:gd name="T4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288">
                  <a:moveTo>
                    <a:pt x="7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1"/>
                    <a:pt x="6" y="1"/>
                  </a:cubicBezTo>
                  <a:cubicBezTo>
                    <a:pt x="8" y="1"/>
                    <a:pt x="9" y="1"/>
                    <a:pt x="11" y="2"/>
                  </a:cubicBezTo>
                  <a:cubicBezTo>
                    <a:pt x="231" y="129"/>
                    <a:pt x="231" y="129"/>
                    <a:pt x="231" y="129"/>
                  </a:cubicBezTo>
                  <a:cubicBezTo>
                    <a:pt x="237" y="133"/>
                    <a:pt x="242" y="141"/>
                    <a:pt x="242" y="148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5"/>
                    <a:pt x="242" y="287"/>
                    <a:pt x="241" y="288"/>
                  </a:cubicBezTo>
                  <a:cubicBezTo>
                    <a:pt x="242" y="287"/>
                    <a:pt x="243" y="285"/>
                    <a:pt x="243" y="282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243" y="140"/>
                    <a:pt x="238" y="132"/>
                    <a:pt x="232" y="12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solidFill>
              <a:srgbClr val="37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181">
              <a:extLst>
                <a:ext uri="{FF2B5EF4-FFF2-40B4-BE49-F238E27FC236}">
                  <a16:creationId xmlns:a16="http://schemas.microsoft.com/office/drawing/2014/main" xmlns="" id="{2EC828FC-01D2-484F-9636-FEE3D4CC282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Rectangle 182">
              <a:extLst>
                <a:ext uri="{FF2B5EF4-FFF2-40B4-BE49-F238E27FC236}">
                  <a16:creationId xmlns:a16="http://schemas.microsoft.com/office/drawing/2014/main" xmlns="" id="{66AE8E7E-FFF4-4CCB-8979-7822DC9AC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1588" cy="1588"/>
            </a:xfrm>
            <a:prstGeom prst="rect">
              <a:avLst/>
            </a:pr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83">
              <a:extLst>
                <a:ext uri="{FF2B5EF4-FFF2-40B4-BE49-F238E27FC236}">
                  <a16:creationId xmlns:a16="http://schemas.microsoft.com/office/drawing/2014/main" xmlns="" id="{8676D9B5-53AC-4347-9C36-47D1E2013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86">
              <a:extLst>
                <a:ext uri="{FF2B5EF4-FFF2-40B4-BE49-F238E27FC236}">
                  <a16:creationId xmlns:a16="http://schemas.microsoft.com/office/drawing/2014/main" xmlns="" id="{BB5420F2-868C-45B1-BAC0-89DC0CF6F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1" y="3365500"/>
              <a:ext cx="792163" cy="957263"/>
            </a:xfrm>
            <a:custGeom>
              <a:avLst/>
              <a:gdLst>
                <a:gd name="T0" fmla="*/ 4 w 240"/>
                <a:gd name="T1" fmla="*/ 0 h 290"/>
                <a:gd name="T2" fmla="*/ 0 w 240"/>
                <a:gd name="T3" fmla="*/ 1 h 290"/>
                <a:gd name="T4" fmla="*/ 0 w 240"/>
                <a:gd name="T5" fmla="*/ 1 h 290"/>
                <a:gd name="T6" fmla="*/ 0 w 240"/>
                <a:gd name="T7" fmla="*/ 1 h 290"/>
                <a:gd name="T8" fmla="*/ 0 w 240"/>
                <a:gd name="T9" fmla="*/ 1 h 290"/>
                <a:gd name="T10" fmla="*/ 0 w 240"/>
                <a:gd name="T11" fmla="*/ 1 h 290"/>
                <a:gd name="T12" fmla="*/ 1 w 240"/>
                <a:gd name="T13" fmla="*/ 1 h 290"/>
                <a:gd name="T14" fmla="*/ 5 w 240"/>
                <a:gd name="T15" fmla="*/ 3 h 290"/>
                <a:gd name="T16" fmla="*/ 5 w 240"/>
                <a:gd name="T17" fmla="*/ 3 h 290"/>
                <a:gd name="T18" fmla="*/ 226 w 240"/>
                <a:gd name="T19" fmla="*/ 130 h 290"/>
                <a:gd name="T20" fmla="*/ 236 w 240"/>
                <a:gd name="T21" fmla="*/ 149 h 290"/>
                <a:gd name="T22" fmla="*/ 236 w 240"/>
                <a:gd name="T23" fmla="*/ 284 h 290"/>
                <a:gd name="T24" fmla="*/ 236 w 240"/>
                <a:gd name="T25" fmla="*/ 284 h 290"/>
                <a:gd name="T26" fmla="*/ 236 w 240"/>
                <a:gd name="T27" fmla="*/ 284 h 290"/>
                <a:gd name="T28" fmla="*/ 236 w 240"/>
                <a:gd name="T29" fmla="*/ 284 h 290"/>
                <a:gd name="T30" fmla="*/ 236 w 240"/>
                <a:gd name="T31" fmla="*/ 284 h 290"/>
                <a:gd name="T32" fmla="*/ 236 w 240"/>
                <a:gd name="T33" fmla="*/ 284 h 290"/>
                <a:gd name="T34" fmla="*/ 236 w 240"/>
                <a:gd name="T35" fmla="*/ 284 h 290"/>
                <a:gd name="T36" fmla="*/ 236 w 240"/>
                <a:gd name="T37" fmla="*/ 284 h 290"/>
                <a:gd name="T38" fmla="*/ 236 w 240"/>
                <a:gd name="T39" fmla="*/ 284 h 290"/>
                <a:gd name="T40" fmla="*/ 236 w 240"/>
                <a:gd name="T41" fmla="*/ 284 h 290"/>
                <a:gd name="T42" fmla="*/ 234 w 240"/>
                <a:gd name="T43" fmla="*/ 290 h 290"/>
                <a:gd name="T44" fmla="*/ 235 w 240"/>
                <a:gd name="T45" fmla="*/ 290 h 290"/>
                <a:gd name="T46" fmla="*/ 237 w 240"/>
                <a:gd name="T47" fmla="*/ 288 h 290"/>
                <a:gd name="T48" fmla="*/ 237 w 240"/>
                <a:gd name="T49" fmla="*/ 288 h 290"/>
                <a:gd name="T50" fmla="*/ 237 w 240"/>
                <a:gd name="T51" fmla="*/ 288 h 290"/>
                <a:gd name="T52" fmla="*/ 237 w 240"/>
                <a:gd name="T53" fmla="*/ 288 h 290"/>
                <a:gd name="T54" fmla="*/ 239 w 240"/>
                <a:gd name="T55" fmla="*/ 287 h 290"/>
                <a:gd name="T56" fmla="*/ 240 w 240"/>
                <a:gd name="T57" fmla="*/ 282 h 290"/>
                <a:gd name="T58" fmla="*/ 240 w 240"/>
                <a:gd name="T59" fmla="*/ 147 h 290"/>
                <a:gd name="T60" fmla="*/ 229 w 240"/>
                <a:gd name="T61" fmla="*/ 128 h 290"/>
                <a:gd name="T62" fmla="*/ 9 w 240"/>
                <a:gd name="T63" fmla="*/ 1 h 290"/>
                <a:gd name="T64" fmla="*/ 4 w 240"/>
                <a:gd name="T65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90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4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226" y="130"/>
                    <a:pt x="226" y="130"/>
                    <a:pt x="226" y="130"/>
                  </a:cubicBezTo>
                  <a:cubicBezTo>
                    <a:pt x="232" y="133"/>
                    <a:pt x="236" y="142"/>
                    <a:pt x="236" y="149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7"/>
                    <a:pt x="236" y="289"/>
                    <a:pt x="234" y="290"/>
                  </a:cubicBezTo>
                  <a:cubicBezTo>
                    <a:pt x="235" y="290"/>
                    <a:pt x="235" y="290"/>
                    <a:pt x="235" y="290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8" y="288"/>
                    <a:pt x="239" y="288"/>
                    <a:pt x="239" y="287"/>
                  </a:cubicBezTo>
                  <a:cubicBezTo>
                    <a:pt x="240" y="286"/>
                    <a:pt x="240" y="284"/>
                    <a:pt x="240" y="282"/>
                  </a:cubicBezTo>
                  <a:cubicBezTo>
                    <a:pt x="240" y="147"/>
                    <a:pt x="240" y="147"/>
                    <a:pt x="240" y="147"/>
                  </a:cubicBezTo>
                  <a:cubicBezTo>
                    <a:pt x="240" y="140"/>
                    <a:pt x="235" y="132"/>
                    <a:pt x="229" y="1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solidFill>
              <a:srgbClr val="333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87">
              <a:extLst>
                <a:ext uri="{FF2B5EF4-FFF2-40B4-BE49-F238E27FC236}">
                  <a16:creationId xmlns:a16="http://schemas.microsoft.com/office/drawing/2014/main" xmlns="" id="{212E335B-E0EE-4EA2-8379-C441DD026D1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779463" cy="952500"/>
            </a:xfrm>
            <a:custGeom>
              <a:avLst/>
              <a:gdLst>
                <a:gd name="T0" fmla="*/ 236 w 236"/>
                <a:gd name="T1" fmla="*/ 283 h 289"/>
                <a:gd name="T2" fmla="*/ 234 w 236"/>
                <a:gd name="T3" fmla="*/ 289 h 289"/>
                <a:gd name="T4" fmla="*/ 234 w 236"/>
                <a:gd name="T5" fmla="*/ 289 h 289"/>
                <a:gd name="T6" fmla="*/ 236 w 236"/>
                <a:gd name="T7" fmla="*/ 283 h 289"/>
                <a:gd name="T8" fmla="*/ 236 w 236"/>
                <a:gd name="T9" fmla="*/ 283 h 289"/>
                <a:gd name="T10" fmla="*/ 236 w 236"/>
                <a:gd name="T11" fmla="*/ 283 h 289"/>
                <a:gd name="T12" fmla="*/ 236 w 236"/>
                <a:gd name="T13" fmla="*/ 283 h 289"/>
                <a:gd name="T14" fmla="*/ 236 w 236"/>
                <a:gd name="T15" fmla="*/ 283 h 289"/>
                <a:gd name="T16" fmla="*/ 236 w 236"/>
                <a:gd name="T17" fmla="*/ 283 h 289"/>
                <a:gd name="T18" fmla="*/ 236 w 236"/>
                <a:gd name="T19" fmla="*/ 283 h 289"/>
                <a:gd name="T20" fmla="*/ 236 w 236"/>
                <a:gd name="T21" fmla="*/ 283 h 289"/>
                <a:gd name="T22" fmla="*/ 236 w 236"/>
                <a:gd name="T23" fmla="*/ 283 h 289"/>
                <a:gd name="T24" fmla="*/ 236 w 236"/>
                <a:gd name="T25" fmla="*/ 283 h 289"/>
                <a:gd name="T26" fmla="*/ 236 w 236"/>
                <a:gd name="T27" fmla="*/ 283 h 289"/>
                <a:gd name="T28" fmla="*/ 236 w 236"/>
                <a:gd name="T29" fmla="*/ 283 h 289"/>
                <a:gd name="T30" fmla="*/ 236 w 236"/>
                <a:gd name="T31" fmla="*/ 283 h 289"/>
                <a:gd name="T32" fmla="*/ 0 w 236"/>
                <a:gd name="T33" fmla="*/ 0 h 289"/>
                <a:gd name="T34" fmla="*/ 0 w 236"/>
                <a:gd name="T35" fmla="*/ 0 h 289"/>
                <a:gd name="T36" fmla="*/ 0 w 236"/>
                <a:gd name="T37" fmla="*/ 0 h 289"/>
                <a:gd name="T38" fmla="*/ 0 w 236"/>
                <a:gd name="T39" fmla="*/ 0 h 289"/>
                <a:gd name="T40" fmla="*/ 0 w 236"/>
                <a:gd name="T41" fmla="*/ 0 h 289"/>
                <a:gd name="T42" fmla="*/ 0 w 236"/>
                <a:gd name="T43" fmla="*/ 0 h 289"/>
                <a:gd name="T44" fmla="*/ 0 w 236"/>
                <a:gd name="T45" fmla="*/ 0 h 289"/>
                <a:gd name="T46" fmla="*/ 1 w 236"/>
                <a:gd name="T47" fmla="*/ 0 h 289"/>
                <a:gd name="T48" fmla="*/ 0 w 236"/>
                <a:gd name="T49" fmla="*/ 0 h 289"/>
                <a:gd name="T50" fmla="*/ 1 w 236"/>
                <a:gd name="T51" fmla="*/ 0 h 289"/>
                <a:gd name="T52" fmla="*/ 5 w 236"/>
                <a:gd name="T53" fmla="*/ 2 h 289"/>
                <a:gd name="T54" fmla="*/ 1 w 236"/>
                <a:gd name="T5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6" h="289">
                  <a:moveTo>
                    <a:pt x="236" y="283"/>
                  </a:moveTo>
                  <a:cubicBezTo>
                    <a:pt x="236" y="286"/>
                    <a:pt x="236" y="288"/>
                    <a:pt x="234" y="289"/>
                  </a:cubicBezTo>
                  <a:cubicBezTo>
                    <a:pt x="234" y="289"/>
                    <a:pt x="234" y="289"/>
                    <a:pt x="234" y="289"/>
                  </a:cubicBezTo>
                  <a:cubicBezTo>
                    <a:pt x="236" y="288"/>
                    <a:pt x="236" y="286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333B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209">
              <a:extLst>
                <a:ext uri="{FF2B5EF4-FFF2-40B4-BE49-F238E27FC236}">
                  <a16:creationId xmlns:a16="http://schemas.microsoft.com/office/drawing/2014/main" xmlns="" id="{E245FF98-59F8-42A9-8B51-D1B16ADCEA8A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934076" y="3379788"/>
              <a:ext cx="12700" cy="22225"/>
            </a:xfrm>
            <a:custGeom>
              <a:avLst/>
              <a:gdLst>
                <a:gd name="T0" fmla="*/ 3 w 4"/>
                <a:gd name="T1" fmla="*/ 0 h 7"/>
                <a:gd name="T2" fmla="*/ 0 w 4"/>
                <a:gd name="T3" fmla="*/ 7 h 7"/>
                <a:gd name="T4" fmla="*/ 1 w 4"/>
                <a:gd name="T5" fmla="*/ 6 h 7"/>
                <a:gd name="T6" fmla="*/ 3 w 4"/>
                <a:gd name="T7" fmla="*/ 0 h 7"/>
                <a:gd name="T8" fmla="*/ 4 w 4"/>
                <a:gd name="T9" fmla="*/ 0 h 7"/>
                <a:gd name="T10" fmla="*/ 3 w 4"/>
                <a:gd name="T11" fmla="*/ 0 h 7"/>
                <a:gd name="T12" fmla="*/ 4 w 4"/>
                <a:gd name="T13" fmla="*/ 0 h 7"/>
                <a:gd name="T14" fmla="*/ 4 w 4"/>
                <a:gd name="T15" fmla="*/ 0 h 7"/>
                <a:gd name="T16" fmla="*/ 4 w 4"/>
                <a:gd name="T17" fmla="*/ 0 h 7"/>
                <a:gd name="T18" fmla="*/ 4 w 4"/>
                <a:gd name="T19" fmla="*/ 0 h 7"/>
                <a:gd name="T20" fmla="*/ 4 w 4"/>
                <a:gd name="T21" fmla="*/ 0 h 7"/>
                <a:gd name="T22" fmla="*/ 4 w 4"/>
                <a:gd name="T23" fmla="*/ 0 h 7"/>
                <a:gd name="T24" fmla="*/ 4 w 4"/>
                <a:gd name="T25" fmla="*/ 0 h 7"/>
                <a:gd name="T26" fmla="*/ 4 w 4"/>
                <a:gd name="T27" fmla="*/ 0 h 7"/>
                <a:gd name="T28" fmla="*/ 4 w 4"/>
                <a:gd name="T29" fmla="*/ 0 h 7"/>
                <a:gd name="T30" fmla="*/ 4 w 4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3"/>
                    <a:pt x="2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" name="Freeform 168">
            <a:extLst>
              <a:ext uri="{FF2B5EF4-FFF2-40B4-BE49-F238E27FC236}">
                <a16:creationId xmlns:a16="http://schemas.microsoft.com/office/drawing/2014/main" xmlns="" id="{C0745924-2690-4861-BFA6-57FA63001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65338"/>
            <a:ext cx="1047750" cy="1231900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69">
            <a:extLst>
              <a:ext uri="{FF2B5EF4-FFF2-40B4-BE49-F238E27FC236}">
                <a16:creationId xmlns:a16="http://schemas.microsoft.com/office/drawing/2014/main" xmlns="" id="{3BA63241-B4F6-41AD-8097-BA7F17D9808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1225" y="2065338"/>
            <a:ext cx="1047750" cy="1231900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0">
            <a:extLst>
              <a:ext uri="{FF2B5EF4-FFF2-40B4-BE49-F238E27FC236}">
                <a16:creationId xmlns:a16="http://schemas.microsoft.com/office/drawing/2014/main" xmlns="" id="{EE9F85AD-BD72-44CB-8220-D182FCEE2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525" y="2089150"/>
            <a:ext cx="998538" cy="1220788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1">
            <a:extLst>
              <a:ext uri="{FF2B5EF4-FFF2-40B4-BE49-F238E27FC236}">
                <a16:creationId xmlns:a16="http://schemas.microsoft.com/office/drawing/2014/main" xmlns="" id="{F9ED6832-E143-46A5-BEDE-DB6969F31A0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5">
            <a:extLst>
              <a:ext uri="{FF2B5EF4-FFF2-40B4-BE49-F238E27FC236}">
                <a16:creationId xmlns:a16="http://schemas.microsoft.com/office/drawing/2014/main" xmlns="" id="{2A5206FA-8AC0-4D97-B849-CB9E5D956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825" y="2108200"/>
            <a:ext cx="985838" cy="1195388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8">
            <a:extLst>
              <a:ext uri="{FF2B5EF4-FFF2-40B4-BE49-F238E27FC236}">
                <a16:creationId xmlns:a16="http://schemas.microsoft.com/office/drawing/2014/main" xmlns="" id="{0B844651-D0F8-4D4A-8564-83B4253D7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98675"/>
            <a:ext cx="3175" cy="3175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79">
            <a:extLst>
              <a:ext uri="{FF2B5EF4-FFF2-40B4-BE49-F238E27FC236}">
                <a16:creationId xmlns:a16="http://schemas.microsoft.com/office/drawing/2014/main" xmlns="" id="{2FB07380-BAF5-4752-BF7D-B046D6DD3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92325"/>
            <a:ext cx="17463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0">
            <a:extLst>
              <a:ext uri="{FF2B5EF4-FFF2-40B4-BE49-F238E27FC236}">
                <a16:creationId xmlns:a16="http://schemas.microsoft.com/office/drawing/2014/main" xmlns="" id="{5054D291-0697-4316-8BCA-AF35364DF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89150"/>
            <a:ext cx="1004888" cy="1192213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181">
            <a:extLst>
              <a:ext uri="{FF2B5EF4-FFF2-40B4-BE49-F238E27FC236}">
                <a16:creationId xmlns:a16="http://schemas.microsoft.com/office/drawing/2014/main" xmlns="" id="{34CE39BF-0A01-457A-B10F-2271DE79115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Rectangle 182">
            <a:extLst>
              <a:ext uri="{FF2B5EF4-FFF2-40B4-BE49-F238E27FC236}">
                <a16:creationId xmlns:a16="http://schemas.microsoft.com/office/drawing/2014/main" xmlns="" id="{5AB752B0-98E4-4536-A922-C0F815996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101850"/>
            <a:ext cx="1588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3">
            <a:extLst>
              <a:ext uri="{FF2B5EF4-FFF2-40B4-BE49-F238E27FC236}">
                <a16:creationId xmlns:a16="http://schemas.microsoft.com/office/drawing/2014/main" xmlns="" id="{1FB66A94-FBB2-4076-9F76-9E9EAAC5E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10185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6">
            <a:extLst>
              <a:ext uri="{FF2B5EF4-FFF2-40B4-BE49-F238E27FC236}">
                <a16:creationId xmlns:a16="http://schemas.microsoft.com/office/drawing/2014/main" xmlns="" id="{59541746-04EE-4389-A2E2-39D3E067B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163" y="2092325"/>
            <a:ext cx="993775" cy="1201738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187">
            <a:extLst>
              <a:ext uri="{FF2B5EF4-FFF2-40B4-BE49-F238E27FC236}">
                <a16:creationId xmlns:a16="http://schemas.microsoft.com/office/drawing/2014/main" xmlns="" id="{895B4344-C9C8-4955-9C22-E848BB0EBB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977900" cy="1195388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209">
            <a:extLst>
              <a:ext uri="{FF2B5EF4-FFF2-40B4-BE49-F238E27FC236}">
                <a16:creationId xmlns:a16="http://schemas.microsoft.com/office/drawing/2014/main" xmlns="" id="{2691B07F-7AEB-44A0-B4AE-1AF0FF1D0D8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09888" y="2109788"/>
            <a:ext cx="15875" cy="28575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175">
            <a:extLst>
              <a:ext uri="{FF2B5EF4-FFF2-40B4-BE49-F238E27FC236}">
                <a16:creationId xmlns:a16="http://schemas.microsoft.com/office/drawing/2014/main" xmlns="" id="{FB2E26C0-A535-4D34-870F-2DC9AB8C3E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17788" y="3695700"/>
            <a:ext cx="568325" cy="387350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242">
            <a:extLst>
              <a:ext uri="{FF2B5EF4-FFF2-40B4-BE49-F238E27FC236}">
                <a16:creationId xmlns:a16="http://schemas.microsoft.com/office/drawing/2014/main" xmlns="" id="{BF2DDFB1-6C1B-4514-9752-CFBF77FA25B1}"/>
              </a:ext>
            </a:extLst>
          </p:cNvPr>
          <p:cNvSpPr/>
          <p:nvPr userDrawn="1"/>
        </p:nvSpPr>
        <p:spPr bwMode="auto">
          <a:xfrm>
            <a:off x="2508250" y="2522538"/>
            <a:ext cx="341313" cy="444500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3" name="increasing-stocks-graphic_38888">
            <a:extLst>
              <a:ext uri="{FF2B5EF4-FFF2-40B4-BE49-F238E27FC236}">
                <a16:creationId xmlns:a16="http://schemas.microsoft.com/office/drawing/2014/main" xmlns="" id="{7B945D96-5651-4B79-8CB4-95DD4AD2442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951288" y="2970213"/>
            <a:ext cx="347662" cy="342900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xmlns="" id="{408B5205-2A4B-456E-8135-3354FC249D20}"/>
              </a:ext>
            </a:extLst>
          </p:cNvPr>
          <p:cNvGrpSpPr/>
          <p:nvPr/>
        </p:nvGrpSpPr>
        <p:grpSpPr>
          <a:xfrm>
            <a:off x="937172" y="1836665"/>
            <a:ext cx="10459150" cy="3921025"/>
            <a:chOff x="1728788" y="7356475"/>
            <a:chExt cx="10683874" cy="4005263"/>
          </a:xfrm>
          <a:solidFill>
            <a:schemeClr val="bg1">
              <a:alpha val="20000"/>
            </a:schemeClr>
          </a:solidFill>
        </p:grpSpPr>
        <p:sp>
          <p:nvSpPr>
            <p:cNvPr id="125" name="Freeform 192">
              <a:extLst>
                <a:ext uri="{FF2B5EF4-FFF2-40B4-BE49-F238E27FC236}">
                  <a16:creationId xmlns:a16="http://schemas.microsoft.com/office/drawing/2014/main" xmlns="" id="{58A50D4B-E781-4B8E-B0B8-717CFC9A36B8}"/>
                </a:ext>
              </a:extLst>
            </p:cNvPr>
            <p:cNvSpPr/>
            <p:nvPr userDrawn="1"/>
          </p:nvSpPr>
          <p:spPr bwMode="auto">
            <a:xfrm>
              <a:off x="2941638" y="9977438"/>
              <a:ext cx="4075112" cy="1090613"/>
            </a:xfrm>
            <a:custGeom>
              <a:avLst/>
              <a:gdLst>
                <a:gd name="T0" fmla="*/ 834 w 834"/>
                <a:gd name="T1" fmla="*/ 0 h 223"/>
                <a:gd name="T2" fmla="*/ 105 w 834"/>
                <a:gd name="T3" fmla="*/ 0 h 223"/>
                <a:gd name="T4" fmla="*/ 0 w 834"/>
                <a:gd name="T5" fmla="*/ 105 h 223"/>
                <a:gd name="T6" fmla="*/ 0 w 834"/>
                <a:gd name="T7" fmla="*/ 223 h 223"/>
                <a:gd name="T8" fmla="*/ 2 w 834"/>
                <a:gd name="T9" fmla="*/ 223 h 223"/>
                <a:gd name="T10" fmla="*/ 4 w 834"/>
                <a:gd name="T11" fmla="*/ 223 h 223"/>
                <a:gd name="T12" fmla="*/ 4 w 834"/>
                <a:gd name="T13" fmla="*/ 105 h 223"/>
                <a:gd name="T14" fmla="*/ 105 w 834"/>
                <a:gd name="T15" fmla="*/ 3 h 223"/>
                <a:gd name="T16" fmla="*/ 834 w 834"/>
                <a:gd name="T17" fmla="*/ 3 h 223"/>
                <a:gd name="T18" fmla="*/ 834 w 834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3">
                  <a:moveTo>
                    <a:pt x="834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1" y="223"/>
                    <a:pt x="1" y="223"/>
                    <a:pt x="2" y="223"/>
                  </a:cubicBezTo>
                  <a:cubicBezTo>
                    <a:pt x="3" y="223"/>
                    <a:pt x="3" y="223"/>
                    <a:pt x="4" y="223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49"/>
                    <a:pt x="49" y="3"/>
                    <a:pt x="105" y="3"/>
                  </a:cubicBezTo>
                  <a:cubicBezTo>
                    <a:pt x="834" y="3"/>
                    <a:pt x="834" y="3"/>
                    <a:pt x="834" y="3"/>
                  </a:cubicBezTo>
                  <a:cubicBezTo>
                    <a:pt x="834" y="0"/>
                    <a:pt x="834" y="0"/>
                    <a:pt x="83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6" name="Freeform 193">
              <a:extLst>
                <a:ext uri="{FF2B5EF4-FFF2-40B4-BE49-F238E27FC236}">
                  <a16:creationId xmlns:a16="http://schemas.microsoft.com/office/drawing/2014/main" xmlns="" id="{42C3B884-6BFA-42E8-B0D5-E83D66B476DD}"/>
                </a:ext>
              </a:extLst>
            </p:cNvPr>
            <p:cNvSpPr/>
            <p:nvPr userDrawn="1"/>
          </p:nvSpPr>
          <p:spPr bwMode="auto">
            <a:xfrm>
              <a:off x="2789238" y="9840913"/>
              <a:ext cx="4227512" cy="885825"/>
            </a:xfrm>
            <a:custGeom>
              <a:avLst/>
              <a:gdLst>
                <a:gd name="T0" fmla="*/ 865 w 865"/>
                <a:gd name="T1" fmla="*/ 0 h 181"/>
                <a:gd name="T2" fmla="*/ 130 w 865"/>
                <a:gd name="T3" fmla="*/ 0 h 181"/>
                <a:gd name="T4" fmla="*/ 0 w 865"/>
                <a:gd name="T5" fmla="*/ 131 h 181"/>
                <a:gd name="T6" fmla="*/ 0 w 865"/>
                <a:gd name="T7" fmla="*/ 181 h 181"/>
                <a:gd name="T8" fmla="*/ 2 w 865"/>
                <a:gd name="T9" fmla="*/ 181 h 181"/>
                <a:gd name="T10" fmla="*/ 3 w 865"/>
                <a:gd name="T11" fmla="*/ 181 h 181"/>
                <a:gd name="T12" fmla="*/ 3 w 865"/>
                <a:gd name="T13" fmla="*/ 131 h 181"/>
                <a:gd name="T14" fmla="*/ 130 w 865"/>
                <a:gd name="T15" fmla="*/ 3 h 181"/>
                <a:gd name="T16" fmla="*/ 865 w 865"/>
                <a:gd name="T17" fmla="*/ 3 h 181"/>
                <a:gd name="T18" fmla="*/ 865 w 865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5" h="181">
                  <a:moveTo>
                    <a:pt x="86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1" y="181"/>
                    <a:pt x="2" y="181"/>
                  </a:cubicBezTo>
                  <a:cubicBezTo>
                    <a:pt x="2" y="181"/>
                    <a:pt x="3" y="181"/>
                    <a:pt x="3" y="181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3" y="60"/>
                    <a:pt x="60" y="3"/>
                    <a:pt x="130" y="3"/>
                  </a:cubicBezTo>
                  <a:cubicBezTo>
                    <a:pt x="865" y="3"/>
                    <a:pt x="865" y="3"/>
                    <a:pt x="865" y="3"/>
                  </a:cubicBezTo>
                  <a:cubicBezTo>
                    <a:pt x="865" y="0"/>
                    <a:pt x="865" y="0"/>
                    <a:pt x="8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7" name="Freeform 194">
              <a:extLst>
                <a:ext uri="{FF2B5EF4-FFF2-40B4-BE49-F238E27FC236}">
                  <a16:creationId xmlns:a16="http://schemas.microsoft.com/office/drawing/2014/main" xmlns="" id="{AC649642-D428-4D63-A6C3-FCE5F6FC2ECD}"/>
                </a:ext>
              </a:extLst>
            </p:cNvPr>
            <p:cNvSpPr/>
            <p:nvPr userDrawn="1"/>
          </p:nvSpPr>
          <p:spPr bwMode="auto">
            <a:xfrm>
              <a:off x="2627313" y="9694863"/>
              <a:ext cx="4389437" cy="1168400"/>
            </a:xfrm>
            <a:custGeom>
              <a:avLst/>
              <a:gdLst>
                <a:gd name="T0" fmla="*/ 898 w 898"/>
                <a:gd name="T1" fmla="*/ 0 h 239"/>
                <a:gd name="T2" fmla="*/ 159 w 898"/>
                <a:gd name="T3" fmla="*/ 0 h 239"/>
                <a:gd name="T4" fmla="*/ 0 w 898"/>
                <a:gd name="T5" fmla="*/ 160 h 239"/>
                <a:gd name="T6" fmla="*/ 0 w 898"/>
                <a:gd name="T7" fmla="*/ 239 h 239"/>
                <a:gd name="T8" fmla="*/ 1 w 898"/>
                <a:gd name="T9" fmla="*/ 239 h 239"/>
                <a:gd name="T10" fmla="*/ 3 w 898"/>
                <a:gd name="T11" fmla="*/ 239 h 239"/>
                <a:gd name="T12" fmla="*/ 3 w 898"/>
                <a:gd name="T13" fmla="*/ 160 h 239"/>
                <a:gd name="T14" fmla="*/ 159 w 898"/>
                <a:gd name="T15" fmla="*/ 3 h 239"/>
                <a:gd name="T16" fmla="*/ 898 w 898"/>
                <a:gd name="T17" fmla="*/ 3 h 239"/>
                <a:gd name="T18" fmla="*/ 898 w 898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8" h="239">
                  <a:moveTo>
                    <a:pt x="898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71" y="0"/>
                    <a:pt x="0" y="72"/>
                    <a:pt x="0" y="16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1" y="239"/>
                    <a:pt x="1" y="239"/>
                  </a:cubicBezTo>
                  <a:cubicBezTo>
                    <a:pt x="2" y="239"/>
                    <a:pt x="2" y="239"/>
                    <a:pt x="3" y="239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74"/>
                    <a:pt x="73" y="3"/>
                    <a:pt x="159" y="3"/>
                  </a:cubicBezTo>
                  <a:cubicBezTo>
                    <a:pt x="898" y="3"/>
                    <a:pt x="898" y="3"/>
                    <a:pt x="898" y="3"/>
                  </a:cubicBezTo>
                  <a:cubicBezTo>
                    <a:pt x="898" y="0"/>
                    <a:pt x="898" y="0"/>
                    <a:pt x="89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8" name="Freeform 195">
              <a:extLst>
                <a:ext uri="{FF2B5EF4-FFF2-40B4-BE49-F238E27FC236}">
                  <a16:creationId xmlns:a16="http://schemas.microsoft.com/office/drawing/2014/main" xmlns="" id="{B582B9E6-10D1-4810-BDCB-33CEB9AE5C13}"/>
                </a:ext>
              </a:extLst>
            </p:cNvPr>
            <p:cNvSpPr/>
            <p:nvPr userDrawn="1"/>
          </p:nvSpPr>
          <p:spPr bwMode="auto">
            <a:xfrm>
              <a:off x="2495550" y="9547225"/>
              <a:ext cx="4521200" cy="1731963"/>
            </a:xfrm>
            <a:custGeom>
              <a:avLst/>
              <a:gdLst>
                <a:gd name="T0" fmla="*/ 925 w 925"/>
                <a:gd name="T1" fmla="*/ 0 h 354"/>
                <a:gd name="T2" fmla="*/ 180 w 925"/>
                <a:gd name="T3" fmla="*/ 0 h 354"/>
                <a:gd name="T4" fmla="*/ 0 w 925"/>
                <a:gd name="T5" fmla="*/ 180 h 354"/>
                <a:gd name="T6" fmla="*/ 0 w 925"/>
                <a:gd name="T7" fmla="*/ 354 h 354"/>
                <a:gd name="T8" fmla="*/ 2 w 925"/>
                <a:gd name="T9" fmla="*/ 353 h 354"/>
                <a:gd name="T10" fmla="*/ 3 w 925"/>
                <a:gd name="T11" fmla="*/ 354 h 354"/>
                <a:gd name="T12" fmla="*/ 3 w 925"/>
                <a:gd name="T13" fmla="*/ 180 h 354"/>
                <a:gd name="T14" fmla="*/ 180 w 925"/>
                <a:gd name="T15" fmla="*/ 3 h 354"/>
                <a:gd name="T16" fmla="*/ 925 w 925"/>
                <a:gd name="T17" fmla="*/ 3 h 354"/>
                <a:gd name="T18" fmla="*/ 925 w 925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354">
                  <a:moveTo>
                    <a:pt x="925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81" y="0"/>
                    <a:pt x="0" y="81"/>
                    <a:pt x="0" y="180"/>
                  </a:cubicBezTo>
                  <a:cubicBezTo>
                    <a:pt x="0" y="354"/>
                    <a:pt x="0" y="354"/>
                    <a:pt x="0" y="354"/>
                  </a:cubicBezTo>
                  <a:cubicBezTo>
                    <a:pt x="1" y="353"/>
                    <a:pt x="1" y="353"/>
                    <a:pt x="2" y="353"/>
                  </a:cubicBezTo>
                  <a:cubicBezTo>
                    <a:pt x="2" y="353"/>
                    <a:pt x="3" y="353"/>
                    <a:pt x="3" y="354"/>
                  </a:cubicBezTo>
                  <a:cubicBezTo>
                    <a:pt x="3" y="180"/>
                    <a:pt x="3" y="180"/>
                    <a:pt x="3" y="180"/>
                  </a:cubicBezTo>
                  <a:cubicBezTo>
                    <a:pt x="3" y="82"/>
                    <a:pt x="82" y="3"/>
                    <a:pt x="180" y="3"/>
                  </a:cubicBezTo>
                  <a:cubicBezTo>
                    <a:pt x="925" y="3"/>
                    <a:pt x="925" y="3"/>
                    <a:pt x="925" y="3"/>
                  </a:cubicBezTo>
                  <a:cubicBezTo>
                    <a:pt x="925" y="0"/>
                    <a:pt x="925" y="0"/>
                    <a:pt x="92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9" name="Freeform 196">
              <a:extLst>
                <a:ext uri="{FF2B5EF4-FFF2-40B4-BE49-F238E27FC236}">
                  <a16:creationId xmlns:a16="http://schemas.microsoft.com/office/drawing/2014/main" xmlns="" id="{2D64AF32-6592-48F7-8F90-F628B250CB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6713" y="11068050"/>
              <a:ext cx="87312" cy="84138"/>
            </a:xfrm>
            <a:custGeom>
              <a:avLst/>
              <a:gdLst>
                <a:gd name="T0" fmla="*/ 9 w 18"/>
                <a:gd name="T1" fmla="*/ 14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4 h 17"/>
                <a:gd name="T10" fmla="*/ 9 w 18"/>
                <a:gd name="T11" fmla="*/ 0 h 17"/>
                <a:gd name="T12" fmla="*/ 7 w 18"/>
                <a:gd name="T13" fmla="*/ 0 h 17"/>
                <a:gd name="T14" fmla="*/ 0 w 18"/>
                <a:gd name="T15" fmla="*/ 8 h 17"/>
                <a:gd name="T16" fmla="*/ 9 w 18"/>
                <a:gd name="T17" fmla="*/ 17 h 17"/>
                <a:gd name="T18" fmla="*/ 18 w 18"/>
                <a:gd name="T19" fmla="*/ 8 h 17"/>
                <a:gd name="T20" fmla="*/ 11 w 18"/>
                <a:gd name="T21" fmla="*/ 0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4"/>
                  </a:moveTo>
                  <a:cubicBezTo>
                    <a:pt x="6" y="14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5" y="1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0" name="Freeform 197">
              <a:extLst>
                <a:ext uri="{FF2B5EF4-FFF2-40B4-BE49-F238E27FC236}">
                  <a16:creationId xmlns:a16="http://schemas.microsoft.com/office/drawing/2014/main" xmlns="" id="{C7B7BC44-F60B-4CFC-A762-DC1B77B900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5900" y="10726738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1" name="Freeform 198">
              <a:extLst>
                <a:ext uri="{FF2B5EF4-FFF2-40B4-BE49-F238E27FC236}">
                  <a16:creationId xmlns:a16="http://schemas.microsoft.com/office/drawing/2014/main" xmlns="" id="{D1A0F323-7BE9-4760-A08B-DC0C71F822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93975" y="10863263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2" name="Freeform 199">
              <a:extLst>
                <a:ext uri="{FF2B5EF4-FFF2-40B4-BE49-F238E27FC236}">
                  <a16:creationId xmlns:a16="http://schemas.microsoft.com/office/drawing/2014/main" xmlns="" id="{573B7176-9E7C-4448-8B97-7BC840646C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62213" y="11274425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7 w 17"/>
                <a:gd name="T13" fmla="*/ 1 h 18"/>
                <a:gd name="T14" fmla="*/ 0 w 17"/>
                <a:gd name="T15" fmla="*/ 9 h 18"/>
                <a:gd name="T16" fmla="*/ 9 w 17"/>
                <a:gd name="T17" fmla="*/ 18 h 18"/>
                <a:gd name="T18" fmla="*/ 17 w 17"/>
                <a:gd name="T19" fmla="*/ 9 h 18"/>
                <a:gd name="T20" fmla="*/ 10 w 17"/>
                <a:gd name="T21" fmla="*/ 1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1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" y="18"/>
                    <a:pt x="17" y="14"/>
                    <a:pt x="17" y="9"/>
                  </a:cubicBezTo>
                  <a:cubicBezTo>
                    <a:pt x="17" y="5"/>
                    <a:pt x="14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3" name="Freeform 200">
              <a:extLst>
                <a:ext uri="{FF2B5EF4-FFF2-40B4-BE49-F238E27FC236}">
                  <a16:creationId xmlns:a16="http://schemas.microsoft.com/office/drawing/2014/main" xmlns="" id="{25B855A5-D691-4AB7-80BC-8C8ABA078521}"/>
                </a:ext>
              </a:extLst>
            </p:cNvPr>
            <p:cNvSpPr/>
            <p:nvPr userDrawn="1"/>
          </p:nvSpPr>
          <p:spPr bwMode="auto">
            <a:xfrm>
              <a:off x="2935288" y="7650163"/>
              <a:ext cx="4076700" cy="1085850"/>
            </a:xfrm>
            <a:custGeom>
              <a:avLst/>
              <a:gdLst>
                <a:gd name="T0" fmla="*/ 3 w 834"/>
                <a:gd name="T1" fmla="*/ 0 h 222"/>
                <a:gd name="T2" fmla="*/ 1 w 834"/>
                <a:gd name="T3" fmla="*/ 0 h 222"/>
                <a:gd name="T4" fmla="*/ 0 w 834"/>
                <a:gd name="T5" fmla="*/ 0 h 222"/>
                <a:gd name="T6" fmla="*/ 0 w 834"/>
                <a:gd name="T7" fmla="*/ 118 h 222"/>
                <a:gd name="T8" fmla="*/ 105 w 834"/>
                <a:gd name="T9" fmla="*/ 222 h 222"/>
                <a:gd name="T10" fmla="*/ 834 w 834"/>
                <a:gd name="T11" fmla="*/ 222 h 222"/>
                <a:gd name="T12" fmla="*/ 834 w 834"/>
                <a:gd name="T13" fmla="*/ 219 h 222"/>
                <a:gd name="T14" fmla="*/ 105 w 834"/>
                <a:gd name="T15" fmla="*/ 219 h 222"/>
                <a:gd name="T16" fmla="*/ 3 w 834"/>
                <a:gd name="T17" fmla="*/ 118 h 222"/>
                <a:gd name="T18" fmla="*/ 3 w 834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2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75"/>
                    <a:pt x="47" y="222"/>
                    <a:pt x="105" y="222"/>
                  </a:cubicBezTo>
                  <a:cubicBezTo>
                    <a:pt x="834" y="222"/>
                    <a:pt x="834" y="222"/>
                    <a:pt x="834" y="222"/>
                  </a:cubicBezTo>
                  <a:cubicBezTo>
                    <a:pt x="834" y="219"/>
                    <a:pt x="834" y="219"/>
                    <a:pt x="834" y="219"/>
                  </a:cubicBezTo>
                  <a:cubicBezTo>
                    <a:pt x="105" y="219"/>
                    <a:pt x="105" y="219"/>
                    <a:pt x="105" y="219"/>
                  </a:cubicBezTo>
                  <a:cubicBezTo>
                    <a:pt x="49" y="219"/>
                    <a:pt x="3" y="174"/>
                    <a:pt x="3" y="118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4" name="Freeform 201">
              <a:extLst>
                <a:ext uri="{FF2B5EF4-FFF2-40B4-BE49-F238E27FC236}">
                  <a16:creationId xmlns:a16="http://schemas.microsoft.com/office/drawing/2014/main" xmlns="" id="{0E66EEBF-B104-499C-99BF-2232A7CFAA86}"/>
                </a:ext>
              </a:extLst>
            </p:cNvPr>
            <p:cNvSpPr/>
            <p:nvPr userDrawn="1"/>
          </p:nvSpPr>
          <p:spPr bwMode="auto">
            <a:xfrm>
              <a:off x="2779713" y="7986713"/>
              <a:ext cx="4232275" cy="885825"/>
            </a:xfrm>
            <a:custGeom>
              <a:avLst/>
              <a:gdLst>
                <a:gd name="T0" fmla="*/ 0 w 866"/>
                <a:gd name="T1" fmla="*/ 0 h 181"/>
                <a:gd name="T2" fmla="*/ 0 w 866"/>
                <a:gd name="T3" fmla="*/ 51 h 181"/>
                <a:gd name="T4" fmla="*/ 131 w 866"/>
                <a:gd name="T5" fmla="*/ 181 h 181"/>
                <a:gd name="T6" fmla="*/ 866 w 866"/>
                <a:gd name="T7" fmla="*/ 181 h 181"/>
                <a:gd name="T8" fmla="*/ 866 w 866"/>
                <a:gd name="T9" fmla="*/ 178 h 181"/>
                <a:gd name="T10" fmla="*/ 131 w 866"/>
                <a:gd name="T11" fmla="*/ 178 h 181"/>
                <a:gd name="T12" fmla="*/ 3 w 866"/>
                <a:gd name="T13" fmla="*/ 51 h 181"/>
                <a:gd name="T14" fmla="*/ 3 w 866"/>
                <a:gd name="T15" fmla="*/ 0 h 181"/>
                <a:gd name="T16" fmla="*/ 2 w 866"/>
                <a:gd name="T17" fmla="*/ 0 h 181"/>
                <a:gd name="T18" fmla="*/ 0 w 866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6" h="181">
                  <a:moveTo>
                    <a:pt x="0" y="0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123"/>
                    <a:pt x="59" y="181"/>
                    <a:pt x="131" y="181"/>
                  </a:cubicBezTo>
                  <a:cubicBezTo>
                    <a:pt x="866" y="181"/>
                    <a:pt x="866" y="181"/>
                    <a:pt x="866" y="181"/>
                  </a:cubicBezTo>
                  <a:cubicBezTo>
                    <a:pt x="866" y="178"/>
                    <a:pt x="866" y="178"/>
                    <a:pt x="866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61" y="178"/>
                    <a:pt x="3" y="121"/>
                    <a:pt x="3" y="5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5" name="Freeform 202">
              <a:extLst>
                <a:ext uri="{FF2B5EF4-FFF2-40B4-BE49-F238E27FC236}">
                  <a16:creationId xmlns:a16="http://schemas.microsoft.com/office/drawing/2014/main" xmlns="" id="{C46644B0-DEA0-494B-80FF-FF2998E8968E}"/>
                </a:ext>
              </a:extLst>
            </p:cNvPr>
            <p:cNvSpPr/>
            <p:nvPr userDrawn="1"/>
          </p:nvSpPr>
          <p:spPr bwMode="auto">
            <a:xfrm>
              <a:off x="2617788" y="7850188"/>
              <a:ext cx="4394200" cy="1168400"/>
            </a:xfrm>
            <a:custGeom>
              <a:avLst/>
              <a:gdLst>
                <a:gd name="T0" fmla="*/ 0 w 899"/>
                <a:gd name="T1" fmla="*/ 0 h 239"/>
                <a:gd name="T2" fmla="*/ 0 w 899"/>
                <a:gd name="T3" fmla="*/ 80 h 239"/>
                <a:gd name="T4" fmla="*/ 160 w 899"/>
                <a:gd name="T5" fmla="*/ 239 h 239"/>
                <a:gd name="T6" fmla="*/ 899 w 899"/>
                <a:gd name="T7" fmla="*/ 239 h 239"/>
                <a:gd name="T8" fmla="*/ 899 w 899"/>
                <a:gd name="T9" fmla="*/ 236 h 239"/>
                <a:gd name="T10" fmla="*/ 160 w 899"/>
                <a:gd name="T11" fmla="*/ 236 h 239"/>
                <a:gd name="T12" fmla="*/ 3 w 899"/>
                <a:gd name="T13" fmla="*/ 80 h 239"/>
                <a:gd name="T14" fmla="*/ 3 w 899"/>
                <a:gd name="T15" fmla="*/ 0 h 239"/>
                <a:gd name="T16" fmla="*/ 2 w 899"/>
                <a:gd name="T17" fmla="*/ 1 h 239"/>
                <a:gd name="T18" fmla="*/ 0 w 899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" h="239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168"/>
                    <a:pt x="72" y="239"/>
                    <a:pt x="160" y="239"/>
                  </a:cubicBezTo>
                  <a:cubicBezTo>
                    <a:pt x="899" y="239"/>
                    <a:pt x="899" y="239"/>
                    <a:pt x="899" y="239"/>
                  </a:cubicBezTo>
                  <a:cubicBezTo>
                    <a:pt x="899" y="236"/>
                    <a:pt x="899" y="236"/>
                    <a:pt x="899" y="236"/>
                  </a:cubicBezTo>
                  <a:cubicBezTo>
                    <a:pt x="160" y="236"/>
                    <a:pt x="160" y="236"/>
                    <a:pt x="160" y="236"/>
                  </a:cubicBezTo>
                  <a:cubicBezTo>
                    <a:pt x="73" y="236"/>
                    <a:pt x="3" y="166"/>
                    <a:pt x="3" y="8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6" name="Freeform 203">
              <a:extLst>
                <a:ext uri="{FF2B5EF4-FFF2-40B4-BE49-F238E27FC236}">
                  <a16:creationId xmlns:a16="http://schemas.microsoft.com/office/drawing/2014/main" xmlns="" id="{84843ED1-8455-4781-88CA-CEDE3EA329A2}"/>
                </a:ext>
              </a:extLst>
            </p:cNvPr>
            <p:cNvSpPr/>
            <p:nvPr userDrawn="1"/>
          </p:nvSpPr>
          <p:spPr bwMode="auto">
            <a:xfrm>
              <a:off x="2486025" y="7439025"/>
              <a:ext cx="4525962" cy="1727200"/>
            </a:xfrm>
            <a:custGeom>
              <a:avLst/>
              <a:gdLst>
                <a:gd name="T0" fmla="*/ 4 w 926"/>
                <a:gd name="T1" fmla="*/ 0 h 353"/>
                <a:gd name="T2" fmla="*/ 2 w 926"/>
                <a:gd name="T3" fmla="*/ 0 h 353"/>
                <a:gd name="T4" fmla="*/ 0 w 926"/>
                <a:gd name="T5" fmla="*/ 0 h 353"/>
                <a:gd name="T6" fmla="*/ 0 w 926"/>
                <a:gd name="T7" fmla="*/ 174 h 353"/>
                <a:gd name="T8" fmla="*/ 180 w 926"/>
                <a:gd name="T9" fmla="*/ 353 h 353"/>
                <a:gd name="T10" fmla="*/ 926 w 926"/>
                <a:gd name="T11" fmla="*/ 353 h 353"/>
                <a:gd name="T12" fmla="*/ 926 w 926"/>
                <a:gd name="T13" fmla="*/ 350 h 353"/>
                <a:gd name="T14" fmla="*/ 180 w 926"/>
                <a:gd name="T15" fmla="*/ 350 h 353"/>
                <a:gd name="T16" fmla="*/ 4 w 926"/>
                <a:gd name="T17" fmla="*/ 174 h 353"/>
                <a:gd name="T18" fmla="*/ 4 w 926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6" h="353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3"/>
                    <a:pt x="81" y="353"/>
                    <a:pt x="180" y="353"/>
                  </a:cubicBezTo>
                  <a:cubicBezTo>
                    <a:pt x="926" y="353"/>
                    <a:pt x="926" y="353"/>
                    <a:pt x="926" y="353"/>
                  </a:cubicBezTo>
                  <a:cubicBezTo>
                    <a:pt x="926" y="350"/>
                    <a:pt x="926" y="350"/>
                    <a:pt x="926" y="350"/>
                  </a:cubicBezTo>
                  <a:cubicBezTo>
                    <a:pt x="180" y="350"/>
                    <a:pt x="180" y="350"/>
                    <a:pt x="180" y="350"/>
                  </a:cubicBezTo>
                  <a:cubicBezTo>
                    <a:pt x="83" y="350"/>
                    <a:pt x="4" y="271"/>
                    <a:pt x="4" y="17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7" name="Freeform 204">
              <a:extLst>
                <a:ext uri="{FF2B5EF4-FFF2-40B4-BE49-F238E27FC236}">
                  <a16:creationId xmlns:a16="http://schemas.microsoft.com/office/drawing/2014/main" xmlns="" id="{2794E835-85EE-4FB3-B9C5-7B829D4418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1950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4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4" y="5"/>
                    <a:pt x="14" y="8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8" name="Freeform 205">
              <a:extLst>
                <a:ext uri="{FF2B5EF4-FFF2-40B4-BE49-F238E27FC236}">
                  <a16:creationId xmlns:a16="http://schemas.microsoft.com/office/drawing/2014/main" xmlns="" id="{A6A96DDD-881F-4933-8141-B1079D43E4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4788" y="7904163"/>
              <a:ext cx="84137" cy="82550"/>
            </a:xfrm>
            <a:custGeom>
              <a:avLst/>
              <a:gdLst>
                <a:gd name="T0" fmla="*/ 9 w 17"/>
                <a:gd name="T1" fmla="*/ 14 h 17"/>
                <a:gd name="T2" fmla="*/ 4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9" name="Freeform 206">
              <a:extLst>
                <a:ext uri="{FF2B5EF4-FFF2-40B4-BE49-F238E27FC236}">
                  <a16:creationId xmlns:a16="http://schemas.microsoft.com/office/drawing/2014/main" xmlns="" id="{91CCE4F0-4E3B-4FC0-9A28-7D5532D3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84450" y="7767638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0 w 17"/>
                <a:gd name="T13" fmla="*/ 9 h 18"/>
                <a:gd name="T14" fmla="*/ 7 w 17"/>
                <a:gd name="T15" fmla="*/ 17 h 18"/>
                <a:gd name="T16" fmla="*/ 9 w 17"/>
                <a:gd name="T17" fmla="*/ 18 h 18"/>
                <a:gd name="T18" fmla="*/ 10 w 17"/>
                <a:gd name="T19" fmla="*/ 17 h 18"/>
                <a:gd name="T20" fmla="*/ 17 w 17"/>
                <a:gd name="T21" fmla="*/ 9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1" y="4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9" y="18"/>
                    <a:pt x="10" y="18"/>
                    <a:pt x="10" y="17"/>
                  </a:cubicBezTo>
                  <a:cubicBezTo>
                    <a:pt x="14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0" name="Freeform 207">
              <a:extLst>
                <a:ext uri="{FF2B5EF4-FFF2-40B4-BE49-F238E27FC236}">
                  <a16:creationId xmlns:a16="http://schemas.microsoft.com/office/drawing/2014/main" xmlns="" id="{7AD7E107-798E-44E5-9A60-81D6063E55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7450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3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6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3" y="6"/>
                    <a:pt x="13" y="9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6"/>
                    <a:pt x="6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1" name="Freeform 208">
              <a:extLst>
                <a:ext uri="{FF2B5EF4-FFF2-40B4-BE49-F238E27FC236}">
                  <a16:creationId xmlns:a16="http://schemas.microsoft.com/office/drawing/2014/main" xmlns="" id="{B6F24CC8-64D4-45EC-A81B-8E268510B2AE}"/>
                </a:ext>
              </a:extLst>
            </p:cNvPr>
            <p:cNvSpPr/>
            <p:nvPr userDrawn="1"/>
          </p:nvSpPr>
          <p:spPr bwMode="auto">
            <a:xfrm>
              <a:off x="2217738" y="9415463"/>
              <a:ext cx="4789487" cy="14288"/>
            </a:xfrm>
            <a:custGeom>
              <a:avLst/>
              <a:gdLst>
                <a:gd name="T0" fmla="*/ 980 w 980"/>
                <a:gd name="T1" fmla="*/ 0 h 3"/>
                <a:gd name="T2" fmla="*/ 0 w 980"/>
                <a:gd name="T3" fmla="*/ 0 h 3"/>
                <a:gd name="T4" fmla="*/ 0 w 980"/>
                <a:gd name="T5" fmla="*/ 1 h 3"/>
                <a:gd name="T6" fmla="*/ 0 w 980"/>
                <a:gd name="T7" fmla="*/ 3 h 3"/>
                <a:gd name="T8" fmla="*/ 980 w 980"/>
                <a:gd name="T9" fmla="*/ 3 h 3"/>
                <a:gd name="T10" fmla="*/ 980 w 980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0" h="3">
                  <a:moveTo>
                    <a:pt x="9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980" y="3"/>
                    <a:pt x="980" y="3"/>
                    <a:pt x="980" y="3"/>
                  </a:cubicBezTo>
                  <a:cubicBezTo>
                    <a:pt x="980" y="0"/>
                    <a:pt x="980" y="0"/>
                    <a:pt x="98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2" name="Freeform 209">
              <a:extLst>
                <a:ext uri="{FF2B5EF4-FFF2-40B4-BE49-F238E27FC236}">
                  <a16:creationId xmlns:a16="http://schemas.microsoft.com/office/drawing/2014/main" xmlns="" id="{570606B0-14CE-456E-916D-7B0EF100926A}"/>
                </a:ext>
              </a:extLst>
            </p:cNvPr>
            <p:cNvSpPr/>
            <p:nvPr userDrawn="1"/>
          </p:nvSpPr>
          <p:spPr bwMode="auto">
            <a:xfrm>
              <a:off x="1811338" y="9283700"/>
              <a:ext cx="5205412" cy="14288"/>
            </a:xfrm>
            <a:custGeom>
              <a:avLst/>
              <a:gdLst>
                <a:gd name="T0" fmla="*/ 1065 w 1065"/>
                <a:gd name="T1" fmla="*/ 0 h 3"/>
                <a:gd name="T2" fmla="*/ 0 w 1065"/>
                <a:gd name="T3" fmla="*/ 0 h 3"/>
                <a:gd name="T4" fmla="*/ 0 w 1065"/>
                <a:gd name="T5" fmla="*/ 1 h 3"/>
                <a:gd name="T6" fmla="*/ 0 w 1065"/>
                <a:gd name="T7" fmla="*/ 3 h 3"/>
                <a:gd name="T8" fmla="*/ 1065 w 1065"/>
                <a:gd name="T9" fmla="*/ 3 h 3"/>
                <a:gd name="T10" fmla="*/ 1065 w 106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5" h="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065" y="3"/>
                    <a:pt x="1065" y="3"/>
                    <a:pt x="1065" y="3"/>
                  </a:cubicBezTo>
                  <a:cubicBezTo>
                    <a:pt x="1065" y="0"/>
                    <a:pt x="1065" y="0"/>
                    <a:pt x="10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3" name="Freeform 210">
              <a:extLst>
                <a:ext uri="{FF2B5EF4-FFF2-40B4-BE49-F238E27FC236}">
                  <a16:creationId xmlns:a16="http://schemas.microsoft.com/office/drawing/2014/main" xmlns="" id="{21926438-26C9-485F-8528-D4EBD2FCD3B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35188" y="9380538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4" name="Freeform 211">
              <a:extLst>
                <a:ext uri="{FF2B5EF4-FFF2-40B4-BE49-F238E27FC236}">
                  <a16:creationId xmlns:a16="http://schemas.microsoft.com/office/drawing/2014/main" xmlns="" id="{D6F8F4F0-E282-4028-BD0A-14FE37212B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28788" y="924877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5" name="Freeform 212">
              <a:extLst>
                <a:ext uri="{FF2B5EF4-FFF2-40B4-BE49-F238E27FC236}">
                  <a16:creationId xmlns:a16="http://schemas.microsoft.com/office/drawing/2014/main" xmlns="" id="{49F2D76C-E743-4E53-BCD9-3B76409A0C70}"/>
                </a:ext>
              </a:extLst>
            </p:cNvPr>
            <p:cNvSpPr/>
            <p:nvPr userDrawn="1"/>
          </p:nvSpPr>
          <p:spPr bwMode="auto">
            <a:xfrm>
              <a:off x="7011988" y="7650163"/>
              <a:ext cx="4183062" cy="1085850"/>
            </a:xfrm>
            <a:custGeom>
              <a:avLst/>
              <a:gdLst>
                <a:gd name="T0" fmla="*/ 853 w 856"/>
                <a:gd name="T1" fmla="*/ 0 h 222"/>
                <a:gd name="T2" fmla="*/ 853 w 856"/>
                <a:gd name="T3" fmla="*/ 118 h 222"/>
                <a:gd name="T4" fmla="*/ 751 w 856"/>
                <a:gd name="T5" fmla="*/ 219 h 222"/>
                <a:gd name="T6" fmla="*/ 0 w 856"/>
                <a:gd name="T7" fmla="*/ 219 h 222"/>
                <a:gd name="T8" fmla="*/ 0 w 856"/>
                <a:gd name="T9" fmla="*/ 222 h 222"/>
                <a:gd name="T10" fmla="*/ 751 w 856"/>
                <a:gd name="T11" fmla="*/ 222 h 222"/>
                <a:gd name="T12" fmla="*/ 856 w 856"/>
                <a:gd name="T13" fmla="*/ 118 h 222"/>
                <a:gd name="T14" fmla="*/ 856 w 856"/>
                <a:gd name="T15" fmla="*/ 0 h 222"/>
                <a:gd name="T16" fmla="*/ 854 w 856"/>
                <a:gd name="T17" fmla="*/ 0 h 222"/>
                <a:gd name="T18" fmla="*/ 853 w 856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" h="222">
                  <a:moveTo>
                    <a:pt x="853" y="0"/>
                  </a:moveTo>
                  <a:cubicBezTo>
                    <a:pt x="853" y="118"/>
                    <a:pt x="853" y="118"/>
                    <a:pt x="853" y="118"/>
                  </a:cubicBezTo>
                  <a:cubicBezTo>
                    <a:pt x="853" y="174"/>
                    <a:pt x="807" y="219"/>
                    <a:pt x="751" y="219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751" y="222"/>
                    <a:pt x="751" y="222"/>
                    <a:pt x="751" y="222"/>
                  </a:cubicBezTo>
                  <a:cubicBezTo>
                    <a:pt x="809" y="222"/>
                    <a:pt x="856" y="175"/>
                    <a:pt x="856" y="118"/>
                  </a:cubicBezTo>
                  <a:cubicBezTo>
                    <a:pt x="856" y="0"/>
                    <a:pt x="856" y="0"/>
                    <a:pt x="856" y="0"/>
                  </a:cubicBezTo>
                  <a:cubicBezTo>
                    <a:pt x="855" y="0"/>
                    <a:pt x="855" y="0"/>
                    <a:pt x="854" y="0"/>
                  </a:cubicBezTo>
                  <a:cubicBezTo>
                    <a:pt x="854" y="0"/>
                    <a:pt x="853" y="0"/>
                    <a:pt x="85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6" name="Freeform 213">
              <a:extLst>
                <a:ext uri="{FF2B5EF4-FFF2-40B4-BE49-F238E27FC236}">
                  <a16:creationId xmlns:a16="http://schemas.microsoft.com/office/drawing/2014/main" xmlns="" id="{3EC33C70-C173-4119-886B-05C6A3FEE621}"/>
                </a:ext>
              </a:extLst>
            </p:cNvPr>
            <p:cNvSpPr/>
            <p:nvPr userDrawn="1"/>
          </p:nvSpPr>
          <p:spPr bwMode="auto">
            <a:xfrm>
              <a:off x="7011988" y="7986713"/>
              <a:ext cx="4335462" cy="885825"/>
            </a:xfrm>
            <a:custGeom>
              <a:avLst/>
              <a:gdLst>
                <a:gd name="T0" fmla="*/ 884 w 887"/>
                <a:gd name="T1" fmla="*/ 0 h 181"/>
                <a:gd name="T2" fmla="*/ 884 w 887"/>
                <a:gd name="T3" fmla="*/ 51 h 181"/>
                <a:gd name="T4" fmla="*/ 757 w 887"/>
                <a:gd name="T5" fmla="*/ 178 h 181"/>
                <a:gd name="T6" fmla="*/ 0 w 887"/>
                <a:gd name="T7" fmla="*/ 178 h 181"/>
                <a:gd name="T8" fmla="*/ 0 w 887"/>
                <a:gd name="T9" fmla="*/ 181 h 181"/>
                <a:gd name="T10" fmla="*/ 757 w 887"/>
                <a:gd name="T11" fmla="*/ 181 h 181"/>
                <a:gd name="T12" fmla="*/ 887 w 887"/>
                <a:gd name="T13" fmla="*/ 51 h 181"/>
                <a:gd name="T14" fmla="*/ 887 w 887"/>
                <a:gd name="T15" fmla="*/ 0 h 181"/>
                <a:gd name="T16" fmla="*/ 886 w 887"/>
                <a:gd name="T17" fmla="*/ 0 h 181"/>
                <a:gd name="T18" fmla="*/ 884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884" y="0"/>
                  </a:moveTo>
                  <a:cubicBezTo>
                    <a:pt x="884" y="51"/>
                    <a:pt x="884" y="51"/>
                    <a:pt x="884" y="51"/>
                  </a:cubicBezTo>
                  <a:cubicBezTo>
                    <a:pt x="884" y="121"/>
                    <a:pt x="827" y="178"/>
                    <a:pt x="757" y="17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757" y="181"/>
                    <a:pt x="757" y="181"/>
                    <a:pt x="757" y="181"/>
                  </a:cubicBezTo>
                  <a:cubicBezTo>
                    <a:pt x="829" y="181"/>
                    <a:pt x="887" y="123"/>
                    <a:pt x="887" y="51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87" y="0"/>
                    <a:pt x="886" y="0"/>
                    <a:pt x="886" y="0"/>
                  </a:cubicBezTo>
                  <a:cubicBezTo>
                    <a:pt x="885" y="0"/>
                    <a:pt x="885" y="0"/>
                    <a:pt x="88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7" name="Freeform 214">
              <a:extLst>
                <a:ext uri="{FF2B5EF4-FFF2-40B4-BE49-F238E27FC236}">
                  <a16:creationId xmlns:a16="http://schemas.microsoft.com/office/drawing/2014/main" xmlns="" id="{5B0986E0-9102-4FE8-8A78-F43B1948E199}"/>
                </a:ext>
              </a:extLst>
            </p:cNvPr>
            <p:cNvSpPr/>
            <p:nvPr userDrawn="1"/>
          </p:nvSpPr>
          <p:spPr bwMode="auto">
            <a:xfrm>
              <a:off x="7011988" y="7850188"/>
              <a:ext cx="4502150" cy="1168400"/>
            </a:xfrm>
            <a:custGeom>
              <a:avLst/>
              <a:gdLst>
                <a:gd name="T0" fmla="*/ 917 w 921"/>
                <a:gd name="T1" fmla="*/ 0 h 239"/>
                <a:gd name="T2" fmla="*/ 917 w 921"/>
                <a:gd name="T3" fmla="*/ 80 h 239"/>
                <a:gd name="T4" fmla="*/ 761 w 921"/>
                <a:gd name="T5" fmla="*/ 236 h 239"/>
                <a:gd name="T6" fmla="*/ 0 w 921"/>
                <a:gd name="T7" fmla="*/ 236 h 239"/>
                <a:gd name="T8" fmla="*/ 0 w 921"/>
                <a:gd name="T9" fmla="*/ 239 h 239"/>
                <a:gd name="T10" fmla="*/ 761 w 921"/>
                <a:gd name="T11" fmla="*/ 239 h 239"/>
                <a:gd name="T12" fmla="*/ 921 w 921"/>
                <a:gd name="T13" fmla="*/ 80 h 239"/>
                <a:gd name="T14" fmla="*/ 921 w 921"/>
                <a:gd name="T15" fmla="*/ 0 h 239"/>
                <a:gd name="T16" fmla="*/ 919 w 921"/>
                <a:gd name="T17" fmla="*/ 1 h 239"/>
                <a:gd name="T18" fmla="*/ 917 w 921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1" h="239">
                  <a:moveTo>
                    <a:pt x="917" y="0"/>
                  </a:moveTo>
                  <a:cubicBezTo>
                    <a:pt x="917" y="80"/>
                    <a:pt x="917" y="80"/>
                    <a:pt x="917" y="80"/>
                  </a:cubicBezTo>
                  <a:cubicBezTo>
                    <a:pt x="917" y="166"/>
                    <a:pt x="847" y="236"/>
                    <a:pt x="761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761" y="239"/>
                    <a:pt x="761" y="239"/>
                    <a:pt x="761" y="239"/>
                  </a:cubicBezTo>
                  <a:cubicBezTo>
                    <a:pt x="849" y="239"/>
                    <a:pt x="921" y="168"/>
                    <a:pt x="921" y="80"/>
                  </a:cubicBezTo>
                  <a:cubicBezTo>
                    <a:pt x="921" y="0"/>
                    <a:pt x="921" y="0"/>
                    <a:pt x="921" y="0"/>
                  </a:cubicBezTo>
                  <a:cubicBezTo>
                    <a:pt x="920" y="1"/>
                    <a:pt x="920" y="1"/>
                    <a:pt x="919" y="1"/>
                  </a:cubicBezTo>
                  <a:cubicBezTo>
                    <a:pt x="918" y="1"/>
                    <a:pt x="918" y="1"/>
                    <a:pt x="91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8" name="Freeform 215">
              <a:extLst>
                <a:ext uri="{FF2B5EF4-FFF2-40B4-BE49-F238E27FC236}">
                  <a16:creationId xmlns:a16="http://schemas.microsoft.com/office/drawing/2014/main" xmlns="" id="{4C2CE224-C3E4-435C-9E5F-DFAD396A9B39}"/>
                </a:ext>
              </a:extLst>
            </p:cNvPr>
            <p:cNvSpPr/>
            <p:nvPr userDrawn="1"/>
          </p:nvSpPr>
          <p:spPr bwMode="auto">
            <a:xfrm>
              <a:off x="7011988" y="7439025"/>
              <a:ext cx="4629150" cy="1727200"/>
            </a:xfrm>
            <a:custGeom>
              <a:avLst/>
              <a:gdLst>
                <a:gd name="T0" fmla="*/ 944 w 947"/>
                <a:gd name="T1" fmla="*/ 0 h 353"/>
                <a:gd name="T2" fmla="*/ 944 w 947"/>
                <a:gd name="T3" fmla="*/ 174 h 353"/>
                <a:gd name="T4" fmla="*/ 768 w 947"/>
                <a:gd name="T5" fmla="*/ 350 h 353"/>
                <a:gd name="T6" fmla="*/ 0 w 947"/>
                <a:gd name="T7" fmla="*/ 350 h 353"/>
                <a:gd name="T8" fmla="*/ 0 w 947"/>
                <a:gd name="T9" fmla="*/ 353 h 353"/>
                <a:gd name="T10" fmla="*/ 768 w 947"/>
                <a:gd name="T11" fmla="*/ 353 h 353"/>
                <a:gd name="T12" fmla="*/ 947 w 947"/>
                <a:gd name="T13" fmla="*/ 174 h 353"/>
                <a:gd name="T14" fmla="*/ 947 w 947"/>
                <a:gd name="T15" fmla="*/ 0 h 353"/>
                <a:gd name="T16" fmla="*/ 945 w 947"/>
                <a:gd name="T17" fmla="*/ 0 h 353"/>
                <a:gd name="T18" fmla="*/ 944 w 947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3">
                  <a:moveTo>
                    <a:pt x="944" y="0"/>
                  </a:moveTo>
                  <a:cubicBezTo>
                    <a:pt x="944" y="174"/>
                    <a:pt x="944" y="174"/>
                    <a:pt x="944" y="174"/>
                  </a:cubicBezTo>
                  <a:cubicBezTo>
                    <a:pt x="944" y="271"/>
                    <a:pt x="865" y="350"/>
                    <a:pt x="768" y="350"/>
                  </a:cubicBezTo>
                  <a:cubicBezTo>
                    <a:pt x="0" y="350"/>
                    <a:pt x="0" y="350"/>
                    <a:pt x="0" y="35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768" y="353"/>
                    <a:pt x="768" y="353"/>
                    <a:pt x="768" y="353"/>
                  </a:cubicBezTo>
                  <a:cubicBezTo>
                    <a:pt x="867" y="353"/>
                    <a:pt x="947" y="273"/>
                    <a:pt x="947" y="174"/>
                  </a:cubicBezTo>
                  <a:cubicBezTo>
                    <a:pt x="947" y="0"/>
                    <a:pt x="947" y="0"/>
                    <a:pt x="947" y="0"/>
                  </a:cubicBezTo>
                  <a:cubicBezTo>
                    <a:pt x="947" y="0"/>
                    <a:pt x="946" y="0"/>
                    <a:pt x="945" y="0"/>
                  </a:cubicBezTo>
                  <a:cubicBezTo>
                    <a:pt x="945" y="0"/>
                    <a:pt x="944" y="0"/>
                    <a:pt x="94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9" name="Freeform 216">
              <a:extLst>
                <a:ext uri="{FF2B5EF4-FFF2-40B4-BE49-F238E27FC236}">
                  <a16:creationId xmlns:a16="http://schemas.microsoft.com/office/drawing/2014/main" xmlns="" id="{3EE7E84E-9FDD-4C43-AEB8-3A0270CCBE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7425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0" name="Freeform 217">
              <a:extLst>
                <a:ext uri="{FF2B5EF4-FFF2-40B4-BE49-F238E27FC236}">
                  <a16:creationId xmlns:a16="http://schemas.microsoft.com/office/drawing/2014/main" xmlns="" id="{9076291C-4C90-4904-AF06-A94D0A908F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98238" y="79041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1" name="Freeform 218">
              <a:extLst>
                <a:ext uri="{FF2B5EF4-FFF2-40B4-BE49-F238E27FC236}">
                  <a16:creationId xmlns:a16="http://schemas.microsoft.com/office/drawing/2014/main" xmlns="" id="{77350675-95D4-42C4-937D-B9404ED3D2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0163" y="7767638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0 w 18"/>
                <a:gd name="T13" fmla="*/ 9 h 18"/>
                <a:gd name="T14" fmla="*/ 7 w 18"/>
                <a:gd name="T15" fmla="*/ 17 h 18"/>
                <a:gd name="T16" fmla="*/ 9 w 18"/>
                <a:gd name="T17" fmla="*/ 18 h 18"/>
                <a:gd name="T18" fmla="*/ 11 w 18"/>
                <a:gd name="T19" fmla="*/ 17 h 18"/>
                <a:gd name="T20" fmla="*/ 18 w 18"/>
                <a:gd name="T21" fmla="*/ 9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10" y="18"/>
                    <a:pt x="10" y="18"/>
                    <a:pt x="11" y="17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2" name="Freeform 219">
              <a:extLst>
                <a:ext uri="{FF2B5EF4-FFF2-40B4-BE49-F238E27FC236}">
                  <a16:creationId xmlns:a16="http://schemas.microsoft.com/office/drawing/2014/main" xmlns="" id="{F4C520F9-6C53-4FC2-AE08-184ABD428A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1925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3" name="Freeform 220">
              <a:extLst>
                <a:ext uri="{FF2B5EF4-FFF2-40B4-BE49-F238E27FC236}">
                  <a16:creationId xmlns:a16="http://schemas.microsoft.com/office/drawing/2014/main" xmlns="" id="{51775C85-78BA-4BC7-9DA7-E65A8D3570D1}"/>
                </a:ext>
              </a:extLst>
            </p:cNvPr>
            <p:cNvSpPr/>
            <p:nvPr userDrawn="1"/>
          </p:nvSpPr>
          <p:spPr bwMode="auto">
            <a:xfrm>
              <a:off x="7021513" y="9977438"/>
              <a:ext cx="4178300" cy="1090613"/>
            </a:xfrm>
            <a:custGeom>
              <a:avLst/>
              <a:gdLst>
                <a:gd name="T0" fmla="*/ 751 w 855"/>
                <a:gd name="T1" fmla="*/ 0 h 223"/>
                <a:gd name="T2" fmla="*/ 0 w 855"/>
                <a:gd name="T3" fmla="*/ 0 h 223"/>
                <a:gd name="T4" fmla="*/ 0 w 855"/>
                <a:gd name="T5" fmla="*/ 3 h 223"/>
                <a:gd name="T6" fmla="*/ 751 w 855"/>
                <a:gd name="T7" fmla="*/ 3 h 223"/>
                <a:gd name="T8" fmla="*/ 852 w 855"/>
                <a:gd name="T9" fmla="*/ 105 h 223"/>
                <a:gd name="T10" fmla="*/ 852 w 855"/>
                <a:gd name="T11" fmla="*/ 223 h 223"/>
                <a:gd name="T12" fmla="*/ 854 w 855"/>
                <a:gd name="T13" fmla="*/ 223 h 223"/>
                <a:gd name="T14" fmla="*/ 855 w 855"/>
                <a:gd name="T15" fmla="*/ 223 h 223"/>
                <a:gd name="T16" fmla="*/ 855 w 855"/>
                <a:gd name="T17" fmla="*/ 105 h 223"/>
                <a:gd name="T18" fmla="*/ 751 w 855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5" h="223">
                  <a:moveTo>
                    <a:pt x="7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807" y="3"/>
                    <a:pt x="852" y="49"/>
                    <a:pt x="852" y="105"/>
                  </a:cubicBezTo>
                  <a:cubicBezTo>
                    <a:pt x="852" y="223"/>
                    <a:pt x="852" y="223"/>
                    <a:pt x="852" y="223"/>
                  </a:cubicBezTo>
                  <a:cubicBezTo>
                    <a:pt x="853" y="223"/>
                    <a:pt x="853" y="223"/>
                    <a:pt x="854" y="223"/>
                  </a:cubicBezTo>
                  <a:cubicBezTo>
                    <a:pt x="854" y="223"/>
                    <a:pt x="855" y="223"/>
                    <a:pt x="855" y="223"/>
                  </a:cubicBezTo>
                  <a:cubicBezTo>
                    <a:pt x="855" y="105"/>
                    <a:pt x="855" y="105"/>
                    <a:pt x="855" y="105"/>
                  </a:cubicBezTo>
                  <a:cubicBezTo>
                    <a:pt x="855" y="47"/>
                    <a:pt x="808" y="0"/>
                    <a:pt x="751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4" name="Freeform 221">
              <a:extLst>
                <a:ext uri="{FF2B5EF4-FFF2-40B4-BE49-F238E27FC236}">
                  <a16:creationId xmlns:a16="http://schemas.microsoft.com/office/drawing/2014/main" xmlns="" id="{066B28FA-F507-4F6A-866B-CBEEE43D6578}"/>
                </a:ext>
              </a:extLst>
            </p:cNvPr>
            <p:cNvSpPr/>
            <p:nvPr userDrawn="1"/>
          </p:nvSpPr>
          <p:spPr bwMode="auto">
            <a:xfrm>
              <a:off x="7021513" y="9840913"/>
              <a:ext cx="4335462" cy="885825"/>
            </a:xfrm>
            <a:custGeom>
              <a:avLst/>
              <a:gdLst>
                <a:gd name="T0" fmla="*/ 756 w 887"/>
                <a:gd name="T1" fmla="*/ 0 h 181"/>
                <a:gd name="T2" fmla="*/ 0 w 887"/>
                <a:gd name="T3" fmla="*/ 0 h 181"/>
                <a:gd name="T4" fmla="*/ 0 w 887"/>
                <a:gd name="T5" fmla="*/ 3 h 181"/>
                <a:gd name="T6" fmla="*/ 756 w 887"/>
                <a:gd name="T7" fmla="*/ 3 h 181"/>
                <a:gd name="T8" fmla="*/ 884 w 887"/>
                <a:gd name="T9" fmla="*/ 131 h 181"/>
                <a:gd name="T10" fmla="*/ 884 w 887"/>
                <a:gd name="T11" fmla="*/ 181 h 181"/>
                <a:gd name="T12" fmla="*/ 885 w 887"/>
                <a:gd name="T13" fmla="*/ 181 h 181"/>
                <a:gd name="T14" fmla="*/ 887 w 887"/>
                <a:gd name="T15" fmla="*/ 181 h 181"/>
                <a:gd name="T16" fmla="*/ 887 w 887"/>
                <a:gd name="T17" fmla="*/ 131 h 181"/>
                <a:gd name="T18" fmla="*/ 756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7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6" y="3"/>
                    <a:pt x="756" y="3"/>
                    <a:pt x="756" y="3"/>
                  </a:cubicBezTo>
                  <a:cubicBezTo>
                    <a:pt x="827" y="3"/>
                    <a:pt x="884" y="60"/>
                    <a:pt x="884" y="131"/>
                  </a:cubicBezTo>
                  <a:cubicBezTo>
                    <a:pt x="884" y="181"/>
                    <a:pt x="884" y="181"/>
                    <a:pt x="884" y="181"/>
                  </a:cubicBezTo>
                  <a:cubicBezTo>
                    <a:pt x="884" y="181"/>
                    <a:pt x="885" y="181"/>
                    <a:pt x="885" y="181"/>
                  </a:cubicBezTo>
                  <a:cubicBezTo>
                    <a:pt x="886" y="181"/>
                    <a:pt x="886" y="181"/>
                    <a:pt x="887" y="181"/>
                  </a:cubicBezTo>
                  <a:cubicBezTo>
                    <a:pt x="887" y="131"/>
                    <a:pt x="887" y="131"/>
                    <a:pt x="887" y="131"/>
                  </a:cubicBezTo>
                  <a:cubicBezTo>
                    <a:pt x="887" y="59"/>
                    <a:pt x="828" y="0"/>
                    <a:pt x="756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5" name="Freeform 222">
              <a:extLst>
                <a:ext uri="{FF2B5EF4-FFF2-40B4-BE49-F238E27FC236}">
                  <a16:creationId xmlns:a16="http://schemas.microsoft.com/office/drawing/2014/main" xmlns="" id="{9BA823AC-0A54-4561-9AF2-6668DED5210E}"/>
                </a:ext>
              </a:extLst>
            </p:cNvPr>
            <p:cNvSpPr/>
            <p:nvPr userDrawn="1"/>
          </p:nvSpPr>
          <p:spPr bwMode="auto">
            <a:xfrm>
              <a:off x="7021513" y="9694863"/>
              <a:ext cx="4497387" cy="1168400"/>
            </a:xfrm>
            <a:custGeom>
              <a:avLst/>
              <a:gdLst>
                <a:gd name="T0" fmla="*/ 760 w 920"/>
                <a:gd name="T1" fmla="*/ 0 h 239"/>
                <a:gd name="T2" fmla="*/ 0 w 920"/>
                <a:gd name="T3" fmla="*/ 0 h 239"/>
                <a:gd name="T4" fmla="*/ 0 w 920"/>
                <a:gd name="T5" fmla="*/ 3 h 239"/>
                <a:gd name="T6" fmla="*/ 760 w 920"/>
                <a:gd name="T7" fmla="*/ 3 h 239"/>
                <a:gd name="T8" fmla="*/ 917 w 920"/>
                <a:gd name="T9" fmla="*/ 160 h 239"/>
                <a:gd name="T10" fmla="*/ 917 w 920"/>
                <a:gd name="T11" fmla="*/ 239 h 239"/>
                <a:gd name="T12" fmla="*/ 919 w 920"/>
                <a:gd name="T13" fmla="*/ 239 h 239"/>
                <a:gd name="T14" fmla="*/ 920 w 920"/>
                <a:gd name="T15" fmla="*/ 239 h 239"/>
                <a:gd name="T16" fmla="*/ 920 w 920"/>
                <a:gd name="T17" fmla="*/ 160 h 239"/>
                <a:gd name="T18" fmla="*/ 760 w 920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0" h="239">
                  <a:moveTo>
                    <a:pt x="7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0" y="3"/>
                    <a:pt x="760" y="3"/>
                    <a:pt x="760" y="3"/>
                  </a:cubicBezTo>
                  <a:cubicBezTo>
                    <a:pt x="847" y="3"/>
                    <a:pt x="917" y="74"/>
                    <a:pt x="917" y="160"/>
                  </a:cubicBezTo>
                  <a:cubicBezTo>
                    <a:pt x="917" y="239"/>
                    <a:pt x="917" y="239"/>
                    <a:pt x="917" y="239"/>
                  </a:cubicBezTo>
                  <a:cubicBezTo>
                    <a:pt x="918" y="239"/>
                    <a:pt x="918" y="239"/>
                    <a:pt x="919" y="239"/>
                  </a:cubicBezTo>
                  <a:cubicBezTo>
                    <a:pt x="919" y="239"/>
                    <a:pt x="920" y="239"/>
                    <a:pt x="920" y="239"/>
                  </a:cubicBezTo>
                  <a:cubicBezTo>
                    <a:pt x="920" y="160"/>
                    <a:pt x="920" y="160"/>
                    <a:pt x="920" y="160"/>
                  </a:cubicBezTo>
                  <a:cubicBezTo>
                    <a:pt x="920" y="72"/>
                    <a:pt x="848" y="0"/>
                    <a:pt x="76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6" name="Freeform 223">
              <a:extLst>
                <a:ext uri="{FF2B5EF4-FFF2-40B4-BE49-F238E27FC236}">
                  <a16:creationId xmlns:a16="http://schemas.microsoft.com/office/drawing/2014/main" xmlns="" id="{CD76A1BD-849B-40B9-8635-849C526453AC}"/>
                </a:ext>
              </a:extLst>
            </p:cNvPr>
            <p:cNvSpPr/>
            <p:nvPr userDrawn="1"/>
          </p:nvSpPr>
          <p:spPr bwMode="auto">
            <a:xfrm>
              <a:off x="7021513" y="9547225"/>
              <a:ext cx="4629150" cy="1731963"/>
            </a:xfrm>
            <a:custGeom>
              <a:avLst/>
              <a:gdLst>
                <a:gd name="T0" fmla="*/ 767 w 947"/>
                <a:gd name="T1" fmla="*/ 0 h 354"/>
                <a:gd name="T2" fmla="*/ 0 w 947"/>
                <a:gd name="T3" fmla="*/ 0 h 354"/>
                <a:gd name="T4" fmla="*/ 0 w 947"/>
                <a:gd name="T5" fmla="*/ 3 h 354"/>
                <a:gd name="T6" fmla="*/ 767 w 947"/>
                <a:gd name="T7" fmla="*/ 3 h 354"/>
                <a:gd name="T8" fmla="*/ 943 w 947"/>
                <a:gd name="T9" fmla="*/ 180 h 354"/>
                <a:gd name="T10" fmla="*/ 943 w 947"/>
                <a:gd name="T11" fmla="*/ 354 h 354"/>
                <a:gd name="T12" fmla="*/ 945 w 947"/>
                <a:gd name="T13" fmla="*/ 353 h 354"/>
                <a:gd name="T14" fmla="*/ 947 w 947"/>
                <a:gd name="T15" fmla="*/ 354 h 354"/>
                <a:gd name="T16" fmla="*/ 947 w 947"/>
                <a:gd name="T17" fmla="*/ 180 h 354"/>
                <a:gd name="T18" fmla="*/ 767 w 947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4">
                  <a:moveTo>
                    <a:pt x="7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7" y="3"/>
                    <a:pt x="767" y="3"/>
                    <a:pt x="767" y="3"/>
                  </a:cubicBezTo>
                  <a:cubicBezTo>
                    <a:pt x="864" y="3"/>
                    <a:pt x="943" y="82"/>
                    <a:pt x="943" y="180"/>
                  </a:cubicBezTo>
                  <a:cubicBezTo>
                    <a:pt x="943" y="354"/>
                    <a:pt x="943" y="354"/>
                    <a:pt x="943" y="354"/>
                  </a:cubicBezTo>
                  <a:cubicBezTo>
                    <a:pt x="944" y="353"/>
                    <a:pt x="945" y="353"/>
                    <a:pt x="945" y="353"/>
                  </a:cubicBezTo>
                  <a:cubicBezTo>
                    <a:pt x="946" y="353"/>
                    <a:pt x="946" y="353"/>
                    <a:pt x="947" y="354"/>
                  </a:cubicBezTo>
                  <a:cubicBezTo>
                    <a:pt x="947" y="180"/>
                    <a:pt x="947" y="180"/>
                    <a:pt x="947" y="180"/>
                  </a:cubicBezTo>
                  <a:cubicBezTo>
                    <a:pt x="947" y="81"/>
                    <a:pt x="866" y="0"/>
                    <a:pt x="76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7" name="Freeform 224">
              <a:extLst>
                <a:ext uri="{FF2B5EF4-FFF2-40B4-BE49-F238E27FC236}">
                  <a16:creationId xmlns:a16="http://schemas.microsoft.com/office/drawing/2014/main" xmlns="" id="{2A0EB56E-B765-4A6E-9CB1-93948BBDAD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52188" y="11068050"/>
              <a:ext cx="82550" cy="84138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8 h 17"/>
                <a:gd name="T4" fmla="*/ 9 w 17"/>
                <a:gd name="T5" fmla="*/ 3 h 17"/>
                <a:gd name="T6" fmla="*/ 14 w 17"/>
                <a:gd name="T7" fmla="*/ 8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8 h 17"/>
                <a:gd name="T16" fmla="*/ 9 w 17"/>
                <a:gd name="T17" fmla="*/ 17 h 17"/>
                <a:gd name="T18" fmla="*/ 17 w 17"/>
                <a:gd name="T19" fmla="*/ 8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8"/>
                  </a:cubicBezTo>
                  <a:cubicBezTo>
                    <a:pt x="3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8" name="Freeform 225">
              <a:extLst>
                <a:ext uri="{FF2B5EF4-FFF2-40B4-BE49-F238E27FC236}">
                  <a16:creationId xmlns:a16="http://schemas.microsoft.com/office/drawing/2014/main" xmlns="" id="{8C224592-BDF6-4F7C-8D70-391E726A53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7763" y="10726738"/>
              <a:ext cx="84137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2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9" name="Freeform 226">
              <a:extLst>
                <a:ext uri="{FF2B5EF4-FFF2-40B4-BE49-F238E27FC236}">
                  <a16:creationId xmlns:a16="http://schemas.microsoft.com/office/drawing/2014/main" xmlns="" id="{643D17BB-AB5D-40B5-B26F-B16C71789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9688" y="108632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0" name="Freeform 227">
              <a:extLst>
                <a:ext uri="{FF2B5EF4-FFF2-40B4-BE49-F238E27FC236}">
                  <a16:creationId xmlns:a16="http://schemas.microsoft.com/office/drawing/2014/main" xmlns="" id="{B15EAFBD-9DE6-430C-9E4C-0D0EC0E135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6688" y="11274425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7 w 18"/>
                <a:gd name="T13" fmla="*/ 1 h 18"/>
                <a:gd name="T14" fmla="*/ 0 w 18"/>
                <a:gd name="T15" fmla="*/ 9 h 18"/>
                <a:gd name="T16" fmla="*/ 9 w 18"/>
                <a:gd name="T17" fmla="*/ 18 h 18"/>
                <a:gd name="T18" fmla="*/ 18 w 18"/>
                <a:gd name="T19" fmla="*/ 9 h 18"/>
                <a:gd name="T20" fmla="*/ 11 w 18"/>
                <a:gd name="T21" fmla="*/ 1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9" y="0"/>
                    <a:pt x="8" y="0"/>
                    <a:pt x="7" y="1"/>
                  </a:cubicBezTo>
                  <a:cubicBezTo>
                    <a:pt x="4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4" y="18"/>
                    <a:pt x="18" y="14"/>
                    <a:pt x="18" y="9"/>
                  </a:cubicBezTo>
                  <a:cubicBezTo>
                    <a:pt x="18" y="5"/>
                    <a:pt x="15" y="1"/>
                    <a:pt x="11" y="1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1" name="Freeform 228">
              <a:extLst>
                <a:ext uri="{FF2B5EF4-FFF2-40B4-BE49-F238E27FC236}">
                  <a16:creationId xmlns:a16="http://schemas.microsoft.com/office/drawing/2014/main" xmlns="" id="{1EE8533E-7B34-4C1A-9D4C-F3F650020B8E}"/>
                </a:ext>
              </a:extLst>
            </p:cNvPr>
            <p:cNvSpPr/>
            <p:nvPr userDrawn="1"/>
          </p:nvSpPr>
          <p:spPr bwMode="auto">
            <a:xfrm>
              <a:off x="7026275" y="9283700"/>
              <a:ext cx="4897437" cy="19050"/>
            </a:xfrm>
            <a:custGeom>
              <a:avLst/>
              <a:gdLst>
                <a:gd name="T0" fmla="*/ 1002 w 1002"/>
                <a:gd name="T1" fmla="*/ 0 h 4"/>
                <a:gd name="T2" fmla="*/ 0 w 1002"/>
                <a:gd name="T3" fmla="*/ 0 h 4"/>
                <a:gd name="T4" fmla="*/ 0 w 1002"/>
                <a:gd name="T5" fmla="*/ 4 h 4"/>
                <a:gd name="T6" fmla="*/ 1002 w 1002"/>
                <a:gd name="T7" fmla="*/ 4 h 4"/>
                <a:gd name="T8" fmla="*/ 1001 w 1002"/>
                <a:gd name="T9" fmla="*/ 2 h 4"/>
                <a:gd name="T10" fmla="*/ 1002 w 100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2" h="4">
                  <a:moveTo>
                    <a:pt x="10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02" y="4"/>
                    <a:pt x="1002" y="4"/>
                    <a:pt x="1002" y="4"/>
                  </a:cubicBezTo>
                  <a:cubicBezTo>
                    <a:pt x="1001" y="3"/>
                    <a:pt x="1001" y="3"/>
                    <a:pt x="1001" y="2"/>
                  </a:cubicBezTo>
                  <a:cubicBezTo>
                    <a:pt x="1001" y="2"/>
                    <a:pt x="1001" y="1"/>
                    <a:pt x="1002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2" name="Freeform 229">
              <a:extLst>
                <a:ext uri="{FF2B5EF4-FFF2-40B4-BE49-F238E27FC236}">
                  <a16:creationId xmlns:a16="http://schemas.microsoft.com/office/drawing/2014/main" xmlns="" id="{AA8EB42A-15EF-4218-9E89-09E076600191}"/>
                </a:ext>
              </a:extLst>
            </p:cNvPr>
            <p:cNvSpPr/>
            <p:nvPr userDrawn="1"/>
          </p:nvSpPr>
          <p:spPr bwMode="auto">
            <a:xfrm>
              <a:off x="7011988" y="9415463"/>
              <a:ext cx="5318125" cy="19050"/>
            </a:xfrm>
            <a:custGeom>
              <a:avLst/>
              <a:gdLst>
                <a:gd name="T0" fmla="*/ 1088 w 1088"/>
                <a:gd name="T1" fmla="*/ 0 h 4"/>
                <a:gd name="T2" fmla="*/ 0 w 1088"/>
                <a:gd name="T3" fmla="*/ 0 h 4"/>
                <a:gd name="T4" fmla="*/ 0 w 1088"/>
                <a:gd name="T5" fmla="*/ 4 h 4"/>
                <a:gd name="T6" fmla="*/ 1088 w 1088"/>
                <a:gd name="T7" fmla="*/ 4 h 4"/>
                <a:gd name="T8" fmla="*/ 1087 w 1088"/>
                <a:gd name="T9" fmla="*/ 2 h 4"/>
                <a:gd name="T10" fmla="*/ 1088 w 108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8" h="4">
                  <a:moveTo>
                    <a:pt x="10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88" y="4"/>
                    <a:pt x="1088" y="4"/>
                    <a:pt x="1088" y="4"/>
                  </a:cubicBezTo>
                  <a:cubicBezTo>
                    <a:pt x="1087" y="3"/>
                    <a:pt x="1087" y="3"/>
                    <a:pt x="1087" y="2"/>
                  </a:cubicBezTo>
                  <a:cubicBezTo>
                    <a:pt x="1087" y="2"/>
                    <a:pt x="1087" y="1"/>
                    <a:pt x="108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3" name="Freeform 230">
              <a:extLst>
                <a:ext uri="{FF2B5EF4-FFF2-40B4-BE49-F238E27FC236}">
                  <a16:creationId xmlns:a16="http://schemas.microsoft.com/office/drawing/2014/main" xmlns="" id="{F00CE7C7-86EA-4002-BE71-087D77E8B1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18950" y="9253538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4" name="Freeform 231">
              <a:extLst>
                <a:ext uri="{FF2B5EF4-FFF2-40B4-BE49-F238E27FC236}">
                  <a16:creationId xmlns:a16="http://schemas.microsoft.com/office/drawing/2014/main" xmlns="" id="{E3C7619A-36B1-4B70-8DF7-CCC35E451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325350" y="9385300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</p:grp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283316" y="2193080"/>
            <a:ext cx="4950229" cy="1621509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 altLang="zh-CN" noProof="1"/>
              <a:t>Thanks</a:t>
            </a:r>
            <a:endParaRPr lang="zh-CN" altLang="en-US" noProof="1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283316" y="4499316"/>
            <a:ext cx="4950229" cy="310871"/>
          </a:xfrm>
        </p:spPr>
        <p:txBody>
          <a:bodyPr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noProof="1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83318" y="4203045"/>
            <a:ext cx="4950229" cy="2962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10832876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xmlns="" id="{6113CD24-F3A3-42C2-A4C2-4BE6EE2CFDE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69925" y="0"/>
            <a:ext cx="10850563" cy="93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xmlns="" id="{2020242A-7B51-4433-88E0-4DA53E6548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69925" y="1123950"/>
            <a:ext cx="10850563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xmlns="" id="{9227C1A2-BF7A-415F-B2D5-10EAE8FD94C6}"/>
              </a:ext>
            </a:extLst>
          </p:cNvPr>
          <p:cNvCxnSpPr>
            <a:cxnSpLocks/>
          </p:cNvCxnSpPr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FAC81E72-FAA7-4B1C-89A3-27C0490C863A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82F02BE1-6CD5-45BD-B93A-34CD7D9B7B0D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3" r:id="rId6"/>
    <p:sldLayoutId id="2147483681" r:id="rId7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anaconda.com/products/individual#Downloads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jetbrains.com/pycharm/download/#section=windows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xmlns="" id="{5C674A10-3091-4452-A509-500FDC13F4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mtClean="0"/>
              <a:t>实验：开发</a:t>
            </a:r>
            <a:r>
              <a:rPr lang="zh-CN" altLang="en-US" dirty="0" smtClean="0"/>
              <a:t>环境配置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37B72B94-1F12-468F-939B-26F0B436DF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目标检测的准备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D30CE500-237B-4E6E-B7FE-6735EA2F0F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杭州钛比科技有限公司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CB507061-DD1C-4DEB-9AE0-8D195E8974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www.terabits.cn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7360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defTabSz="24003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学习完本课程后，你将能够：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2400300">
              <a:lnSpc>
                <a:spcPct val="150000"/>
              </a:lnSpc>
              <a:buAutoNum type="arabicPeriod"/>
            </a:pP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kumimoji="1"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  <a:r>
              <a:rPr kumimoji="1"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开发软件环境搭建，并在环境上开始</a:t>
            </a:r>
            <a:r>
              <a:rPr kumimoji="1"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项目。</a:t>
            </a: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4761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xmlns="" id="{3D28A7FA-9777-482F-9F1D-686C9423C48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实验介绍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实验环境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实验步骤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注意事项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4989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/01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4987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实验介绍</a:t>
            </a:r>
            <a:r>
              <a:rPr lang="en-US" altLang="zh-CN" dirty="0" smtClean="0"/>
              <a:t>	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 smtClean="0"/>
              <a:t>学会安装软件以及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环境的搭建。</a:t>
            </a:r>
            <a:endParaRPr lang="en-US" altLang="zh-CN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 smtClean="0"/>
              <a:t>能够了解软件环境的使用，在环境上开始一个项目。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8265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02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实验环境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8202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实验环境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运行</a:t>
            </a:r>
            <a:r>
              <a:rPr lang="en-US" altLang="zh-CN" dirty="0" smtClean="0"/>
              <a:t>Windows</a:t>
            </a:r>
            <a:r>
              <a:rPr lang="zh-CN" altLang="en-US" dirty="0" smtClean="0"/>
              <a:t>系统的</a:t>
            </a:r>
            <a:r>
              <a:rPr lang="en-US" altLang="zh-CN" dirty="0" smtClean="0"/>
              <a:t>PC</a:t>
            </a:r>
            <a:r>
              <a:rPr lang="zh-CN" altLang="en-US" dirty="0" smtClean="0"/>
              <a:t>机一台。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6243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03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实验步骤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991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</a:t>
            </a:r>
            <a:r>
              <a:rPr lang="zh-CN" altLang="en-US" dirty="0"/>
              <a:t>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anaconda</a:t>
            </a:r>
          </a:p>
          <a:p>
            <a:r>
              <a:rPr lang="zh-CN" altLang="en-US" dirty="0" smtClean="0"/>
              <a:t>安装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环境</a:t>
            </a:r>
            <a:endParaRPr lang="en-US" altLang="zh-CN" dirty="0" smtClean="0"/>
          </a:p>
          <a:p>
            <a:r>
              <a:rPr lang="zh-CN" altLang="en-US" dirty="0" smtClean="0"/>
              <a:t>安装</a:t>
            </a:r>
            <a:r>
              <a:rPr lang="en-US" altLang="zh-CN" dirty="0" err="1" smtClean="0"/>
              <a:t>Pycharm</a:t>
            </a:r>
            <a:endParaRPr lang="en-US" altLang="zh-CN" dirty="0" smtClean="0"/>
          </a:p>
          <a:p>
            <a:r>
              <a:rPr lang="zh-CN" altLang="en-US" dirty="0" smtClean="0"/>
              <a:t>开始项目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1206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477656872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4312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anaconda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smtClean="0"/>
              <a:t>Anaconda</a:t>
            </a:r>
            <a:r>
              <a:rPr lang="zh-CN" altLang="en-US" dirty="0" smtClean="0"/>
              <a:t>是一个免费开源的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发行版本，其包含了</a:t>
            </a:r>
            <a:r>
              <a:rPr lang="en-US" altLang="zh-CN" dirty="0" err="1" smtClean="0"/>
              <a:t>conda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等</a:t>
            </a:r>
            <a:r>
              <a:rPr lang="en-US" altLang="zh-CN" dirty="0" smtClean="0"/>
              <a:t>180</a:t>
            </a:r>
            <a:r>
              <a:rPr lang="zh-CN" altLang="en-US" dirty="0" smtClean="0"/>
              <a:t>多个开源包和库及其依赖项。它提供了</a:t>
            </a:r>
            <a:r>
              <a:rPr lang="zh-CN" altLang="en-US" dirty="0"/>
              <a:t>在一台机器上执行</a:t>
            </a:r>
            <a:r>
              <a:rPr lang="en-US" altLang="zh-CN" dirty="0"/>
              <a:t>Python / R</a:t>
            </a:r>
            <a:r>
              <a:rPr lang="zh-CN" altLang="en-US" dirty="0"/>
              <a:t>数据科学和机器学习的最简单方法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Anaconda</a:t>
            </a:r>
            <a:r>
              <a:rPr lang="zh-CN" altLang="zh-CN" dirty="0"/>
              <a:t>下载地址：</a:t>
            </a:r>
            <a:r>
              <a:rPr lang="en-US" altLang="zh-CN" u="sng" dirty="0">
                <a:hlinkClick r:id="rId2"/>
              </a:rPr>
              <a:t>https://www.anaconda.com/products/individual#Downloads</a:t>
            </a:r>
            <a:endParaRPr lang="zh-CN" altLang="zh-CN" dirty="0"/>
          </a:p>
          <a:p>
            <a:r>
              <a:rPr lang="zh-CN" altLang="zh-CN" dirty="0"/>
              <a:t>根据</a:t>
            </a:r>
            <a:r>
              <a:rPr lang="en-US" altLang="zh-CN" dirty="0"/>
              <a:t>PC</a:t>
            </a:r>
            <a:r>
              <a:rPr lang="zh-CN" altLang="zh-CN" dirty="0"/>
              <a:t>操作系统的版本，选择</a:t>
            </a:r>
            <a:r>
              <a:rPr lang="en-US" altLang="zh-CN" dirty="0"/>
              <a:t>Windows64</a:t>
            </a:r>
            <a:r>
              <a:rPr lang="zh-CN" altLang="zh-CN" dirty="0"/>
              <a:t>位的安装库进行下载。</a:t>
            </a:r>
          </a:p>
          <a:p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2994942"/>
            <a:ext cx="8063341" cy="314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46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anaconda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安装过程中，同意安装协议后，选择默认路径进行安装。在图示这一步时，勾选“将</a:t>
            </a:r>
            <a:r>
              <a:rPr lang="en-US" altLang="zh-CN" dirty="0"/>
              <a:t>Anaconda3 </a:t>
            </a:r>
            <a:r>
              <a:rPr lang="zh-CN" altLang="zh-CN" dirty="0"/>
              <a:t>加入环境变量路径”（默认不勾选）。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zh-CN" dirty="0"/>
              <a:t>点击</a:t>
            </a:r>
            <a:r>
              <a:rPr lang="en-US" altLang="zh-CN" dirty="0"/>
              <a:t>Install</a:t>
            </a:r>
            <a:r>
              <a:rPr lang="zh-CN" altLang="zh-CN" dirty="0"/>
              <a:t>完成安装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403" y="1938939"/>
            <a:ext cx="3983606" cy="309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371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103072884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004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环境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Python </a:t>
            </a:r>
            <a:r>
              <a:rPr lang="zh-CN" altLang="en-US" dirty="0"/>
              <a:t>是一个高层次的结合了解释性、编译性、互动性和面向对象的脚本语言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Python </a:t>
            </a:r>
            <a:r>
              <a:rPr lang="zh-CN" altLang="en-US" dirty="0"/>
              <a:t>的设计具有很强的可读性，相比其他语言经常使用英文关键字，其他语言的一些标点符号，它具有比其他语言更有特色语法结构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Python</a:t>
            </a:r>
            <a:r>
              <a:rPr lang="zh-CN" altLang="en-US" dirty="0"/>
              <a:t>解释器易于扩展，可以使用</a:t>
            </a:r>
            <a:r>
              <a:rPr lang="en-US" altLang="zh-CN" dirty="0"/>
              <a:t>C</a:t>
            </a:r>
            <a:r>
              <a:rPr lang="zh-CN" altLang="en-US" dirty="0"/>
              <a:t>语言或</a:t>
            </a:r>
            <a:r>
              <a:rPr lang="en-US" altLang="zh-CN" dirty="0"/>
              <a:t>C++</a:t>
            </a:r>
            <a:r>
              <a:rPr lang="zh-CN" altLang="en-US" dirty="0"/>
              <a:t>（或者其他可以通过</a:t>
            </a:r>
            <a:r>
              <a:rPr lang="en-US" altLang="zh-CN" dirty="0"/>
              <a:t>C</a:t>
            </a:r>
            <a:r>
              <a:rPr lang="zh-CN" altLang="en-US" dirty="0"/>
              <a:t>调用的语言）扩展新的功能和数据类型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Python </a:t>
            </a:r>
            <a:r>
              <a:rPr lang="zh-CN" altLang="en-US" dirty="0"/>
              <a:t>也可用于可定制化软件中的扩展程序语言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Python</a:t>
            </a:r>
            <a:r>
              <a:rPr lang="zh-CN" altLang="en-US" dirty="0"/>
              <a:t>丰富的标准库，提供了适用于各个主要系统平台的源码或机器码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Python</a:t>
            </a:r>
            <a:r>
              <a:rPr lang="zh-CN" altLang="en-US" dirty="0"/>
              <a:t>的便利性使其成为机器学习和人工智能最流行的语言。</a:t>
            </a:r>
            <a:endParaRPr lang="zh-CN" altLang="zh-CN" dirty="0" smtClean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216" y="3861084"/>
            <a:ext cx="2285714" cy="2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18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环境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使用</a:t>
            </a:r>
            <a:r>
              <a:rPr lang="en-US" altLang="zh-CN" dirty="0"/>
              <a:t> </a:t>
            </a:r>
            <a:r>
              <a:rPr lang="en-US" altLang="zh-CN" dirty="0" err="1"/>
              <a:t>Win+R</a:t>
            </a:r>
            <a:r>
              <a:rPr lang="en-US" altLang="zh-CN" dirty="0"/>
              <a:t> </a:t>
            </a:r>
            <a:r>
              <a:rPr lang="zh-CN" altLang="zh-CN" dirty="0"/>
              <a:t>打开运行栏，输入</a:t>
            </a:r>
            <a:r>
              <a:rPr lang="en-US" altLang="zh-CN" dirty="0" err="1"/>
              <a:t>cmd</a:t>
            </a:r>
            <a:r>
              <a:rPr lang="zh-CN" altLang="zh-CN" dirty="0"/>
              <a:t>打开命令提示符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zh-CN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064" y="2194926"/>
            <a:ext cx="5031227" cy="287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17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环境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在命令提示符中输入以下命令，使用</a:t>
            </a:r>
            <a:r>
              <a:rPr lang="en-US" altLang="zh-CN" dirty="0"/>
              <a:t>anaconda</a:t>
            </a:r>
            <a:r>
              <a:rPr lang="zh-CN" altLang="zh-CN" dirty="0"/>
              <a:t>安装一个</a:t>
            </a:r>
            <a:r>
              <a:rPr lang="en-US" altLang="zh-CN" dirty="0"/>
              <a:t>python3.6</a:t>
            </a:r>
            <a:r>
              <a:rPr lang="zh-CN" altLang="zh-CN" dirty="0"/>
              <a:t>的环境：</a:t>
            </a:r>
          </a:p>
          <a:p>
            <a:r>
              <a:rPr lang="en-US" altLang="zh-CN" dirty="0" err="1"/>
              <a:t>conda</a:t>
            </a:r>
            <a:r>
              <a:rPr lang="en-US" altLang="zh-CN" dirty="0"/>
              <a:t> create --name python36 </a:t>
            </a:r>
            <a:r>
              <a:rPr lang="en-US" altLang="zh-CN" dirty="0" smtClean="0"/>
              <a:t>python=3.6</a:t>
            </a:r>
          </a:p>
          <a:p>
            <a:endParaRPr lang="zh-CN" altLang="zh-CN" dirty="0"/>
          </a:p>
          <a:p>
            <a:endParaRPr lang="zh-CN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205" y="2043477"/>
            <a:ext cx="6096001" cy="409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88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环境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回车，在后续的确认中，输入</a:t>
            </a:r>
            <a:r>
              <a:rPr lang="en-US" altLang="zh-CN" dirty="0"/>
              <a:t>y</a:t>
            </a:r>
            <a:r>
              <a:rPr lang="zh-CN" altLang="zh-CN" dirty="0"/>
              <a:t>。</a:t>
            </a:r>
          </a:p>
          <a:p>
            <a:endParaRPr lang="zh-CN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689" y="1606046"/>
            <a:ext cx="6061034" cy="405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3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环境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安装完成后，输入如下命令将当前环境切换到</a:t>
            </a:r>
            <a:r>
              <a:rPr lang="en-US" altLang="zh-CN" dirty="0"/>
              <a:t>python3.6</a:t>
            </a:r>
            <a:r>
              <a:rPr lang="zh-CN" altLang="zh-CN" dirty="0"/>
              <a:t>：</a:t>
            </a:r>
          </a:p>
          <a:p>
            <a:r>
              <a:rPr lang="en-US" altLang="zh-CN" dirty="0" err="1"/>
              <a:t>conda</a:t>
            </a:r>
            <a:r>
              <a:rPr lang="en-US" altLang="zh-CN" dirty="0"/>
              <a:t> activate python36</a:t>
            </a:r>
            <a:endParaRPr lang="zh-CN" altLang="zh-CN" dirty="0"/>
          </a:p>
          <a:p>
            <a:endParaRPr lang="zh-CN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678" y="2086059"/>
            <a:ext cx="6059055" cy="405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96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err="1" smtClean="0"/>
              <a:t>Pycharm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err="1"/>
              <a:t>PyCharm</a:t>
            </a:r>
            <a:r>
              <a:rPr lang="zh-CN" altLang="en-US" dirty="0"/>
              <a:t>是由</a:t>
            </a:r>
            <a:r>
              <a:rPr lang="en-US" altLang="zh-CN" dirty="0" err="1"/>
              <a:t>JetBrains</a:t>
            </a:r>
            <a:r>
              <a:rPr lang="zh-CN" altLang="en-US" dirty="0"/>
              <a:t>打造的一款</a:t>
            </a:r>
            <a:r>
              <a:rPr lang="en-US" altLang="zh-CN" dirty="0"/>
              <a:t>Python </a:t>
            </a:r>
            <a:r>
              <a:rPr lang="en-US" altLang="zh-CN" dirty="0" smtClean="0"/>
              <a:t>IDE</a:t>
            </a:r>
            <a:r>
              <a:rPr lang="zh-CN" altLang="en-US" dirty="0"/>
              <a:t>（</a:t>
            </a:r>
            <a:r>
              <a:rPr lang="en-US" altLang="zh-CN" dirty="0"/>
              <a:t>Integrated Development Environment</a:t>
            </a:r>
            <a:r>
              <a:rPr lang="zh-CN" altLang="en-US" dirty="0"/>
              <a:t>，集成开发环境</a:t>
            </a:r>
            <a:r>
              <a:rPr lang="zh-CN" altLang="en-US" dirty="0" smtClean="0"/>
              <a:t>），</a:t>
            </a:r>
            <a:r>
              <a:rPr lang="zh-CN" altLang="en-US" dirty="0"/>
              <a:t>带有一整套可以帮助用户在使用</a:t>
            </a:r>
            <a:r>
              <a:rPr lang="en-US" altLang="zh-CN" dirty="0"/>
              <a:t>Python</a:t>
            </a:r>
            <a:r>
              <a:rPr lang="zh-CN" altLang="en-US" dirty="0"/>
              <a:t>语言开发时提高其效率的</a:t>
            </a:r>
            <a:r>
              <a:rPr lang="zh-CN" altLang="en-US" dirty="0" smtClean="0"/>
              <a:t>工具。</a:t>
            </a:r>
            <a:endParaRPr lang="en-US" altLang="zh-CN" dirty="0" smtClean="0"/>
          </a:p>
          <a:p>
            <a:r>
              <a:rPr lang="en-US" altLang="zh-CN" dirty="0" err="1"/>
              <a:t>Pycharm</a:t>
            </a:r>
            <a:r>
              <a:rPr lang="zh-CN" altLang="zh-CN" dirty="0"/>
              <a:t>下载地址：</a:t>
            </a:r>
            <a:r>
              <a:rPr lang="en-US" altLang="zh-CN" u="sng" dirty="0">
                <a:hlinkClick r:id="rId2"/>
              </a:rPr>
              <a:t>Download </a:t>
            </a:r>
            <a:r>
              <a:rPr lang="en-US" altLang="zh-CN" u="sng" dirty="0" err="1">
                <a:hlinkClick r:id="rId2"/>
              </a:rPr>
              <a:t>PyCharm</a:t>
            </a:r>
            <a:r>
              <a:rPr lang="en-US" altLang="zh-CN" u="sng" dirty="0">
                <a:hlinkClick r:id="rId2"/>
              </a:rPr>
              <a:t>: Python IDE for Professional Developers by </a:t>
            </a:r>
            <a:r>
              <a:rPr lang="en-US" altLang="zh-CN" u="sng" dirty="0" err="1">
                <a:hlinkClick r:id="rId2"/>
              </a:rPr>
              <a:t>JetBrains</a:t>
            </a:r>
            <a:r>
              <a:rPr lang="zh-CN" altLang="zh-CN" dirty="0"/>
              <a:t>，选择免费的社区版：</a:t>
            </a:r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742" y="2729898"/>
            <a:ext cx="8222928" cy="340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635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550542483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946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err="1" smtClean="0"/>
              <a:t>Pycharm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下载好之后点击安装，修改安装路径：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4260" y="1763718"/>
            <a:ext cx="5661891" cy="437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611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err="1" smtClean="0"/>
              <a:t>Pycharm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进入下一步后，会给出几个安装选项</a:t>
            </a:r>
            <a:r>
              <a:rPr lang="zh-CN" altLang="zh-CN" dirty="0" smtClean="0"/>
              <a:t>：</a:t>
            </a:r>
            <a:endParaRPr lang="en-US" altLang="zh-CN" dirty="0"/>
          </a:p>
          <a:p>
            <a:r>
              <a:rPr lang="zh-CN" altLang="zh-CN" dirty="0"/>
              <a:t>选项</a:t>
            </a:r>
            <a:r>
              <a:rPr lang="en-US" altLang="zh-CN" dirty="0"/>
              <a:t>1</a:t>
            </a:r>
            <a:r>
              <a:rPr lang="zh-CN" altLang="zh-CN" dirty="0"/>
              <a:t>：创建桌面快捷方式</a:t>
            </a:r>
          </a:p>
          <a:p>
            <a:r>
              <a:rPr lang="zh-CN" altLang="zh-CN" dirty="0"/>
              <a:t>选项</a:t>
            </a:r>
            <a:r>
              <a:rPr lang="en-US" altLang="zh-CN" dirty="0"/>
              <a:t>2</a:t>
            </a:r>
            <a:r>
              <a:rPr lang="zh-CN" altLang="zh-CN" dirty="0"/>
              <a:t>：更新路径变量（需要重新启动</a:t>
            </a:r>
            <a:r>
              <a:rPr lang="zh-CN" altLang="zh-CN" dirty="0" smtClean="0"/>
              <a:t>），将</a:t>
            </a:r>
            <a:r>
              <a:rPr lang="zh-CN" altLang="zh-CN" dirty="0"/>
              <a:t>启动器</a:t>
            </a:r>
            <a:r>
              <a:rPr lang="zh-CN" altLang="zh-CN" dirty="0" smtClean="0"/>
              <a:t>目录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zh-CN" dirty="0" smtClean="0"/>
              <a:t>添加</a:t>
            </a:r>
            <a:r>
              <a:rPr lang="zh-CN" altLang="zh-CN" dirty="0"/>
              <a:t>到路径中。</a:t>
            </a:r>
          </a:p>
          <a:p>
            <a:r>
              <a:rPr lang="zh-CN" altLang="zh-CN" dirty="0"/>
              <a:t>选项</a:t>
            </a:r>
            <a:r>
              <a:rPr lang="en-US" altLang="zh-CN" dirty="0"/>
              <a:t>3</a:t>
            </a:r>
            <a:r>
              <a:rPr lang="zh-CN" altLang="zh-CN" dirty="0"/>
              <a:t>：更新上下文菜单，添加打开文件夹作为项目。</a:t>
            </a:r>
          </a:p>
          <a:p>
            <a:r>
              <a:rPr lang="zh-CN" altLang="zh-CN" dirty="0"/>
              <a:t>选项</a:t>
            </a:r>
            <a:r>
              <a:rPr lang="en-US" altLang="zh-CN" dirty="0"/>
              <a:t>4</a:t>
            </a:r>
            <a:r>
              <a:rPr lang="zh-CN" altLang="zh-CN" dirty="0"/>
              <a:t>：创建关联，使得</a:t>
            </a:r>
            <a:r>
              <a:rPr lang="en-US" altLang="zh-CN" dirty="0"/>
              <a:t>.</a:t>
            </a:r>
            <a:r>
              <a:rPr lang="en-US" altLang="zh-CN" dirty="0" err="1"/>
              <a:t>py</a:t>
            </a:r>
            <a:r>
              <a:rPr lang="zh-CN" altLang="zh-CN" dirty="0"/>
              <a:t>文件</a:t>
            </a:r>
            <a:r>
              <a:rPr lang="zh-CN" altLang="zh-CN" dirty="0" smtClean="0"/>
              <a:t>双击都</a:t>
            </a:r>
            <a:r>
              <a:rPr lang="zh-CN" altLang="zh-CN" dirty="0"/>
              <a:t>默认以</a:t>
            </a:r>
            <a:r>
              <a:rPr lang="en-US" altLang="zh-CN" dirty="0" err="1" smtClean="0"/>
              <a:t>pycharm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zh-CN" dirty="0" smtClean="0"/>
              <a:t>打开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根据自己的需求选择，推荐只勾选选项</a:t>
            </a:r>
            <a:r>
              <a:rPr lang="en-US" altLang="zh-CN" dirty="0"/>
              <a:t>4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059" y="1776643"/>
            <a:ext cx="4771429" cy="3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853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r>
              <a:rPr lang="en-US" altLang="zh-CN" dirty="0" err="1" smtClean="0"/>
              <a:t>Pycharm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选择默认的</a:t>
            </a:r>
            <a:r>
              <a:rPr lang="en-US" altLang="zh-CN" dirty="0" err="1"/>
              <a:t>JetBrains</a:t>
            </a:r>
            <a:r>
              <a:rPr lang="zh-CN" altLang="zh-CN" dirty="0"/>
              <a:t>，点击</a:t>
            </a:r>
            <a:r>
              <a:rPr lang="en-US" altLang="zh-CN" dirty="0"/>
              <a:t>Install</a:t>
            </a:r>
            <a:r>
              <a:rPr lang="zh-CN" altLang="zh-CN" dirty="0"/>
              <a:t>，等待安装完成。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448" y="1780031"/>
            <a:ext cx="5629515" cy="435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69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851707582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928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开始项目（新建项目）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打开</a:t>
            </a:r>
            <a:r>
              <a:rPr lang="en-US" altLang="zh-CN" dirty="0" err="1"/>
              <a:t>pycharm</a:t>
            </a:r>
            <a:r>
              <a:rPr lang="zh-CN" altLang="zh-CN" dirty="0"/>
              <a:t>，界面左上角</a:t>
            </a:r>
            <a:r>
              <a:rPr lang="en-US" altLang="zh-CN" dirty="0"/>
              <a:t>File</a:t>
            </a:r>
            <a:r>
              <a:rPr lang="zh-CN" altLang="zh-CN" dirty="0"/>
              <a:t>→</a:t>
            </a:r>
            <a:r>
              <a:rPr lang="en-US" altLang="zh-CN" dirty="0"/>
              <a:t>New Project</a:t>
            </a:r>
            <a:r>
              <a:rPr lang="zh-CN" altLang="zh-CN" dirty="0"/>
              <a:t>新建项目文件夹：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587" y="1932626"/>
            <a:ext cx="7601237" cy="420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13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开始项目</a:t>
            </a:r>
            <a:r>
              <a:rPr lang="zh-CN" altLang="en-US" dirty="0"/>
              <a:t>（新建项目）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 smtClean="0"/>
              <a:t>选择</a:t>
            </a:r>
            <a:r>
              <a:rPr lang="zh-CN" altLang="zh-CN" dirty="0"/>
              <a:t>项目文件夹路径以及使用的</a:t>
            </a:r>
            <a:r>
              <a:rPr lang="en-US" altLang="zh-CN" dirty="0"/>
              <a:t>python</a:t>
            </a:r>
            <a:r>
              <a:rPr lang="zh-CN" altLang="zh-CN" dirty="0"/>
              <a:t>环境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r>
              <a:rPr lang="zh-CN" altLang="zh-CN" dirty="0"/>
              <a:t>选项</a:t>
            </a:r>
            <a:r>
              <a:rPr lang="en-US" altLang="zh-CN" dirty="0"/>
              <a:t>1</a:t>
            </a:r>
            <a:r>
              <a:rPr lang="zh-CN" altLang="zh-CN" dirty="0"/>
              <a:t>：选择项目文件夹保存的路径，根据</a:t>
            </a:r>
            <a:r>
              <a:rPr lang="zh-CN" altLang="zh-CN" dirty="0" smtClean="0"/>
              <a:t>个人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zh-CN" dirty="0" smtClean="0"/>
              <a:t>情况</a:t>
            </a:r>
            <a:r>
              <a:rPr lang="zh-CN" altLang="zh-CN" dirty="0"/>
              <a:t>调整</a:t>
            </a:r>
          </a:p>
          <a:p>
            <a:r>
              <a:rPr lang="zh-CN" altLang="zh-CN" dirty="0"/>
              <a:t>选项</a:t>
            </a:r>
            <a:r>
              <a:rPr lang="en-US" altLang="zh-CN" dirty="0"/>
              <a:t>2</a:t>
            </a:r>
            <a:r>
              <a:rPr lang="zh-CN" altLang="zh-CN" dirty="0"/>
              <a:t>：新建项目的环境，这里选择</a:t>
            </a:r>
            <a:r>
              <a:rPr lang="en-US" altLang="zh-CN" dirty="0" err="1"/>
              <a:t>Conda</a:t>
            </a:r>
            <a:endParaRPr lang="zh-CN" altLang="zh-CN" dirty="0"/>
          </a:p>
          <a:p>
            <a:r>
              <a:rPr lang="zh-CN" altLang="zh-CN" dirty="0"/>
              <a:t>选项</a:t>
            </a:r>
            <a:r>
              <a:rPr lang="en-US" altLang="zh-CN" dirty="0"/>
              <a:t>3</a:t>
            </a:r>
            <a:r>
              <a:rPr lang="zh-CN" altLang="zh-CN" dirty="0"/>
              <a:t>：使用的</a:t>
            </a:r>
            <a:r>
              <a:rPr lang="en-US" altLang="zh-CN" dirty="0"/>
              <a:t>Python</a:t>
            </a:r>
            <a:r>
              <a:rPr lang="zh-CN" altLang="zh-CN" dirty="0"/>
              <a:t>版本，这里选择</a:t>
            </a:r>
            <a:r>
              <a:rPr lang="en-US" altLang="zh-CN" dirty="0"/>
              <a:t>3.6</a:t>
            </a:r>
            <a:endParaRPr lang="zh-CN" altLang="zh-CN" dirty="0"/>
          </a:p>
          <a:p>
            <a:r>
              <a:rPr lang="zh-CN" altLang="zh-CN" dirty="0"/>
              <a:t>选项</a:t>
            </a:r>
            <a:r>
              <a:rPr lang="en-US" altLang="zh-CN" dirty="0"/>
              <a:t>4</a:t>
            </a:r>
            <a:r>
              <a:rPr lang="zh-CN" altLang="zh-CN" dirty="0"/>
              <a:t>：创建项目</a:t>
            </a:r>
          </a:p>
          <a:p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673" y="1499013"/>
            <a:ext cx="5710815" cy="463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846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开始项目</a:t>
            </a:r>
            <a:r>
              <a:rPr lang="zh-CN" altLang="en-US" dirty="0"/>
              <a:t>（新建项目）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选择直接在目前的</a:t>
            </a:r>
            <a:r>
              <a:rPr lang="en-US" altLang="zh-CN" dirty="0" err="1"/>
              <a:t>pycharm</a:t>
            </a:r>
            <a:r>
              <a:rPr lang="zh-CN" altLang="zh-CN" dirty="0"/>
              <a:t>界面打开，等待环境配置。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573" y="2388450"/>
            <a:ext cx="6717265" cy="249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227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实验结果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新建项目的最终结果如图所示</a:t>
            </a:r>
            <a:r>
              <a:rPr lang="zh-CN" altLang="zh-CN" dirty="0" smtClean="0"/>
              <a:t>。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624" y="1683398"/>
            <a:ext cx="7509164" cy="445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92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开始项目（导入现有项目）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 smtClean="0"/>
              <a:t>如果已经有项目文件夹，在</a:t>
            </a:r>
            <a:r>
              <a:rPr lang="en-US" altLang="zh-CN" dirty="0" err="1" smtClean="0"/>
              <a:t>pycharm</a:t>
            </a:r>
            <a:r>
              <a:rPr lang="zh-CN" altLang="zh-CN" dirty="0" smtClean="0"/>
              <a:t>界面中左上角</a:t>
            </a:r>
            <a:r>
              <a:rPr lang="en-US" altLang="zh-CN" dirty="0" smtClean="0"/>
              <a:t>File</a:t>
            </a:r>
            <a:r>
              <a:rPr lang="zh-CN" altLang="zh-CN" dirty="0" smtClean="0"/>
              <a:t>→</a:t>
            </a:r>
            <a:r>
              <a:rPr lang="en-US" altLang="zh-CN" dirty="0" smtClean="0"/>
              <a:t>Open…</a:t>
            </a:r>
            <a:r>
              <a:rPr lang="zh-CN" altLang="zh-CN" dirty="0" smtClean="0"/>
              <a:t>打开项目文件夹，直接导入项目文件：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561" y="1962041"/>
            <a:ext cx="3453290" cy="417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25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开始项目</a:t>
            </a:r>
            <a:r>
              <a:rPr lang="zh-CN" altLang="en-US" dirty="0"/>
              <a:t>（导入现有项目）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导入后需要对文件夹设置</a:t>
            </a:r>
            <a:r>
              <a:rPr lang="en-US" altLang="zh-CN" dirty="0"/>
              <a:t>python</a:t>
            </a:r>
            <a:r>
              <a:rPr lang="zh-CN" altLang="zh-CN" dirty="0"/>
              <a:t>环境，</a:t>
            </a:r>
            <a:r>
              <a:rPr lang="en-US" altLang="zh-CN" dirty="0" err="1"/>
              <a:t>pycharm</a:t>
            </a:r>
            <a:r>
              <a:rPr lang="zh-CN" altLang="zh-CN" dirty="0"/>
              <a:t>左上角</a:t>
            </a:r>
            <a:r>
              <a:rPr lang="en-US" altLang="zh-CN" dirty="0"/>
              <a:t>File</a:t>
            </a:r>
            <a:r>
              <a:rPr lang="zh-CN" altLang="zh-CN" dirty="0"/>
              <a:t>→</a:t>
            </a:r>
            <a:r>
              <a:rPr lang="en-US" altLang="zh-CN" dirty="0" smtClean="0"/>
              <a:t>settings</a:t>
            </a:r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224" y="1749673"/>
            <a:ext cx="3241964" cy="376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95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开始项目</a:t>
            </a:r>
            <a:r>
              <a:rPr lang="zh-CN" altLang="en-US" dirty="0"/>
              <a:t>（导入现有项目）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在设置弹窗中选择</a:t>
            </a:r>
            <a:r>
              <a:rPr lang="en-US" altLang="zh-CN" dirty="0"/>
              <a:t>Project Interpreter</a:t>
            </a:r>
            <a:r>
              <a:rPr lang="zh-CN" altLang="zh-CN" dirty="0"/>
              <a:t>，然后点击右边的齿轮选择</a:t>
            </a:r>
            <a:r>
              <a:rPr lang="en-US" altLang="zh-CN" dirty="0"/>
              <a:t>add</a:t>
            </a:r>
            <a:r>
              <a:rPr lang="zh-CN" altLang="zh-CN" dirty="0"/>
              <a:t>：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587" y="1584728"/>
            <a:ext cx="6613237" cy="455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274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开始项目</a:t>
            </a:r>
            <a:r>
              <a:rPr lang="zh-CN" altLang="en-US" dirty="0"/>
              <a:t>（导入现有项目）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选中</a:t>
            </a:r>
            <a:r>
              <a:rPr lang="en-US" altLang="zh-CN" dirty="0" err="1"/>
              <a:t>Conda</a:t>
            </a:r>
            <a:r>
              <a:rPr lang="en-US" altLang="zh-CN" dirty="0"/>
              <a:t> Environment</a:t>
            </a:r>
            <a:r>
              <a:rPr lang="zh-CN" altLang="zh-CN" dirty="0"/>
              <a:t>，右侧点击</a:t>
            </a:r>
            <a:r>
              <a:rPr lang="en-US" altLang="zh-CN" dirty="0"/>
              <a:t>Existing environment</a:t>
            </a:r>
            <a:r>
              <a:rPr lang="zh-CN" altLang="zh-CN" dirty="0"/>
              <a:t>，点击路径选择</a:t>
            </a:r>
            <a:r>
              <a:rPr lang="zh-CN" altLang="zh-CN" dirty="0" smtClean="0"/>
              <a:t>：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151" y="1740152"/>
            <a:ext cx="8340450" cy="439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1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开始项目</a:t>
            </a:r>
            <a:r>
              <a:rPr lang="zh-CN" altLang="en-US" dirty="0"/>
              <a:t>（导入现有项目）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根据</a:t>
            </a:r>
            <a:r>
              <a:rPr lang="en-US" altLang="zh-CN" dirty="0" err="1"/>
              <a:t>Conda</a:t>
            </a:r>
            <a:r>
              <a:rPr lang="en-US" altLang="zh-CN" dirty="0"/>
              <a:t> executable</a:t>
            </a:r>
            <a:r>
              <a:rPr lang="zh-CN" altLang="zh-CN" dirty="0"/>
              <a:t>下提示的路径，选择之前步骤中创建的</a:t>
            </a:r>
            <a:r>
              <a:rPr lang="en-US" altLang="zh-CN" dirty="0"/>
              <a:t>python36</a:t>
            </a:r>
            <a:r>
              <a:rPr lang="zh-CN" altLang="zh-CN" dirty="0"/>
              <a:t>这个环境</a:t>
            </a:r>
            <a:r>
              <a:rPr lang="zh-CN" altLang="zh-CN" dirty="0" smtClean="0"/>
              <a:t>：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235" y="1831203"/>
            <a:ext cx="3897942" cy="430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40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开始项目</a:t>
            </a:r>
            <a:r>
              <a:rPr lang="zh-CN" altLang="en-US" dirty="0"/>
              <a:t>（导入现有项目）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点击确认。在之前的界面核对目录后点击确认完成环境配置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349" y="1833786"/>
            <a:ext cx="8485714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2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实验结果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导入现有项目的结果如图所示</a:t>
            </a:r>
            <a:r>
              <a:rPr lang="zh-CN" altLang="zh-CN" dirty="0" smtClean="0"/>
              <a:t>。</a:t>
            </a:r>
            <a:r>
              <a:rPr lang="zh-CN" altLang="zh-CN" dirty="0"/>
              <a:t>可以看到环境已经更换到</a:t>
            </a:r>
            <a:r>
              <a:rPr lang="en-US" altLang="zh-CN" dirty="0"/>
              <a:t>anaconda</a:t>
            </a:r>
            <a:r>
              <a:rPr lang="zh-CN" altLang="zh-CN" dirty="0"/>
              <a:t>下的</a:t>
            </a:r>
            <a:r>
              <a:rPr lang="en-US" altLang="zh-CN" dirty="0"/>
              <a:t>python3.6</a:t>
            </a:r>
            <a:r>
              <a:rPr lang="zh-CN" altLang="zh-CN" dirty="0" smtClean="0"/>
              <a:t>版本</a:t>
            </a:r>
            <a:r>
              <a:rPr lang="zh-CN" altLang="en-US" dirty="0"/>
              <a:t>。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089" y="1645218"/>
            <a:ext cx="5492234" cy="397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73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实验结果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此外，</a:t>
            </a:r>
            <a:r>
              <a:rPr lang="zh-CN" altLang="zh-CN" dirty="0" smtClean="0"/>
              <a:t>在</a:t>
            </a:r>
            <a:r>
              <a:rPr lang="en-US" altLang="zh-CN" dirty="0" err="1"/>
              <a:t>pycharm</a:t>
            </a:r>
            <a:r>
              <a:rPr lang="zh-CN" altLang="zh-CN" dirty="0"/>
              <a:t>界面右下角看到的是</a:t>
            </a:r>
            <a:r>
              <a:rPr lang="en-US" altLang="zh-CN" dirty="0"/>
              <a:t>Python 3.6 (python36)</a:t>
            </a:r>
            <a:r>
              <a:rPr lang="zh-CN" altLang="zh-CN" dirty="0"/>
              <a:t>，说明环境配置成功。</a:t>
            </a:r>
          </a:p>
          <a:p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435" y="2644031"/>
            <a:ext cx="5893542" cy="197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19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04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注意事项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618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注意事项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正确输入安装指令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安装环境及文件目录最好为英文目录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916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zh-CN" altLang="zh-CN" dirty="0" smtClean="0"/>
              <a:t>本</a:t>
            </a:r>
            <a:r>
              <a:rPr lang="zh-CN" altLang="en-US" dirty="0" smtClean="0"/>
              <a:t>节课</a:t>
            </a:r>
            <a:r>
              <a:rPr lang="zh-CN" altLang="zh-CN" dirty="0" smtClean="0"/>
              <a:t>中</a:t>
            </a:r>
            <a:r>
              <a:rPr lang="zh-CN" altLang="zh-CN" dirty="0"/>
              <a:t>，</a:t>
            </a:r>
            <a:r>
              <a:rPr lang="zh-CN" altLang="zh-CN" dirty="0" smtClean="0"/>
              <a:t>我们</a:t>
            </a:r>
            <a:r>
              <a:rPr lang="zh-CN" altLang="en-US" dirty="0"/>
              <a:t>学习</a:t>
            </a:r>
            <a:r>
              <a:rPr lang="zh-CN" altLang="en-US" dirty="0" smtClean="0"/>
              <a:t>了：</a:t>
            </a:r>
            <a:endParaRPr lang="en-US" altLang="zh-CN" dirty="0" smtClean="0"/>
          </a:p>
          <a:p>
            <a:r>
              <a:rPr lang="zh-CN" altLang="zh-CN" dirty="0" smtClean="0"/>
              <a:t>安装</a:t>
            </a:r>
            <a:r>
              <a:rPr lang="zh-CN" altLang="zh-CN" dirty="0"/>
              <a:t>并配置</a:t>
            </a:r>
            <a:r>
              <a:rPr lang="en-US" altLang="zh-CN" dirty="0"/>
              <a:t>PC</a:t>
            </a:r>
            <a:r>
              <a:rPr lang="zh-CN" altLang="zh-CN" dirty="0" smtClean="0"/>
              <a:t>端的</a:t>
            </a:r>
            <a:r>
              <a:rPr lang="en-US" altLang="zh-CN" dirty="0" smtClean="0"/>
              <a:t>Python</a:t>
            </a:r>
            <a:r>
              <a:rPr lang="zh-CN" altLang="zh-CN" dirty="0" smtClean="0"/>
              <a:t>开发环境</a:t>
            </a:r>
            <a:endParaRPr lang="en-US" altLang="zh-CN" dirty="0" smtClean="0"/>
          </a:p>
          <a:p>
            <a:r>
              <a:rPr lang="zh-CN" altLang="en-US" dirty="0" smtClean="0"/>
              <a:t>了解</a:t>
            </a:r>
            <a:r>
              <a:rPr lang="zh-CN" altLang="en-US" dirty="0"/>
              <a:t>软件环境的</a:t>
            </a:r>
            <a:r>
              <a:rPr lang="zh-CN" altLang="en-US" dirty="0" smtClean="0"/>
              <a:t>使用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53286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00044BE-8457-4074-8823-61E1394FBF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6CDD7759-BA71-41DE-BB7F-473ED21A855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B39E9368-67B8-448F-BCF0-D2F5A26750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48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#218130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111D84"/>
      </a:accent1>
      <a:accent2>
        <a:srgbClr val="28528B"/>
      </a:accent2>
      <a:accent3>
        <a:srgbClr val="39AEC0"/>
      </a:accent3>
      <a:accent4>
        <a:srgbClr val="FBCB6A"/>
      </a:accent4>
      <a:accent5>
        <a:srgbClr val="757579"/>
      </a:accent5>
      <a:accent6>
        <a:srgbClr val="5C5E60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课件：模板.potx" id="{75A736F1-A9F4-4558-8520-289A7C5FD6F8}" vid="{6F499C35-6EEA-4591-8D01-5F89C10EE7D2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课件：模板</Template>
  <TotalTime>471</TotalTime>
  <Words>1000</Words>
  <Application>Microsoft Office PowerPoint</Application>
  <PresentationFormat>宽屏</PresentationFormat>
  <Paragraphs>133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7" baseType="lpstr">
      <vt:lpstr>等线</vt:lpstr>
      <vt:lpstr>宋体</vt:lpstr>
      <vt:lpstr>微软雅黑</vt:lpstr>
      <vt:lpstr>Arial</vt:lpstr>
      <vt:lpstr>Calibri</vt:lpstr>
      <vt:lpstr>Ebrima</vt:lpstr>
      <vt:lpstr>主题5</vt:lpstr>
      <vt:lpstr>目标检测的准备</vt:lpstr>
      <vt:lpstr>课程目标</vt:lpstr>
      <vt:lpstr>PowerPoint 演示文稿</vt:lpstr>
      <vt:lpstr>/01</vt:lpstr>
      <vt:lpstr>实验介绍 </vt:lpstr>
      <vt:lpstr>/02</vt:lpstr>
      <vt:lpstr>实验环境</vt:lpstr>
      <vt:lpstr>/03</vt:lpstr>
      <vt:lpstr>实验步骤</vt:lpstr>
      <vt:lpstr>实验流程</vt:lpstr>
      <vt:lpstr>安装anaconda</vt:lpstr>
      <vt:lpstr>安装anaconda</vt:lpstr>
      <vt:lpstr>实验流程</vt:lpstr>
      <vt:lpstr>安装python环境</vt:lpstr>
      <vt:lpstr>安装python环境</vt:lpstr>
      <vt:lpstr>安装python环境</vt:lpstr>
      <vt:lpstr>安装python环境</vt:lpstr>
      <vt:lpstr>安装python环境</vt:lpstr>
      <vt:lpstr>安装Pycharm</vt:lpstr>
      <vt:lpstr>实验流程</vt:lpstr>
      <vt:lpstr>安装Pycharm</vt:lpstr>
      <vt:lpstr>安装Pycharm</vt:lpstr>
      <vt:lpstr>安装Pycharm</vt:lpstr>
      <vt:lpstr>实验流程</vt:lpstr>
      <vt:lpstr>开始项目（新建项目）</vt:lpstr>
      <vt:lpstr>开始项目（新建项目）</vt:lpstr>
      <vt:lpstr>开始项目（新建项目）</vt:lpstr>
      <vt:lpstr>实验结果</vt:lpstr>
      <vt:lpstr>开始项目（导入现有项目）</vt:lpstr>
      <vt:lpstr>开始项目（导入现有项目）</vt:lpstr>
      <vt:lpstr>开始项目（导入现有项目）</vt:lpstr>
      <vt:lpstr>开始项目（导入现有项目）</vt:lpstr>
      <vt:lpstr>开始项目（导入现有项目）</vt:lpstr>
      <vt:lpstr>开始项目（导入现有项目）</vt:lpstr>
      <vt:lpstr>实验结果</vt:lpstr>
      <vt:lpstr>实验结果</vt:lpstr>
      <vt:lpstr>/04</vt:lpstr>
      <vt:lpstr>注意事项</vt:lpstr>
      <vt:lpstr>课程小结</vt:lpstr>
      <vt:lpstr>PowerPoint 演示文稿</vt:lpstr>
    </vt:vector>
  </TitlesOfParts>
  <Manager>iSlide</Manager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数据集的采集</dc:title>
  <dc:creator>Microsoft 帐户</dc:creator>
  <cp:lastModifiedBy>Microsoft 帐户</cp:lastModifiedBy>
  <cp:revision>25</cp:revision>
  <cp:lastPrinted>2018-09-20T16:00:00Z</cp:lastPrinted>
  <dcterms:created xsi:type="dcterms:W3CDTF">2022-06-27T01:37:30Z</dcterms:created>
  <dcterms:modified xsi:type="dcterms:W3CDTF">2022-12-27T09:29:56Z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73014DBFC45146CA96EB1D40049F1576</vt:lpwstr>
  </property>
  <property fmtid="{D5CDD505-2E9C-101B-9397-08002B2CF9AE}" pid="4" name="KSOProductBuildVer">
    <vt:lpwstr>2052-11.1.0.10667</vt:lpwstr>
  </property>
</Properties>
</file>