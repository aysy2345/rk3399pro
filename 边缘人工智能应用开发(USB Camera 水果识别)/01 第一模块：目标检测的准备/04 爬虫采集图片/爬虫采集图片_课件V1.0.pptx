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8"/>
  </p:notesMasterIdLst>
  <p:handoutMasterIdLst>
    <p:handoutMasterId r:id="rId49"/>
  </p:handoutMasterIdLst>
  <p:sldIdLst>
    <p:sldId id="258" r:id="rId2"/>
    <p:sldId id="305" r:id="rId3"/>
    <p:sldId id="262" r:id="rId4"/>
    <p:sldId id="257" r:id="rId5"/>
    <p:sldId id="266" r:id="rId6"/>
    <p:sldId id="263" r:id="rId7"/>
    <p:sldId id="269" r:id="rId8"/>
    <p:sldId id="264" r:id="rId9"/>
    <p:sldId id="272" r:id="rId10"/>
    <p:sldId id="309" r:id="rId11"/>
    <p:sldId id="273" r:id="rId12"/>
    <p:sldId id="306" r:id="rId13"/>
    <p:sldId id="307" r:id="rId14"/>
    <p:sldId id="341" r:id="rId15"/>
    <p:sldId id="310" r:id="rId16"/>
    <p:sldId id="275" r:id="rId17"/>
    <p:sldId id="311" r:id="rId18"/>
    <p:sldId id="312" r:id="rId19"/>
    <p:sldId id="313" r:id="rId20"/>
    <p:sldId id="314" r:id="rId21"/>
    <p:sldId id="317" r:id="rId22"/>
    <p:sldId id="315" r:id="rId23"/>
    <p:sldId id="318" r:id="rId24"/>
    <p:sldId id="319" r:id="rId25"/>
    <p:sldId id="320" r:id="rId26"/>
    <p:sldId id="321" r:id="rId27"/>
    <p:sldId id="278" r:id="rId28"/>
    <p:sldId id="322" r:id="rId29"/>
    <p:sldId id="335" r:id="rId30"/>
    <p:sldId id="336" r:id="rId31"/>
    <p:sldId id="337" r:id="rId32"/>
    <p:sldId id="323" r:id="rId33"/>
    <p:sldId id="324" r:id="rId34"/>
    <p:sldId id="325" r:id="rId35"/>
    <p:sldId id="334" r:id="rId36"/>
    <p:sldId id="333" r:id="rId37"/>
    <p:sldId id="338" r:id="rId38"/>
    <p:sldId id="339" r:id="rId39"/>
    <p:sldId id="340" r:id="rId40"/>
    <p:sldId id="326" r:id="rId41"/>
    <p:sldId id="265" r:id="rId42"/>
    <p:sldId id="304" r:id="rId43"/>
    <p:sldId id="260" r:id="rId44"/>
    <p:sldId id="327" r:id="rId45"/>
    <p:sldId id="328" r:id="rId46"/>
    <p:sldId id="261" r:id="rId47"/>
  </p:sldIdLst>
  <p:sldSz cx="12192000" cy="6858000"/>
  <p:notesSz cx="6858000" cy="9144000"/>
  <p:custDataLst>
    <p:tags r:id="rId50"/>
  </p:custDataLst>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Arial" panose="020B060402020202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pos="3840" userDrawn="1">
          <p15:clr>
            <a:srgbClr val="F26B43"/>
          </p15:clr>
        </p15:guide>
        <p15:guide id="2" pos="7256" userDrawn="1">
          <p15:clr>
            <a:srgbClr val="A4A3A4"/>
          </p15:clr>
        </p15:guide>
        <p15:guide id="5" orient="horz" pos="3929" userDrawn="1">
          <p15:clr>
            <a:srgbClr val="A4A3A4"/>
          </p15:clr>
        </p15:guide>
        <p15:guide id="6" orient="horz" pos="3864" userDrawn="1">
          <p15:clr>
            <a:srgbClr val="A4A3A4"/>
          </p15:clr>
        </p15:guide>
        <p15:guide id="7" orient="horz" pos="216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36A4BC"/>
    <a:srgbClr val="FCCC6B"/>
    <a:srgbClr val="0B077F"/>
    <a:srgbClr val="28508A"/>
    <a:srgbClr val="327CA6"/>
    <a:srgbClr val="1FDBE8"/>
    <a:srgbClr val="FBBB3B"/>
    <a:srgbClr val="1A126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6196" autoAdjust="0"/>
  </p:normalViewPr>
  <p:slideViewPr>
    <p:cSldViewPr snapToGrid="0" showGuides="1">
      <p:cViewPr varScale="1">
        <p:scale>
          <a:sx n="114" d="100"/>
          <a:sy n="114" d="100"/>
        </p:scale>
        <p:origin x="420" y="102"/>
      </p:cViewPr>
      <p:guideLst>
        <p:guide pos="3840"/>
        <p:guide pos="7256"/>
        <p:guide orient="horz" pos="3929"/>
        <p:guide orient="horz" pos="3864"/>
        <p:guide orient="horz" pos="2160"/>
      </p:guideLst>
    </p:cSldViewPr>
  </p:slideViewPr>
  <p:outlineViewPr>
    <p:cViewPr>
      <p:scale>
        <a:sx n="33" d="100"/>
        <a:sy n="33" d="100"/>
      </p:scale>
      <p:origin x="0" y="0"/>
    </p:cViewPr>
  </p:outlineViewPr>
  <p:notesTextViewPr>
    <p:cViewPr>
      <p:scale>
        <a:sx n="3" d="2"/>
        <a:sy n="3" d="2"/>
      </p:scale>
      <p:origin x="0" y="0"/>
    </p:cViewPr>
  </p:notesTextViewPr>
  <p:sorterViewPr showFormatting="0">
    <p:cViewPr>
      <p:scale>
        <a:sx n="75" d="100"/>
        <a:sy n="75"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tags" Target="tags/tag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handoutMaster" Target="handoutMasters/handoutMaster1.xml"/></Relationships>
</file>

<file path=ppt/diagrams/colors1.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t>安装必需的库</a:t>
          </a:r>
          <a:endParaRPr lang="zh-CN" altLang="en-US" dirty="0"/>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85000"/>
                </a:schemeClr>
              </a:solidFill>
            </a:rPr>
            <a:t>分析网页源代码</a:t>
          </a:r>
          <a:endParaRPr lang="zh-CN" altLang="en-US" dirty="0">
            <a:solidFill>
              <a:schemeClr val="bg1">
                <a:lumMod val="8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程序代码介绍</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运行爬虫程序</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AD276172-FB99-40B7-9385-5B2574975020}">
      <dgm:prSet/>
      <dgm:spPr/>
      <dgm:t>
        <a:bodyPr/>
        <a:lstStyle/>
        <a:p>
          <a:r>
            <a:rPr lang="zh-CN" altLang="en-US" dirty="0" smtClean="0">
              <a:solidFill>
                <a:schemeClr val="bg1">
                  <a:lumMod val="85000"/>
                </a:schemeClr>
              </a:solidFill>
            </a:rPr>
            <a:t>剔除异常图片</a:t>
          </a:r>
          <a:endParaRPr lang="zh-CN" altLang="en-US" dirty="0">
            <a:solidFill>
              <a:schemeClr val="bg1">
                <a:lumMod val="85000"/>
              </a:schemeClr>
            </a:solidFill>
          </a:endParaRPr>
        </a:p>
      </dgm:t>
    </dgm:pt>
    <dgm:pt modelId="{685728D4-792D-4291-8C8B-06B140FC29B0}" type="parTrans" cxnId="{0FE9B65C-BDCA-417F-94C2-EFBBE742225E}">
      <dgm:prSet/>
      <dgm:spPr/>
    </dgm:pt>
    <dgm:pt modelId="{FBB97331-FAA8-4C39-99BD-F12D18E3E170}" type="sibTrans" cxnId="{0FE9B65C-BDCA-417F-94C2-EFBBE742225E}">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196DCC61-B60E-4C0B-8B16-4D152AB2425A}" type="pres">
      <dgm:prSet presAssocID="{FA81CD99-4C17-4421-BECF-3D861154DBDD}" presName="parTxOnlySpace" presStyleCnt="0"/>
      <dgm:spPr/>
    </dgm:pt>
    <dgm:pt modelId="{F944C2D2-ABC0-48FB-A87D-0A7EF8496B50}" type="pres">
      <dgm:prSet presAssocID="{AD276172-FB99-40B7-9385-5B2574975020}"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FEE02914-2B14-44D8-B3F9-DAADAD59B4E9}" type="presOf" srcId="{BEAB6AAF-246B-444D-90D9-FB867EA43595}" destId="{FC4CA3E0-7A9C-47CB-88C9-7F81B89FD5AA}" srcOrd="0" destOrd="0" presId="urn:microsoft.com/office/officeart/2005/8/layout/chevron1"/>
    <dgm:cxn modelId="{DF401824-4EAF-425B-8940-01CA898E1741}" type="presOf" srcId="{314AE731-DFBF-4A5B-8171-86B7AA2F2858}" destId="{5653E5CF-63C1-4886-9DFE-DC4B36C44A33}" srcOrd="0" destOrd="0" presId="urn:microsoft.com/office/officeart/2005/8/layout/chevron1"/>
    <dgm:cxn modelId="{5B31B52F-1047-4BE3-94D7-62906B0A380D}" type="presOf" srcId="{211D359A-E621-4AEC-B365-EBCECA4D5608}" destId="{50739AC9-FC4E-42C3-B62E-1016634A724A}" srcOrd="0" destOrd="0" presId="urn:microsoft.com/office/officeart/2005/8/layout/chevron1"/>
    <dgm:cxn modelId="{8FB18479-F576-4C19-8ACD-266F37ECAF4A}" type="presOf" srcId="{C6C44482-D821-4FAE-BB52-29931F8BCBDE}" destId="{E2DC7CE9-31B9-4959-914F-451EA2F3687E}" srcOrd="0" destOrd="0" presId="urn:microsoft.com/office/officeart/2005/8/layout/chevron1"/>
    <dgm:cxn modelId="{0FE9B65C-BDCA-417F-94C2-EFBBE742225E}" srcId="{314AE731-DFBF-4A5B-8171-86B7AA2F2858}" destId="{AD276172-FB99-40B7-9385-5B2574975020}" srcOrd="4" destOrd="0" parTransId="{685728D4-792D-4291-8C8B-06B140FC29B0}" sibTransId="{FBB97331-FAA8-4C39-99BD-F12D18E3E170}"/>
    <dgm:cxn modelId="{C486C725-7419-4A2F-B8B4-1CC0C14BC74D}" type="presOf" srcId="{3F9AE8EF-E0BD-4A86-A1DC-73AF72B43E8D}" destId="{2147596E-7442-41E7-9852-40E25C424996}"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BF6558B0-650E-4BA1-A1B1-1CA458E6EC49}" srcId="{314AE731-DFBF-4A5B-8171-86B7AA2F2858}" destId="{211D359A-E621-4AEC-B365-EBCECA4D5608}" srcOrd="2" destOrd="0" parTransId="{95B58C96-0D87-4CC9-A2F6-B9DFCA67DC5F}" sibTransId="{56BE99E8-BF29-4F85-BEC4-A54AC3654A13}"/>
    <dgm:cxn modelId="{6D72240A-1D98-4FCD-AE87-669D71DB177A}" type="presOf" srcId="{AD276172-FB99-40B7-9385-5B2574975020}" destId="{F944C2D2-ABC0-48FB-A87D-0A7EF8496B50}" srcOrd="0" destOrd="0" presId="urn:microsoft.com/office/officeart/2005/8/layout/chevron1"/>
    <dgm:cxn modelId="{AE9928B7-58A1-42F1-B18D-5BEDF1432A29}" type="presParOf" srcId="{5653E5CF-63C1-4886-9DFE-DC4B36C44A33}" destId="{FC4CA3E0-7A9C-47CB-88C9-7F81B89FD5AA}" srcOrd="0" destOrd="0" presId="urn:microsoft.com/office/officeart/2005/8/layout/chevron1"/>
    <dgm:cxn modelId="{5AFE0BEC-2469-4A88-A27C-5191B08A87AC}" type="presParOf" srcId="{5653E5CF-63C1-4886-9DFE-DC4B36C44A33}" destId="{ED8D2DC7-F6B9-49A1-A3FB-6645AA0B27C9}" srcOrd="1" destOrd="0" presId="urn:microsoft.com/office/officeart/2005/8/layout/chevron1"/>
    <dgm:cxn modelId="{91159437-8C21-4FFA-80DE-6337CDC20FC9}" type="presParOf" srcId="{5653E5CF-63C1-4886-9DFE-DC4B36C44A33}" destId="{2147596E-7442-41E7-9852-40E25C424996}" srcOrd="2" destOrd="0" presId="urn:microsoft.com/office/officeart/2005/8/layout/chevron1"/>
    <dgm:cxn modelId="{A4FD4085-01D7-4B31-9D4E-F74C6EA4A092}" type="presParOf" srcId="{5653E5CF-63C1-4886-9DFE-DC4B36C44A33}" destId="{78A125B0-FC96-47C5-ADBC-5773E5EBD695}" srcOrd="3" destOrd="0" presId="urn:microsoft.com/office/officeart/2005/8/layout/chevron1"/>
    <dgm:cxn modelId="{84A2A6DC-2545-449A-B31C-280EEEF201DF}" type="presParOf" srcId="{5653E5CF-63C1-4886-9DFE-DC4B36C44A33}" destId="{50739AC9-FC4E-42C3-B62E-1016634A724A}" srcOrd="4" destOrd="0" presId="urn:microsoft.com/office/officeart/2005/8/layout/chevron1"/>
    <dgm:cxn modelId="{E12F05A0-DCA6-4BB4-A23B-67C810975B86}" type="presParOf" srcId="{5653E5CF-63C1-4886-9DFE-DC4B36C44A33}" destId="{BA7DB2C5-C694-4861-95D5-BF30690EE501}" srcOrd="5" destOrd="0" presId="urn:microsoft.com/office/officeart/2005/8/layout/chevron1"/>
    <dgm:cxn modelId="{381F8DF0-3DA5-4658-AEA7-8B0B0286BC5E}" type="presParOf" srcId="{5653E5CF-63C1-4886-9DFE-DC4B36C44A33}" destId="{E2DC7CE9-31B9-4959-914F-451EA2F3687E}" srcOrd="6" destOrd="0" presId="urn:microsoft.com/office/officeart/2005/8/layout/chevron1"/>
    <dgm:cxn modelId="{F61221C0-0DB2-4304-92D6-63637FE76E56}" type="presParOf" srcId="{5653E5CF-63C1-4886-9DFE-DC4B36C44A33}" destId="{196DCC61-B60E-4C0B-8B16-4D152AB2425A}" srcOrd="7" destOrd="0" presId="urn:microsoft.com/office/officeart/2005/8/layout/chevron1"/>
    <dgm:cxn modelId="{13C5EC53-3316-4DBB-A3FB-7FAEBF91B95A}" type="presParOf" srcId="{5653E5CF-63C1-4886-9DFE-DC4B36C44A33}" destId="{F944C2D2-ABC0-48FB-A87D-0A7EF8496B50}"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安装必需的库</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tx1"/>
              </a:solidFill>
            </a:rPr>
            <a:t>分析网页源代码</a:t>
          </a:r>
          <a:endParaRPr lang="zh-CN" altLang="en-US" dirty="0">
            <a:solidFill>
              <a:schemeClr val="tx1"/>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85000"/>
                </a:schemeClr>
              </a:solidFill>
            </a:rPr>
            <a:t>程序代码介绍</a:t>
          </a:r>
          <a:endParaRPr lang="zh-CN" altLang="en-US" dirty="0">
            <a:solidFill>
              <a:schemeClr val="bg1">
                <a:lumMod val="8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运行爬虫程序</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16CBE46F-95BD-4A1C-AFDF-1A1E905C8ADD}">
      <dgm:prSet/>
      <dgm:spPr/>
      <dgm:t>
        <a:bodyPr/>
        <a:lstStyle/>
        <a:p>
          <a:r>
            <a:rPr lang="zh-CN" altLang="en-US" dirty="0" smtClean="0">
              <a:solidFill>
                <a:schemeClr val="bg1">
                  <a:lumMod val="85000"/>
                </a:schemeClr>
              </a:solidFill>
            </a:rPr>
            <a:t>剔除异常图片</a:t>
          </a:r>
          <a:endParaRPr lang="zh-CN" altLang="en-US" dirty="0">
            <a:solidFill>
              <a:schemeClr val="bg1">
                <a:lumMod val="85000"/>
              </a:schemeClr>
            </a:solidFill>
          </a:endParaRPr>
        </a:p>
      </dgm:t>
    </dgm:pt>
    <dgm:pt modelId="{1F80B3EC-62FA-4ABF-B196-4D42FCF4B0B6}" type="parTrans" cxnId="{12B64429-E29A-4F91-84B0-49BFB353ACE3}">
      <dgm:prSet/>
      <dgm:spPr/>
    </dgm:pt>
    <dgm:pt modelId="{F3EA1062-AD90-4A12-BDE6-31B4911C2033}" type="sibTrans" cxnId="{12B64429-E29A-4F91-84B0-49BFB353ACE3}">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8F827FDB-948E-498E-B634-75A4A93E2D65}" type="pres">
      <dgm:prSet presAssocID="{FA81CD99-4C17-4421-BECF-3D861154DBDD}" presName="parTxOnlySpace" presStyleCnt="0"/>
      <dgm:spPr/>
    </dgm:pt>
    <dgm:pt modelId="{A12EC08E-3CE3-4470-8122-B7B7E0316C70}" type="pres">
      <dgm:prSet presAssocID="{16CBE46F-95BD-4A1C-AFDF-1A1E905C8ADD}"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A62F1D53-D931-42FA-8BCD-1D789990AFB9}" type="presOf" srcId="{C6C44482-D821-4FAE-BB52-29931F8BCBDE}" destId="{E2DC7CE9-31B9-4959-914F-451EA2F3687E}" srcOrd="0" destOrd="0" presId="urn:microsoft.com/office/officeart/2005/8/layout/chevron1"/>
    <dgm:cxn modelId="{5FCA3BCF-6462-4245-8827-4EDCF4FE41DF}" type="presOf" srcId="{314AE731-DFBF-4A5B-8171-86B7AA2F2858}" destId="{5653E5CF-63C1-4886-9DFE-DC4B36C44A33}" srcOrd="0" destOrd="0" presId="urn:microsoft.com/office/officeart/2005/8/layout/chevron1"/>
    <dgm:cxn modelId="{65008B41-5F2F-4B4F-879B-9D0E2975FE2A}" type="presOf" srcId="{16CBE46F-95BD-4A1C-AFDF-1A1E905C8ADD}" destId="{A12EC08E-3CE3-4470-8122-B7B7E0316C70}" srcOrd="0" destOrd="0" presId="urn:microsoft.com/office/officeart/2005/8/layout/chevron1"/>
    <dgm:cxn modelId="{12B64429-E29A-4F91-84B0-49BFB353ACE3}" srcId="{314AE731-DFBF-4A5B-8171-86B7AA2F2858}" destId="{16CBE46F-95BD-4A1C-AFDF-1A1E905C8ADD}" srcOrd="4" destOrd="0" parTransId="{1F80B3EC-62FA-4ABF-B196-4D42FCF4B0B6}" sibTransId="{F3EA1062-AD90-4A12-BDE6-31B4911C2033}"/>
    <dgm:cxn modelId="{3753B3E2-BC0D-4EA7-9C63-F8560394B7CE}" type="presOf" srcId="{3F9AE8EF-E0BD-4A86-A1DC-73AF72B43E8D}" destId="{2147596E-7442-41E7-9852-40E25C424996}"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BF6558B0-650E-4BA1-A1B1-1CA458E6EC49}" srcId="{314AE731-DFBF-4A5B-8171-86B7AA2F2858}" destId="{211D359A-E621-4AEC-B365-EBCECA4D5608}" srcOrd="2" destOrd="0" parTransId="{95B58C96-0D87-4CC9-A2F6-B9DFCA67DC5F}" sibTransId="{56BE99E8-BF29-4F85-BEC4-A54AC3654A13}"/>
    <dgm:cxn modelId="{2B789A7D-77C6-42A2-AAF4-2D911C779088}" type="presOf" srcId="{BEAB6AAF-246B-444D-90D9-FB867EA43595}" destId="{FC4CA3E0-7A9C-47CB-88C9-7F81B89FD5AA}" srcOrd="0" destOrd="0" presId="urn:microsoft.com/office/officeart/2005/8/layout/chevron1"/>
    <dgm:cxn modelId="{2518D4EC-A8B9-4312-A3F0-DA0CBB831596}" type="presOf" srcId="{211D359A-E621-4AEC-B365-EBCECA4D5608}" destId="{50739AC9-FC4E-42C3-B62E-1016634A724A}" srcOrd="0" destOrd="0" presId="urn:microsoft.com/office/officeart/2005/8/layout/chevron1"/>
    <dgm:cxn modelId="{43755F4C-925D-45BA-AEF2-9B07C8195DB3}" type="presParOf" srcId="{5653E5CF-63C1-4886-9DFE-DC4B36C44A33}" destId="{FC4CA3E0-7A9C-47CB-88C9-7F81B89FD5AA}" srcOrd="0" destOrd="0" presId="urn:microsoft.com/office/officeart/2005/8/layout/chevron1"/>
    <dgm:cxn modelId="{675DA731-9867-425F-9758-A372C8230455}" type="presParOf" srcId="{5653E5CF-63C1-4886-9DFE-DC4B36C44A33}" destId="{ED8D2DC7-F6B9-49A1-A3FB-6645AA0B27C9}" srcOrd="1" destOrd="0" presId="urn:microsoft.com/office/officeart/2005/8/layout/chevron1"/>
    <dgm:cxn modelId="{14B3215F-974F-44D7-B11E-EB6D9EFDDB39}" type="presParOf" srcId="{5653E5CF-63C1-4886-9DFE-DC4B36C44A33}" destId="{2147596E-7442-41E7-9852-40E25C424996}" srcOrd="2" destOrd="0" presId="urn:microsoft.com/office/officeart/2005/8/layout/chevron1"/>
    <dgm:cxn modelId="{03754474-7A2A-4CD1-A16B-8FFD6B837226}" type="presParOf" srcId="{5653E5CF-63C1-4886-9DFE-DC4B36C44A33}" destId="{78A125B0-FC96-47C5-ADBC-5773E5EBD695}" srcOrd="3" destOrd="0" presId="urn:microsoft.com/office/officeart/2005/8/layout/chevron1"/>
    <dgm:cxn modelId="{CB04C00A-7167-4315-9753-36EE98E15C36}" type="presParOf" srcId="{5653E5CF-63C1-4886-9DFE-DC4B36C44A33}" destId="{50739AC9-FC4E-42C3-B62E-1016634A724A}" srcOrd="4" destOrd="0" presId="urn:microsoft.com/office/officeart/2005/8/layout/chevron1"/>
    <dgm:cxn modelId="{04639B1A-D0FD-49E6-A682-2C75DCE3F389}" type="presParOf" srcId="{5653E5CF-63C1-4886-9DFE-DC4B36C44A33}" destId="{BA7DB2C5-C694-4861-95D5-BF30690EE501}" srcOrd="5" destOrd="0" presId="urn:microsoft.com/office/officeart/2005/8/layout/chevron1"/>
    <dgm:cxn modelId="{1BD02EB9-765F-497B-B7DD-E955819CF702}" type="presParOf" srcId="{5653E5CF-63C1-4886-9DFE-DC4B36C44A33}" destId="{E2DC7CE9-31B9-4959-914F-451EA2F3687E}" srcOrd="6" destOrd="0" presId="urn:microsoft.com/office/officeart/2005/8/layout/chevron1"/>
    <dgm:cxn modelId="{D33263DB-6D11-48B9-8892-22A563CE72CB}" type="presParOf" srcId="{5653E5CF-63C1-4886-9DFE-DC4B36C44A33}" destId="{8F827FDB-948E-498E-B634-75A4A93E2D65}" srcOrd="7" destOrd="0" presId="urn:microsoft.com/office/officeart/2005/8/layout/chevron1"/>
    <dgm:cxn modelId="{5504B782-EC1C-42DE-A142-AFB82FEB9C3F}" type="presParOf" srcId="{5653E5CF-63C1-4886-9DFE-DC4B36C44A33}" destId="{A12EC08E-3CE3-4470-8122-B7B7E0316C70}"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安装必需的库</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分析网页源代码</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tx1"/>
              </a:solidFill>
            </a:rPr>
            <a:t>程序代码介绍</a:t>
          </a:r>
          <a:endParaRPr lang="zh-CN" altLang="en-US" dirty="0">
            <a:solidFill>
              <a:schemeClr val="tx1"/>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85000"/>
                </a:schemeClr>
              </a:solidFill>
            </a:rPr>
            <a:t>运行爬虫程序</a:t>
          </a:r>
          <a:endParaRPr lang="zh-CN" altLang="en-US" dirty="0">
            <a:solidFill>
              <a:schemeClr val="bg1">
                <a:lumMod val="8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D1A2F8CF-DE7E-4B31-8245-E8BFEEF5272B}">
      <dgm:prSet/>
      <dgm:spPr/>
      <dgm:t>
        <a:bodyPr/>
        <a:lstStyle/>
        <a:p>
          <a:r>
            <a:rPr lang="zh-CN" altLang="en-US" dirty="0" smtClean="0">
              <a:solidFill>
                <a:schemeClr val="bg1">
                  <a:lumMod val="85000"/>
                </a:schemeClr>
              </a:solidFill>
            </a:rPr>
            <a:t>剔除异常图片</a:t>
          </a:r>
          <a:endParaRPr lang="zh-CN" altLang="en-US" dirty="0">
            <a:solidFill>
              <a:schemeClr val="bg1">
                <a:lumMod val="85000"/>
              </a:schemeClr>
            </a:solidFill>
          </a:endParaRPr>
        </a:p>
      </dgm:t>
    </dgm:pt>
    <dgm:pt modelId="{052FA4A9-F299-4DB6-8BD1-D4F9E5B79DC0}" type="parTrans" cxnId="{2B1D242D-7A0C-4E74-B5F2-4D4E1564CDEE}">
      <dgm:prSet/>
      <dgm:spPr/>
    </dgm:pt>
    <dgm:pt modelId="{B7A7B55B-768A-4DDE-A79F-99DC9BEF6738}" type="sibTrans" cxnId="{2B1D242D-7A0C-4E74-B5F2-4D4E1564CDEE}">
      <dgm:prSet/>
      <dgm:spPr/>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18DF985B-A3FB-4406-BB1E-8655D9735920}" type="pres">
      <dgm:prSet presAssocID="{FA81CD99-4C17-4421-BECF-3D861154DBDD}" presName="parTxOnlySpace" presStyleCnt="0"/>
      <dgm:spPr/>
    </dgm:pt>
    <dgm:pt modelId="{F0BD2736-D3E5-493F-80F4-DA660DC31DED}" type="pres">
      <dgm:prSet presAssocID="{D1A2F8CF-DE7E-4B31-8245-E8BFEEF5272B}"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2B1D242D-7A0C-4E74-B5F2-4D4E1564CDEE}" srcId="{314AE731-DFBF-4A5B-8171-86B7AA2F2858}" destId="{D1A2F8CF-DE7E-4B31-8245-E8BFEEF5272B}" srcOrd="4" destOrd="0" parTransId="{052FA4A9-F299-4DB6-8BD1-D4F9E5B79DC0}" sibTransId="{B7A7B55B-768A-4DDE-A79F-99DC9BEF6738}"/>
    <dgm:cxn modelId="{A500F564-E107-4FBB-93D4-C10D925078C5}" type="presOf" srcId="{C6C44482-D821-4FAE-BB52-29931F8BCBDE}" destId="{E2DC7CE9-31B9-4959-914F-451EA2F3687E}" srcOrd="0" destOrd="0" presId="urn:microsoft.com/office/officeart/2005/8/layout/chevron1"/>
    <dgm:cxn modelId="{2277AFC9-1A18-44D1-8170-6A0FDE045E6F}" type="presOf" srcId="{314AE731-DFBF-4A5B-8171-86B7AA2F2858}" destId="{5653E5CF-63C1-4886-9DFE-DC4B36C44A33}" srcOrd="0" destOrd="0" presId="urn:microsoft.com/office/officeart/2005/8/layout/chevron1"/>
    <dgm:cxn modelId="{A4E1CE97-2886-4EE1-B6C9-37C931D76E6F}" type="presOf" srcId="{D1A2F8CF-DE7E-4B31-8245-E8BFEEF5272B}" destId="{F0BD2736-D3E5-493F-80F4-DA660DC31DED}" srcOrd="0" destOrd="0" presId="urn:microsoft.com/office/officeart/2005/8/layout/chevron1"/>
    <dgm:cxn modelId="{048B066A-8EF7-4766-86FE-6179607B29B9}" type="presOf" srcId="{BEAB6AAF-246B-444D-90D9-FB867EA43595}" destId="{FC4CA3E0-7A9C-47CB-88C9-7F81B89FD5AA}" srcOrd="0" destOrd="0" presId="urn:microsoft.com/office/officeart/2005/8/layout/chevron1"/>
    <dgm:cxn modelId="{5915D5D7-D505-489F-AB2F-9C1A2CD821BA}" type="presOf" srcId="{211D359A-E621-4AEC-B365-EBCECA4D5608}" destId="{50739AC9-FC4E-42C3-B62E-1016634A724A}"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66638CAC-123E-4530-BEDD-30FADC271D64}" srcId="{314AE731-DFBF-4A5B-8171-86B7AA2F2858}" destId="{3F9AE8EF-E0BD-4A86-A1DC-73AF72B43E8D}" srcOrd="1" destOrd="0" parTransId="{5F12A6E5-E57E-4059-894D-D3A3846C30F2}" sibTransId="{7CE50C93-6A94-4F11-A61C-2C90215515AB}"/>
    <dgm:cxn modelId="{BF6558B0-650E-4BA1-A1B1-1CA458E6EC49}" srcId="{314AE731-DFBF-4A5B-8171-86B7AA2F2858}" destId="{211D359A-E621-4AEC-B365-EBCECA4D5608}" srcOrd="2" destOrd="0" parTransId="{95B58C96-0D87-4CC9-A2F6-B9DFCA67DC5F}" sibTransId="{56BE99E8-BF29-4F85-BEC4-A54AC3654A13}"/>
    <dgm:cxn modelId="{C4A38466-D93C-4737-9CCD-D381C15D4AA9}" type="presOf" srcId="{3F9AE8EF-E0BD-4A86-A1DC-73AF72B43E8D}" destId="{2147596E-7442-41E7-9852-40E25C424996}" srcOrd="0" destOrd="0" presId="urn:microsoft.com/office/officeart/2005/8/layout/chevron1"/>
    <dgm:cxn modelId="{718D5C7A-58DB-4A8E-97D5-F25C9A0D1436}" type="presParOf" srcId="{5653E5CF-63C1-4886-9DFE-DC4B36C44A33}" destId="{FC4CA3E0-7A9C-47CB-88C9-7F81B89FD5AA}" srcOrd="0" destOrd="0" presId="urn:microsoft.com/office/officeart/2005/8/layout/chevron1"/>
    <dgm:cxn modelId="{1DF587B4-07C1-42AD-BAD5-6287AF5D43DA}" type="presParOf" srcId="{5653E5CF-63C1-4886-9DFE-DC4B36C44A33}" destId="{ED8D2DC7-F6B9-49A1-A3FB-6645AA0B27C9}" srcOrd="1" destOrd="0" presId="urn:microsoft.com/office/officeart/2005/8/layout/chevron1"/>
    <dgm:cxn modelId="{B36456BB-3F43-46D4-BB61-7778EF097A06}" type="presParOf" srcId="{5653E5CF-63C1-4886-9DFE-DC4B36C44A33}" destId="{2147596E-7442-41E7-9852-40E25C424996}" srcOrd="2" destOrd="0" presId="urn:microsoft.com/office/officeart/2005/8/layout/chevron1"/>
    <dgm:cxn modelId="{CA97C90F-70C7-4CDC-A3F7-500550A2E5CC}" type="presParOf" srcId="{5653E5CF-63C1-4886-9DFE-DC4B36C44A33}" destId="{78A125B0-FC96-47C5-ADBC-5773E5EBD695}" srcOrd="3" destOrd="0" presId="urn:microsoft.com/office/officeart/2005/8/layout/chevron1"/>
    <dgm:cxn modelId="{CD5DBAA6-A1AA-4082-AB83-0B1BC27F8666}" type="presParOf" srcId="{5653E5CF-63C1-4886-9DFE-DC4B36C44A33}" destId="{50739AC9-FC4E-42C3-B62E-1016634A724A}" srcOrd="4" destOrd="0" presId="urn:microsoft.com/office/officeart/2005/8/layout/chevron1"/>
    <dgm:cxn modelId="{311B7B35-7A01-4076-9995-F57F68BB045B}" type="presParOf" srcId="{5653E5CF-63C1-4886-9DFE-DC4B36C44A33}" destId="{BA7DB2C5-C694-4861-95D5-BF30690EE501}" srcOrd="5" destOrd="0" presId="urn:microsoft.com/office/officeart/2005/8/layout/chevron1"/>
    <dgm:cxn modelId="{24ACC36D-A68A-491D-A21C-345CD1635B60}" type="presParOf" srcId="{5653E5CF-63C1-4886-9DFE-DC4B36C44A33}" destId="{E2DC7CE9-31B9-4959-914F-451EA2F3687E}" srcOrd="6" destOrd="0" presId="urn:microsoft.com/office/officeart/2005/8/layout/chevron1"/>
    <dgm:cxn modelId="{DF0392F4-1284-49A7-9FC1-B13D954E1889}" type="presParOf" srcId="{5653E5CF-63C1-4886-9DFE-DC4B36C44A33}" destId="{18DF985B-A3FB-4406-BB1E-8655D9735920}" srcOrd="7" destOrd="0" presId="urn:microsoft.com/office/officeart/2005/8/layout/chevron1"/>
    <dgm:cxn modelId="{C29EBBC3-1DFE-4B9E-A32F-6D9FD9346050}" type="presParOf" srcId="{5653E5CF-63C1-4886-9DFE-DC4B36C44A33}" destId="{F0BD2736-D3E5-493F-80F4-DA660DC31DED}"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安装必需的库</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分析网页源代码</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程序代码介绍</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tx1"/>
              </a:solidFill>
            </a:rPr>
            <a:t>运行爬虫程序</a:t>
          </a:r>
          <a:endParaRPr lang="zh-CN" altLang="en-US" dirty="0">
            <a:solidFill>
              <a:schemeClr val="tx1"/>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58DD0C8-1594-42EB-8463-A2FF2D1E051E}">
      <dgm:prSet/>
      <dgm:spPr/>
      <dgm:t>
        <a:bodyPr/>
        <a:lstStyle/>
        <a:p>
          <a:r>
            <a:rPr lang="zh-CN" altLang="en-US" dirty="0" smtClean="0">
              <a:solidFill>
                <a:schemeClr val="bg1">
                  <a:lumMod val="85000"/>
                </a:schemeClr>
              </a:solidFill>
            </a:rPr>
            <a:t>剔除异常图片</a:t>
          </a:r>
          <a:endParaRPr lang="zh-CN" altLang="en-US" dirty="0">
            <a:solidFill>
              <a:schemeClr val="bg1">
                <a:lumMod val="85000"/>
              </a:schemeClr>
            </a:solidFill>
          </a:endParaRPr>
        </a:p>
      </dgm:t>
    </dgm:pt>
    <dgm:pt modelId="{94D0C863-B80D-4138-9AF2-08210DC1C8E2}" type="parTrans" cxnId="{8237D29D-208F-4EED-9BEC-C15BF4EC2DDD}">
      <dgm:prSet/>
      <dgm:spPr/>
      <dgm:t>
        <a:bodyPr/>
        <a:lstStyle/>
        <a:p>
          <a:endParaRPr lang="zh-CN" altLang="en-US"/>
        </a:p>
      </dgm:t>
    </dgm:pt>
    <dgm:pt modelId="{8ED1904E-96F3-4EAC-81A6-CCD9CBF5CD62}" type="sibTrans" cxnId="{8237D29D-208F-4EED-9BEC-C15BF4EC2DDD}">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C9049E5E-A8D1-4220-86FE-2CC8496734D6}" type="pres">
      <dgm:prSet presAssocID="{FA81CD99-4C17-4421-BECF-3D861154DBDD}" presName="parTxOnlySpace" presStyleCnt="0"/>
      <dgm:spPr/>
    </dgm:pt>
    <dgm:pt modelId="{1E4362C3-EDDB-43B5-98A1-F5B2ACB44A22}" type="pres">
      <dgm:prSet presAssocID="{558DD0C8-1594-42EB-8463-A2FF2D1E051E}"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AF41136B-A7C7-4354-81E0-0139CA41B876}" type="presOf" srcId="{3F9AE8EF-E0BD-4A86-A1DC-73AF72B43E8D}" destId="{2147596E-7442-41E7-9852-40E25C424996}"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8237D29D-208F-4EED-9BEC-C15BF4EC2DDD}" srcId="{314AE731-DFBF-4A5B-8171-86B7AA2F2858}" destId="{558DD0C8-1594-42EB-8463-A2FF2D1E051E}" srcOrd="4" destOrd="0" parTransId="{94D0C863-B80D-4138-9AF2-08210DC1C8E2}" sibTransId="{8ED1904E-96F3-4EAC-81A6-CCD9CBF5CD62}"/>
    <dgm:cxn modelId="{BA25482F-5079-4FC5-8B6A-6F36CCFCFC55}" type="presOf" srcId="{BEAB6AAF-246B-444D-90D9-FB867EA43595}" destId="{FC4CA3E0-7A9C-47CB-88C9-7F81B89FD5AA}" srcOrd="0" destOrd="0" presId="urn:microsoft.com/office/officeart/2005/8/layout/chevron1"/>
    <dgm:cxn modelId="{C33782C8-5CEE-4DCB-A668-DC0D74BC0E39}" type="presOf" srcId="{211D359A-E621-4AEC-B365-EBCECA4D5608}" destId="{50739AC9-FC4E-42C3-B62E-1016634A724A}"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B717938B-40CC-4E5F-AD32-AF21BE36713F}" type="presOf" srcId="{558DD0C8-1594-42EB-8463-A2FF2D1E051E}" destId="{1E4362C3-EDDB-43B5-98A1-F5B2ACB44A22}" srcOrd="0" destOrd="0" presId="urn:microsoft.com/office/officeart/2005/8/layout/chevron1"/>
    <dgm:cxn modelId="{BF6558B0-650E-4BA1-A1B1-1CA458E6EC49}" srcId="{314AE731-DFBF-4A5B-8171-86B7AA2F2858}" destId="{211D359A-E621-4AEC-B365-EBCECA4D5608}" srcOrd="2" destOrd="0" parTransId="{95B58C96-0D87-4CC9-A2F6-B9DFCA67DC5F}" sibTransId="{56BE99E8-BF29-4F85-BEC4-A54AC3654A13}"/>
    <dgm:cxn modelId="{4B4DE53E-F39B-4FD9-830A-50F15E0E3F2E}" type="presOf" srcId="{C6C44482-D821-4FAE-BB52-29931F8BCBDE}" destId="{E2DC7CE9-31B9-4959-914F-451EA2F3687E}" srcOrd="0" destOrd="0" presId="urn:microsoft.com/office/officeart/2005/8/layout/chevron1"/>
    <dgm:cxn modelId="{FEBA5094-91D6-4738-9CCA-7029E5F8B526}" type="presOf" srcId="{314AE731-DFBF-4A5B-8171-86B7AA2F2858}" destId="{5653E5CF-63C1-4886-9DFE-DC4B36C44A33}" srcOrd="0" destOrd="0" presId="urn:microsoft.com/office/officeart/2005/8/layout/chevron1"/>
    <dgm:cxn modelId="{D09B18B3-C222-4A9C-A9CD-D20E6C983772}" type="presParOf" srcId="{5653E5CF-63C1-4886-9DFE-DC4B36C44A33}" destId="{FC4CA3E0-7A9C-47CB-88C9-7F81B89FD5AA}" srcOrd="0" destOrd="0" presId="urn:microsoft.com/office/officeart/2005/8/layout/chevron1"/>
    <dgm:cxn modelId="{97866523-9D99-4038-83E3-B095B5071C3A}" type="presParOf" srcId="{5653E5CF-63C1-4886-9DFE-DC4B36C44A33}" destId="{ED8D2DC7-F6B9-49A1-A3FB-6645AA0B27C9}" srcOrd="1" destOrd="0" presId="urn:microsoft.com/office/officeart/2005/8/layout/chevron1"/>
    <dgm:cxn modelId="{89DFFBAB-866A-466E-9695-A593A92EEFB9}" type="presParOf" srcId="{5653E5CF-63C1-4886-9DFE-DC4B36C44A33}" destId="{2147596E-7442-41E7-9852-40E25C424996}" srcOrd="2" destOrd="0" presId="urn:microsoft.com/office/officeart/2005/8/layout/chevron1"/>
    <dgm:cxn modelId="{48291376-078C-4CD5-BDF8-3AA13AF5F2E1}" type="presParOf" srcId="{5653E5CF-63C1-4886-9DFE-DC4B36C44A33}" destId="{78A125B0-FC96-47C5-ADBC-5773E5EBD695}" srcOrd="3" destOrd="0" presId="urn:microsoft.com/office/officeart/2005/8/layout/chevron1"/>
    <dgm:cxn modelId="{4F596D26-1471-436D-8DFE-FBD42CBB50E7}" type="presParOf" srcId="{5653E5CF-63C1-4886-9DFE-DC4B36C44A33}" destId="{50739AC9-FC4E-42C3-B62E-1016634A724A}" srcOrd="4" destOrd="0" presId="urn:microsoft.com/office/officeart/2005/8/layout/chevron1"/>
    <dgm:cxn modelId="{455A237F-C36A-4C0E-920E-541F9C79B243}" type="presParOf" srcId="{5653E5CF-63C1-4886-9DFE-DC4B36C44A33}" destId="{BA7DB2C5-C694-4861-95D5-BF30690EE501}" srcOrd="5" destOrd="0" presId="urn:microsoft.com/office/officeart/2005/8/layout/chevron1"/>
    <dgm:cxn modelId="{82097A2F-4E99-41B7-9CC1-A43C39F61AA9}" type="presParOf" srcId="{5653E5CF-63C1-4886-9DFE-DC4B36C44A33}" destId="{E2DC7CE9-31B9-4959-914F-451EA2F3687E}" srcOrd="6" destOrd="0" presId="urn:microsoft.com/office/officeart/2005/8/layout/chevron1"/>
    <dgm:cxn modelId="{3C4681D9-A3AE-455C-851C-07F89C570DE0}" type="presParOf" srcId="{5653E5CF-63C1-4886-9DFE-DC4B36C44A33}" destId="{C9049E5E-A8D1-4220-86FE-2CC8496734D6}" srcOrd="7" destOrd="0" presId="urn:microsoft.com/office/officeart/2005/8/layout/chevron1"/>
    <dgm:cxn modelId="{31E70988-2C61-49F7-810E-329FA1793AC4}" type="presParOf" srcId="{5653E5CF-63C1-4886-9DFE-DC4B36C44A33}" destId="{1E4362C3-EDDB-43B5-98A1-F5B2ACB44A22}"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14AE731-DFBF-4A5B-8171-86B7AA2F2858}" type="doc">
      <dgm:prSet loTypeId="urn:microsoft.com/office/officeart/2005/8/layout/chevron1" loCatId="process" qsTypeId="urn:microsoft.com/office/officeart/2005/8/quickstyle/simple1" qsCatId="simple" csTypeId="urn:microsoft.com/office/officeart/2005/8/colors/accent0_1" csCatId="mainScheme" phldr="1"/>
      <dgm:spPr/>
      <dgm:t>
        <a:bodyPr/>
        <a:lstStyle/>
        <a:p>
          <a:endParaRPr lang="zh-CN" altLang="en-US"/>
        </a:p>
      </dgm:t>
    </dgm:pt>
    <dgm:pt modelId="{BEAB6AAF-246B-444D-90D9-FB867EA43595}">
      <dgm:prSet phldrT="[文本]"/>
      <dgm:spPr/>
      <dgm:t>
        <a:bodyPr/>
        <a:lstStyle/>
        <a:p>
          <a:pPr algn="ctr"/>
          <a:r>
            <a:rPr lang="zh-CN" altLang="en-US" dirty="0" smtClean="0">
              <a:solidFill>
                <a:schemeClr val="bg1">
                  <a:lumMod val="65000"/>
                </a:schemeClr>
              </a:solidFill>
            </a:rPr>
            <a:t>安装必需的库</a:t>
          </a:r>
          <a:endParaRPr lang="zh-CN" altLang="en-US" dirty="0">
            <a:solidFill>
              <a:schemeClr val="bg1">
                <a:lumMod val="65000"/>
              </a:schemeClr>
            </a:solidFill>
          </a:endParaRPr>
        </a:p>
      </dgm:t>
    </dgm:pt>
    <dgm:pt modelId="{7B320CD8-B4D8-4FF3-9549-4626CCF5C355}" type="parTrans" cxnId="{62D19679-9152-4CA8-9676-592927ED4E56}">
      <dgm:prSet/>
      <dgm:spPr/>
      <dgm:t>
        <a:bodyPr/>
        <a:lstStyle/>
        <a:p>
          <a:pPr algn="ctr"/>
          <a:endParaRPr lang="zh-CN" altLang="en-US"/>
        </a:p>
      </dgm:t>
    </dgm:pt>
    <dgm:pt modelId="{9D8C5213-1CA7-47CA-A58A-0ECD696509D5}" type="sibTrans" cxnId="{62D19679-9152-4CA8-9676-592927ED4E56}">
      <dgm:prSet/>
      <dgm:spPr/>
      <dgm:t>
        <a:bodyPr/>
        <a:lstStyle/>
        <a:p>
          <a:pPr algn="ctr"/>
          <a:endParaRPr lang="zh-CN" altLang="en-US"/>
        </a:p>
      </dgm:t>
    </dgm:pt>
    <dgm:pt modelId="{3F9AE8EF-E0BD-4A86-A1DC-73AF72B43E8D}">
      <dgm:prSet phldrT="[文本]"/>
      <dgm:spPr/>
      <dgm:t>
        <a:bodyPr/>
        <a:lstStyle/>
        <a:p>
          <a:pPr algn="ctr"/>
          <a:r>
            <a:rPr lang="zh-CN" altLang="en-US" dirty="0" smtClean="0">
              <a:solidFill>
                <a:schemeClr val="bg1">
                  <a:lumMod val="65000"/>
                </a:schemeClr>
              </a:solidFill>
            </a:rPr>
            <a:t>分析网页源代码</a:t>
          </a:r>
          <a:endParaRPr lang="zh-CN" altLang="en-US" dirty="0">
            <a:solidFill>
              <a:schemeClr val="bg1">
                <a:lumMod val="65000"/>
              </a:schemeClr>
            </a:solidFill>
          </a:endParaRPr>
        </a:p>
      </dgm:t>
    </dgm:pt>
    <dgm:pt modelId="{5F12A6E5-E57E-4059-894D-D3A3846C30F2}" type="parTrans" cxnId="{66638CAC-123E-4530-BEDD-30FADC271D64}">
      <dgm:prSet/>
      <dgm:spPr/>
      <dgm:t>
        <a:bodyPr/>
        <a:lstStyle/>
        <a:p>
          <a:pPr algn="ctr"/>
          <a:endParaRPr lang="zh-CN" altLang="en-US"/>
        </a:p>
      </dgm:t>
    </dgm:pt>
    <dgm:pt modelId="{7CE50C93-6A94-4F11-A61C-2C90215515AB}" type="sibTrans" cxnId="{66638CAC-123E-4530-BEDD-30FADC271D64}">
      <dgm:prSet/>
      <dgm:spPr/>
      <dgm:t>
        <a:bodyPr/>
        <a:lstStyle/>
        <a:p>
          <a:pPr algn="ctr"/>
          <a:endParaRPr lang="zh-CN" altLang="en-US"/>
        </a:p>
      </dgm:t>
    </dgm:pt>
    <dgm:pt modelId="{211D359A-E621-4AEC-B365-EBCECA4D5608}">
      <dgm:prSet phldrT="[文本]"/>
      <dgm:spPr/>
      <dgm:t>
        <a:bodyPr/>
        <a:lstStyle/>
        <a:p>
          <a:pPr algn="ctr"/>
          <a:r>
            <a:rPr lang="zh-CN" altLang="en-US" dirty="0" smtClean="0">
              <a:solidFill>
                <a:schemeClr val="bg1">
                  <a:lumMod val="65000"/>
                </a:schemeClr>
              </a:solidFill>
            </a:rPr>
            <a:t>程序代码介绍</a:t>
          </a:r>
          <a:endParaRPr lang="zh-CN" altLang="en-US" dirty="0">
            <a:solidFill>
              <a:schemeClr val="bg1">
                <a:lumMod val="65000"/>
              </a:schemeClr>
            </a:solidFill>
          </a:endParaRPr>
        </a:p>
      </dgm:t>
    </dgm:pt>
    <dgm:pt modelId="{95B58C96-0D87-4CC9-A2F6-B9DFCA67DC5F}" type="parTrans" cxnId="{BF6558B0-650E-4BA1-A1B1-1CA458E6EC49}">
      <dgm:prSet/>
      <dgm:spPr/>
      <dgm:t>
        <a:bodyPr/>
        <a:lstStyle/>
        <a:p>
          <a:pPr algn="ctr"/>
          <a:endParaRPr lang="zh-CN" altLang="en-US"/>
        </a:p>
      </dgm:t>
    </dgm:pt>
    <dgm:pt modelId="{56BE99E8-BF29-4F85-BEC4-A54AC3654A13}" type="sibTrans" cxnId="{BF6558B0-650E-4BA1-A1B1-1CA458E6EC49}">
      <dgm:prSet/>
      <dgm:spPr/>
      <dgm:t>
        <a:bodyPr/>
        <a:lstStyle/>
        <a:p>
          <a:pPr algn="ctr"/>
          <a:endParaRPr lang="zh-CN" altLang="en-US"/>
        </a:p>
      </dgm:t>
    </dgm:pt>
    <dgm:pt modelId="{C6C44482-D821-4FAE-BB52-29931F8BCBDE}">
      <dgm:prSet/>
      <dgm:spPr/>
      <dgm:t>
        <a:bodyPr/>
        <a:lstStyle/>
        <a:p>
          <a:pPr algn="ctr"/>
          <a:r>
            <a:rPr lang="zh-CN" altLang="en-US" dirty="0" smtClean="0">
              <a:solidFill>
                <a:schemeClr val="bg1">
                  <a:lumMod val="65000"/>
                </a:schemeClr>
              </a:solidFill>
            </a:rPr>
            <a:t>运行爬虫程序</a:t>
          </a:r>
          <a:endParaRPr lang="zh-CN" altLang="en-US" dirty="0">
            <a:solidFill>
              <a:schemeClr val="bg1">
                <a:lumMod val="65000"/>
              </a:schemeClr>
            </a:solidFill>
          </a:endParaRPr>
        </a:p>
      </dgm:t>
    </dgm:pt>
    <dgm:pt modelId="{DE3ECBCB-59A7-4B29-8005-72F8BCC1C41D}" type="parTrans" cxnId="{80F8930D-5816-4EC5-A90F-461BE15645B6}">
      <dgm:prSet/>
      <dgm:spPr/>
      <dgm:t>
        <a:bodyPr/>
        <a:lstStyle/>
        <a:p>
          <a:pPr algn="ctr"/>
          <a:endParaRPr lang="zh-CN" altLang="en-US"/>
        </a:p>
      </dgm:t>
    </dgm:pt>
    <dgm:pt modelId="{FA81CD99-4C17-4421-BECF-3D861154DBDD}" type="sibTrans" cxnId="{80F8930D-5816-4EC5-A90F-461BE15645B6}">
      <dgm:prSet/>
      <dgm:spPr/>
      <dgm:t>
        <a:bodyPr/>
        <a:lstStyle/>
        <a:p>
          <a:pPr algn="ctr"/>
          <a:endParaRPr lang="zh-CN" altLang="en-US"/>
        </a:p>
      </dgm:t>
    </dgm:pt>
    <dgm:pt modelId="{558DD0C8-1594-42EB-8463-A2FF2D1E051E}">
      <dgm:prSet/>
      <dgm:spPr/>
      <dgm:t>
        <a:bodyPr/>
        <a:lstStyle/>
        <a:p>
          <a:r>
            <a:rPr lang="zh-CN" altLang="en-US" dirty="0" smtClean="0">
              <a:solidFill>
                <a:schemeClr val="tx1"/>
              </a:solidFill>
            </a:rPr>
            <a:t>剔除异常图片</a:t>
          </a:r>
          <a:endParaRPr lang="zh-CN" altLang="en-US" dirty="0">
            <a:solidFill>
              <a:schemeClr val="tx1"/>
            </a:solidFill>
          </a:endParaRPr>
        </a:p>
      </dgm:t>
    </dgm:pt>
    <dgm:pt modelId="{94D0C863-B80D-4138-9AF2-08210DC1C8E2}" type="parTrans" cxnId="{8237D29D-208F-4EED-9BEC-C15BF4EC2DDD}">
      <dgm:prSet/>
      <dgm:spPr/>
      <dgm:t>
        <a:bodyPr/>
        <a:lstStyle/>
        <a:p>
          <a:endParaRPr lang="zh-CN" altLang="en-US"/>
        </a:p>
      </dgm:t>
    </dgm:pt>
    <dgm:pt modelId="{8ED1904E-96F3-4EAC-81A6-CCD9CBF5CD62}" type="sibTrans" cxnId="{8237D29D-208F-4EED-9BEC-C15BF4EC2DDD}">
      <dgm:prSet/>
      <dgm:spPr/>
      <dgm:t>
        <a:bodyPr/>
        <a:lstStyle/>
        <a:p>
          <a:endParaRPr lang="zh-CN" altLang="en-US"/>
        </a:p>
      </dgm:t>
    </dgm:pt>
    <dgm:pt modelId="{5653E5CF-63C1-4886-9DFE-DC4B36C44A33}" type="pres">
      <dgm:prSet presAssocID="{314AE731-DFBF-4A5B-8171-86B7AA2F2858}" presName="Name0" presStyleCnt="0">
        <dgm:presLayoutVars>
          <dgm:dir/>
          <dgm:animLvl val="lvl"/>
          <dgm:resizeHandles val="exact"/>
        </dgm:presLayoutVars>
      </dgm:prSet>
      <dgm:spPr/>
      <dgm:t>
        <a:bodyPr/>
        <a:lstStyle/>
        <a:p>
          <a:endParaRPr lang="zh-CN" altLang="en-US"/>
        </a:p>
      </dgm:t>
    </dgm:pt>
    <dgm:pt modelId="{FC4CA3E0-7A9C-47CB-88C9-7F81B89FD5AA}" type="pres">
      <dgm:prSet presAssocID="{BEAB6AAF-246B-444D-90D9-FB867EA43595}" presName="parTxOnly" presStyleLbl="node1" presStyleIdx="0" presStyleCnt="5">
        <dgm:presLayoutVars>
          <dgm:chMax val="0"/>
          <dgm:chPref val="0"/>
          <dgm:bulletEnabled val="1"/>
        </dgm:presLayoutVars>
      </dgm:prSet>
      <dgm:spPr/>
      <dgm:t>
        <a:bodyPr/>
        <a:lstStyle/>
        <a:p>
          <a:endParaRPr lang="zh-CN" altLang="en-US"/>
        </a:p>
      </dgm:t>
    </dgm:pt>
    <dgm:pt modelId="{ED8D2DC7-F6B9-49A1-A3FB-6645AA0B27C9}" type="pres">
      <dgm:prSet presAssocID="{9D8C5213-1CA7-47CA-A58A-0ECD696509D5}" presName="parTxOnlySpace" presStyleCnt="0"/>
      <dgm:spPr/>
    </dgm:pt>
    <dgm:pt modelId="{2147596E-7442-41E7-9852-40E25C424996}" type="pres">
      <dgm:prSet presAssocID="{3F9AE8EF-E0BD-4A86-A1DC-73AF72B43E8D}" presName="parTxOnly" presStyleLbl="node1" presStyleIdx="1" presStyleCnt="5">
        <dgm:presLayoutVars>
          <dgm:chMax val="0"/>
          <dgm:chPref val="0"/>
          <dgm:bulletEnabled val="1"/>
        </dgm:presLayoutVars>
      </dgm:prSet>
      <dgm:spPr/>
      <dgm:t>
        <a:bodyPr/>
        <a:lstStyle/>
        <a:p>
          <a:endParaRPr lang="zh-CN" altLang="en-US"/>
        </a:p>
      </dgm:t>
    </dgm:pt>
    <dgm:pt modelId="{78A125B0-FC96-47C5-ADBC-5773E5EBD695}" type="pres">
      <dgm:prSet presAssocID="{7CE50C93-6A94-4F11-A61C-2C90215515AB}" presName="parTxOnlySpace" presStyleCnt="0"/>
      <dgm:spPr/>
    </dgm:pt>
    <dgm:pt modelId="{50739AC9-FC4E-42C3-B62E-1016634A724A}" type="pres">
      <dgm:prSet presAssocID="{211D359A-E621-4AEC-B365-EBCECA4D5608}" presName="parTxOnly" presStyleLbl="node1" presStyleIdx="2" presStyleCnt="5">
        <dgm:presLayoutVars>
          <dgm:chMax val="0"/>
          <dgm:chPref val="0"/>
          <dgm:bulletEnabled val="1"/>
        </dgm:presLayoutVars>
      </dgm:prSet>
      <dgm:spPr/>
      <dgm:t>
        <a:bodyPr/>
        <a:lstStyle/>
        <a:p>
          <a:endParaRPr lang="zh-CN" altLang="en-US"/>
        </a:p>
      </dgm:t>
    </dgm:pt>
    <dgm:pt modelId="{BA7DB2C5-C694-4861-95D5-BF30690EE501}" type="pres">
      <dgm:prSet presAssocID="{56BE99E8-BF29-4F85-BEC4-A54AC3654A13}" presName="parTxOnlySpace" presStyleCnt="0"/>
      <dgm:spPr/>
    </dgm:pt>
    <dgm:pt modelId="{E2DC7CE9-31B9-4959-914F-451EA2F3687E}" type="pres">
      <dgm:prSet presAssocID="{C6C44482-D821-4FAE-BB52-29931F8BCBDE}" presName="parTxOnly" presStyleLbl="node1" presStyleIdx="3" presStyleCnt="5">
        <dgm:presLayoutVars>
          <dgm:chMax val="0"/>
          <dgm:chPref val="0"/>
          <dgm:bulletEnabled val="1"/>
        </dgm:presLayoutVars>
      </dgm:prSet>
      <dgm:spPr/>
      <dgm:t>
        <a:bodyPr/>
        <a:lstStyle/>
        <a:p>
          <a:endParaRPr lang="zh-CN" altLang="en-US"/>
        </a:p>
      </dgm:t>
    </dgm:pt>
    <dgm:pt modelId="{C9049E5E-A8D1-4220-86FE-2CC8496734D6}" type="pres">
      <dgm:prSet presAssocID="{FA81CD99-4C17-4421-BECF-3D861154DBDD}" presName="parTxOnlySpace" presStyleCnt="0"/>
      <dgm:spPr/>
    </dgm:pt>
    <dgm:pt modelId="{1E4362C3-EDDB-43B5-98A1-F5B2ACB44A22}" type="pres">
      <dgm:prSet presAssocID="{558DD0C8-1594-42EB-8463-A2FF2D1E051E}" presName="parTxOnly" presStyleLbl="node1" presStyleIdx="4" presStyleCnt="5">
        <dgm:presLayoutVars>
          <dgm:chMax val="0"/>
          <dgm:chPref val="0"/>
          <dgm:bulletEnabled val="1"/>
        </dgm:presLayoutVars>
      </dgm:prSet>
      <dgm:spPr/>
      <dgm:t>
        <a:bodyPr/>
        <a:lstStyle/>
        <a:p>
          <a:endParaRPr lang="zh-CN" altLang="en-US"/>
        </a:p>
      </dgm:t>
    </dgm:pt>
  </dgm:ptLst>
  <dgm:cxnLst>
    <dgm:cxn modelId="{62D19679-9152-4CA8-9676-592927ED4E56}" srcId="{314AE731-DFBF-4A5B-8171-86B7AA2F2858}" destId="{BEAB6AAF-246B-444D-90D9-FB867EA43595}" srcOrd="0" destOrd="0" parTransId="{7B320CD8-B4D8-4FF3-9549-4626CCF5C355}" sibTransId="{9D8C5213-1CA7-47CA-A58A-0ECD696509D5}"/>
    <dgm:cxn modelId="{AF3D1C39-1756-47E7-9131-FB6695B9B01A}" type="presOf" srcId="{BEAB6AAF-246B-444D-90D9-FB867EA43595}" destId="{FC4CA3E0-7A9C-47CB-88C9-7F81B89FD5AA}" srcOrd="0" destOrd="0" presId="urn:microsoft.com/office/officeart/2005/8/layout/chevron1"/>
    <dgm:cxn modelId="{E4DD6AD4-5251-4D77-B20E-F860954910A9}" type="presOf" srcId="{558DD0C8-1594-42EB-8463-A2FF2D1E051E}" destId="{1E4362C3-EDDB-43B5-98A1-F5B2ACB44A22}" srcOrd="0" destOrd="0" presId="urn:microsoft.com/office/officeart/2005/8/layout/chevron1"/>
    <dgm:cxn modelId="{94EC2851-A898-45BD-9E73-8E68651DEE42}" type="presOf" srcId="{211D359A-E621-4AEC-B365-EBCECA4D5608}" destId="{50739AC9-FC4E-42C3-B62E-1016634A724A}" srcOrd="0" destOrd="0" presId="urn:microsoft.com/office/officeart/2005/8/layout/chevron1"/>
    <dgm:cxn modelId="{36BA0167-36DA-4A39-8011-C7BCC044A803}" type="presOf" srcId="{C6C44482-D821-4FAE-BB52-29931F8BCBDE}" destId="{E2DC7CE9-31B9-4959-914F-451EA2F3687E}" srcOrd="0" destOrd="0" presId="urn:microsoft.com/office/officeart/2005/8/layout/chevron1"/>
    <dgm:cxn modelId="{80F8930D-5816-4EC5-A90F-461BE15645B6}" srcId="{314AE731-DFBF-4A5B-8171-86B7AA2F2858}" destId="{C6C44482-D821-4FAE-BB52-29931F8BCBDE}" srcOrd="3" destOrd="0" parTransId="{DE3ECBCB-59A7-4B29-8005-72F8BCC1C41D}" sibTransId="{FA81CD99-4C17-4421-BECF-3D861154DBDD}"/>
    <dgm:cxn modelId="{3F18D4AF-2AB1-48BF-A6A3-28317A57E777}" type="presOf" srcId="{3F9AE8EF-E0BD-4A86-A1DC-73AF72B43E8D}" destId="{2147596E-7442-41E7-9852-40E25C424996}" srcOrd="0" destOrd="0" presId="urn:microsoft.com/office/officeart/2005/8/layout/chevron1"/>
    <dgm:cxn modelId="{66638CAC-123E-4530-BEDD-30FADC271D64}" srcId="{314AE731-DFBF-4A5B-8171-86B7AA2F2858}" destId="{3F9AE8EF-E0BD-4A86-A1DC-73AF72B43E8D}" srcOrd="1" destOrd="0" parTransId="{5F12A6E5-E57E-4059-894D-D3A3846C30F2}" sibTransId="{7CE50C93-6A94-4F11-A61C-2C90215515AB}"/>
    <dgm:cxn modelId="{8237D29D-208F-4EED-9BEC-C15BF4EC2DDD}" srcId="{314AE731-DFBF-4A5B-8171-86B7AA2F2858}" destId="{558DD0C8-1594-42EB-8463-A2FF2D1E051E}" srcOrd="4" destOrd="0" parTransId="{94D0C863-B80D-4138-9AF2-08210DC1C8E2}" sibTransId="{8ED1904E-96F3-4EAC-81A6-CCD9CBF5CD62}"/>
    <dgm:cxn modelId="{BF6558B0-650E-4BA1-A1B1-1CA458E6EC49}" srcId="{314AE731-DFBF-4A5B-8171-86B7AA2F2858}" destId="{211D359A-E621-4AEC-B365-EBCECA4D5608}" srcOrd="2" destOrd="0" parTransId="{95B58C96-0D87-4CC9-A2F6-B9DFCA67DC5F}" sibTransId="{56BE99E8-BF29-4F85-BEC4-A54AC3654A13}"/>
    <dgm:cxn modelId="{C393118E-32A4-4EAE-94C0-636C9D336BF6}" type="presOf" srcId="{314AE731-DFBF-4A5B-8171-86B7AA2F2858}" destId="{5653E5CF-63C1-4886-9DFE-DC4B36C44A33}" srcOrd="0" destOrd="0" presId="urn:microsoft.com/office/officeart/2005/8/layout/chevron1"/>
    <dgm:cxn modelId="{0D1B6267-A403-494C-8370-C0994389C1B8}" type="presParOf" srcId="{5653E5CF-63C1-4886-9DFE-DC4B36C44A33}" destId="{FC4CA3E0-7A9C-47CB-88C9-7F81B89FD5AA}" srcOrd="0" destOrd="0" presId="urn:microsoft.com/office/officeart/2005/8/layout/chevron1"/>
    <dgm:cxn modelId="{D531F893-F3D4-4A86-B1C7-D42713AA532F}" type="presParOf" srcId="{5653E5CF-63C1-4886-9DFE-DC4B36C44A33}" destId="{ED8D2DC7-F6B9-49A1-A3FB-6645AA0B27C9}" srcOrd="1" destOrd="0" presId="urn:microsoft.com/office/officeart/2005/8/layout/chevron1"/>
    <dgm:cxn modelId="{0850F592-EE9B-420D-9385-03BAA764B71C}" type="presParOf" srcId="{5653E5CF-63C1-4886-9DFE-DC4B36C44A33}" destId="{2147596E-7442-41E7-9852-40E25C424996}" srcOrd="2" destOrd="0" presId="urn:microsoft.com/office/officeart/2005/8/layout/chevron1"/>
    <dgm:cxn modelId="{C9FD4068-0CC9-4764-9D21-217BA430D04B}" type="presParOf" srcId="{5653E5CF-63C1-4886-9DFE-DC4B36C44A33}" destId="{78A125B0-FC96-47C5-ADBC-5773E5EBD695}" srcOrd="3" destOrd="0" presId="urn:microsoft.com/office/officeart/2005/8/layout/chevron1"/>
    <dgm:cxn modelId="{547118B0-A9B3-40B6-B76F-C0D0003F33D7}" type="presParOf" srcId="{5653E5CF-63C1-4886-9DFE-DC4B36C44A33}" destId="{50739AC9-FC4E-42C3-B62E-1016634A724A}" srcOrd="4" destOrd="0" presId="urn:microsoft.com/office/officeart/2005/8/layout/chevron1"/>
    <dgm:cxn modelId="{BD22DC31-A7DE-4901-B6D7-6BEBA78E70FE}" type="presParOf" srcId="{5653E5CF-63C1-4886-9DFE-DC4B36C44A33}" destId="{BA7DB2C5-C694-4861-95D5-BF30690EE501}" srcOrd="5" destOrd="0" presId="urn:microsoft.com/office/officeart/2005/8/layout/chevron1"/>
    <dgm:cxn modelId="{6096B95F-7454-4979-B3D5-9855FCFF747A}" type="presParOf" srcId="{5653E5CF-63C1-4886-9DFE-DC4B36C44A33}" destId="{E2DC7CE9-31B9-4959-914F-451EA2F3687E}" srcOrd="6" destOrd="0" presId="urn:microsoft.com/office/officeart/2005/8/layout/chevron1"/>
    <dgm:cxn modelId="{39EBC841-BF59-450A-AFA7-5F65BDA59634}" type="presParOf" srcId="{5653E5CF-63C1-4886-9DFE-DC4B36C44A33}" destId="{C9049E5E-A8D1-4220-86FE-2CC8496734D6}" srcOrd="7" destOrd="0" presId="urn:microsoft.com/office/officeart/2005/8/layout/chevron1"/>
    <dgm:cxn modelId="{F6B1A282-ACA2-46ED-A51B-478AA1A26005}" type="presParOf" srcId="{5653E5CF-63C1-4886-9DFE-DC4B36C44A33}" destId="{1E4362C3-EDDB-43B5-98A1-F5B2ACB44A22}" srcOrd="8" destOrd="0" presId="urn:microsoft.com/office/officeart/2005/8/layout/chevron1"/>
  </dgm:cxnLst>
  <dgm:bg>
    <a:solidFill>
      <a:schemeClr val="bg1"/>
    </a:solidFill>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chevron1">
  <dgm:title val=""/>
  <dgm:desc val=""/>
  <dgm:catLst>
    <dgm:cat type="process" pri="9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des" func="maxDepth" op="gte" val="2">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1.5"/>
          <dgm:constr type="h" for="des" forName="desTx" refType="primFontSz" refFor="des" refForName="parTx" fact="0.5"/>
          <dgm:constr type="w" for="ch" forName="space" op="equ" val="-6"/>
        </dgm:constrLst>
        <dgm:ruleLst>
          <dgm:rule type="w" for="ch" forName="composite" val="0" fact="NaN" max="NaN"/>
          <dgm:rule type="primFontSz" for="des" forName="parTx" val="5" fact="NaN" max="NaN"/>
        </dgm:ruleLst>
        <dgm:forEach name="Name6" axis="ch" ptType="node">
          <dgm:layoutNode name="composite">
            <dgm:alg type="composite"/>
            <dgm:shape xmlns:r="http://schemas.openxmlformats.org/officeDocument/2006/relationships" r:blip="">
              <dgm:adjLst/>
            </dgm:shape>
            <dgm:presOf/>
            <dgm:choose name="Name7">
              <dgm:if name="Name8" func="var" arg="dir" op="equ" val="norm">
                <dgm:constrLst>
                  <dgm:constr type="l" for="ch" forName="parTx"/>
                  <dgm:constr type="w" for="ch" forName="parTx" refType="w"/>
                  <dgm:constr type="t" for="ch" forName="parTx"/>
                  <dgm:constr type="l" for="ch" forName="desTx"/>
                  <dgm:constr type="w" for="ch" forName="desTx" refType="w" refFor="ch" refForName="parTx" fact="0.8"/>
                  <dgm:constr type="t" for="ch" forName="desTx" refType="h" refFor="ch" refForName="parTx" fact="1.125"/>
                </dgm:constrLst>
              </dgm:if>
              <dgm:else name="Name9">
                <dgm:constrLst>
                  <dgm:constr type="l" for="ch" forName="parTx"/>
                  <dgm:constr type="w" for="ch" forName="parTx" refType="w"/>
                  <dgm:constr type="t" for="ch" forName="parTx"/>
                  <dgm:constr type="l" for="ch" forName="desTx" refType="w" fact="0.2"/>
                  <dgm:constr type="w" for="ch" forName="desTx" refType="w" refFor="ch" refForName="parTx" fact="0.8"/>
                  <dgm:constr type="t" for="ch" forName="desTx" refType="h" refFor="ch" refForName="parTx" fact="1.125"/>
                </dgm:constrLst>
              </dgm:else>
            </dgm:choose>
            <dgm:ruleLst>
              <dgm:rule type="h" val="INF" fact="NaN" max="NaN"/>
            </dgm:ruleLst>
            <dgm:layoutNode name="parTx">
              <dgm:varLst>
                <dgm:chMax val="0"/>
                <dgm:chPref val="0"/>
                <dgm:bulletEnabled val="1"/>
              </dgm:varLst>
              <dgm:alg type="tx"/>
              <dgm:choose name="Name10">
                <dgm:if name="Name11" func="var" arg="dir" op="equ" val="norm">
                  <dgm:shape xmlns:r="http://schemas.openxmlformats.org/officeDocument/2006/relationships" type="chevron" r:blip="">
                    <dgm:adjLst/>
                  </dgm:shape>
                </dgm:if>
                <dgm:else name="Name12">
                  <dgm:shape xmlns:r="http://schemas.openxmlformats.org/officeDocument/2006/relationships" rot="180" type="chevron" r:blip="">
                    <dgm:adjLst/>
                  </dgm:shape>
                </dgm:else>
              </dgm:choose>
              <dgm:presOf axis="self" ptType="node"/>
              <dgm:choose name="Name13">
                <dgm:if name="Name14" func="var" arg="dir" op="equ" val="norm">
                  <dgm:constrLst>
                    <dgm:constr type="h" refType="w" op="lte" fact="0.4"/>
                    <dgm:constr type="h"/>
                    <dgm:constr type="tMarg" refType="primFontSz" fact="0.105"/>
                    <dgm:constr type="bMarg" refType="primFontSz" fact="0.105"/>
                    <dgm:constr type="lMarg" refType="primFontSz" fact="0.315"/>
                    <dgm:constr type="rMarg" refType="primFontSz" fact="0.105"/>
                  </dgm:constrLst>
                </dgm:if>
                <dgm:else name="Name15">
                  <dgm:constrLst>
                    <dgm:constr type="h" refType="w" op="lte" fact="0.4"/>
                    <dgm:constr type="h"/>
                    <dgm:constr type="tMarg" refType="primFontSz" fact="0.105"/>
                    <dgm:constr type="bMarg" refType="primFontSz" fact="0.105"/>
                    <dgm:constr type="lMarg" refType="primFontSz" fact="0.105"/>
                    <dgm:constr type="rMarg" refType="primFontSz" fact="0.315"/>
                  </dgm:constrLst>
                </dgm:else>
              </dgm:choose>
              <dgm:ruleLst>
                <dgm:rule type="h" val="INF" fact="NaN" max="NaN"/>
              </dgm:ruleLst>
            </dgm:layoutNode>
            <dgm:layoutNode name="desTx" styleLbl="revTx">
              <dgm:varLst>
                <dgm:bulletEnabled val="1"/>
              </dgm:varLst>
              <dgm:alg type="tx">
                <dgm:param type="stBulletLvl" val="1"/>
              </dgm:alg>
              <dgm:choose name="Name16">
                <dgm:if name="Name17" axis="ch" ptType="node" func="cnt" op="gte" val="1">
                  <dgm:shape xmlns:r="http://schemas.openxmlformats.org/officeDocument/2006/relationships" type="rect" r:blip="">
                    <dgm:adjLst/>
                  </dgm:shape>
                </dgm:if>
                <dgm:else name="Name18">
                  <dgm:shape xmlns:r="http://schemas.openxmlformats.org/officeDocument/2006/relationships" type="rect" r:blip="" hideGeom="1">
                    <dgm:adjLst/>
                  </dgm:shape>
                </dgm:else>
              </dgm:choose>
              <dgm:presOf axis="des" ptType="node"/>
              <dgm:constrLst>
                <dgm:constr type="secFontSz" val="65"/>
                <dgm:constr type="primFontSz" refType="secFontSz"/>
                <dgm:constr type="h"/>
                <dgm:constr type="tMarg"/>
                <dgm:constr type="bMarg"/>
                <dgm:constr type="rMarg"/>
                <dgm:constr type="lMarg"/>
              </dgm:constrLst>
              <dgm:ruleLst>
                <dgm:rule type="h" val="INF" fact="NaN" max="NaN"/>
              </dgm:ruleLst>
            </dgm:layoutNode>
          </dgm:layoutNode>
          <dgm:forEach name="Name19" axis="followSib" ptType="sibTrans" cnt="1">
            <dgm:layoutNode name="space">
              <dgm:alg type="sp"/>
              <dgm:shape xmlns:r="http://schemas.openxmlformats.org/officeDocument/2006/relationships" r:blip="">
                <dgm:adjLst/>
              </dgm:shape>
              <dgm:presOf/>
              <dgm:constrLst/>
              <dgm:ruleLst/>
            </dgm:layoutNode>
          </dgm:forEach>
        </dgm:forEach>
      </dgm:if>
      <dgm:else name="Name20">
        <dgm:constrLst>
          <dgm:constr type="w" for="ch" forName="parTxOnly" refType="w"/>
          <dgm:constr type="h" for="des" forName="parTxOnly" op="equ"/>
          <dgm:constr type="primFontSz" for="des" forName="parTxOnly" op="equ" val="65"/>
          <dgm:constr type="w" for="ch" forName="parTxOnlySpace" refType="w" refFor="ch" refForName="parTxOnly" fact="-0.1"/>
        </dgm:constrLst>
        <dgm:ruleLst/>
        <dgm:forEach name="Name21" axis="ch" ptType="node">
          <dgm:layoutNode name="parTxOnly">
            <dgm:varLst>
              <dgm:chMax val="0"/>
              <dgm:chPref val="0"/>
              <dgm:bulletEnabled val="1"/>
            </dgm:varLst>
            <dgm:alg type="tx"/>
            <dgm:choose name="Name22">
              <dgm:if name="Name23" func="var" arg="dir" op="equ" val="norm">
                <dgm:shape xmlns:r="http://schemas.openxmlformats.org/officeDocument/2006/relationships" type="chevron" r:blip="">
                  <dgm:adjLst/>
                </dgm:shape>
              </dgm:if>
              <dgm:else name="Name24">
                <dgm:shape xmlns:r="http://schemas.openxmlformats.org/officeDocument/2006/relationships" rot="180" type="chevron" r:blip="">
                  <dgm:adjLst/>
                </dgm:shape>
              </dgm:else>
            </dgm:choose>
            <dgm:presOf axis="self" ptType="node"/>
            <dgm:choose name="Name25">
              <dgm:if name="Name26" func="var" arg="dir" op="equ" val="norm">
                <dgm:constrLst>
                  <dgm:constr type="h" refType="w" op="equ" fact="0.4"/>
                  <dgm:constr type="tMarg" refType="primFontSz" fact="0.105"/>
                  <dgm:constr type="bMarg" refType="primFontSz" fact="0.105"/>
                  <dgm:constr type="lMarg" refType="primFontSz" fact="0.315"/>
                  <dgm:constr type="rMarg" refType="primFontSz" fact="0.105"/>
                </dgm:constrLst>
              </dgm:if>
              <dgm:else name="Name27">
                <dgm:constrLst>
                  <dgm:constr type="h" refType="w" op="equ" fact="0.4"/>
                  <dgm:constr type="tMarg" refType="primFontSz" fact="0.105"/>
                  <dgm:constr type="bMarg" refType="primFontSz" fact="0.105"/>
                  <dgm:constr type="lMarg" refType="primFontSz" fact="0.105"/>
                  <dgm:constr type="rMarg" refType="primFontSz" fact="0.315"/>
                </dgm:constrLst>
              </dgm:else>
            </dgm:choose>
            <dgm:ruleLst>
              <dgm:rule type="primFontSz" val="5" fact="NaN" max="NaN"/>
            </dgm:ruleLst>
          </dgm:layoutNode>
          <dgm:forEach name="Name28" axis="followSib" ptType="sibTrans" cnt="1">
            <dgm:layoutNode name="parTxOnly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a:extLst>
              <a:ext uri="{FF2B5EF4-FFF2-40B4-BE49-F238E27FC236}">
                <a16:creationId xmlns="" xmlns:a16="http://schemas.microsoft.com/office/drawing/2014/main" id="{83C43651-EA8B-4678-8FD9-6C875DB13615}"/>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
        <p:nvSpPr>
          <p:cNvPr id="3" name="日期占位符 2">
            <a:extLst>
              <a:ext uri="{FF2B5EF4-FFF2-40B4-BE49-F238E27FC236}">
                <a16:creationId xmlns="" xmlns:a16="http://schemas.microsoft.com/office/drawing/2014/main" id="{6BD28C34-B0BD-41BE-80A7-C252BFAB083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09C1BF11-5702-475A-BDCC-CA13CC2B291E}"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4" name="页脚占位符 3">
            <a:extLst>
              <a:ext uri="{FF2B5EF4-FFF2-40B4-BE49-F238E27FC236}">
                <a16:creationId xmlns="" xmlns:a16="http://schemas.microsoft.com/office/drawing/2014/main" id="{A77B7009-201B-41DD-A31B-ADB4AD7A410D}"/>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5" name="灯片编号占位符 4">
            <a:extLst>
              <a:ext uri="{FF2B5EF4-FFF2-40B4-BE49-F238E27FC236}">
                <a16:creationId xmlns="" xmlns:a16="http://schemas.microsoft.com/office/drawing/2014/main" id="{DBB078B8-0584-4580-A4FF-8E471217AEE1}"/>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381B0EFE-A81B-4FF2-A11B-20F00DF34C36}" type="slidenum">
              <a:rPr lang="zh-CN" altLang="en-US"/>
              <a:pPr/>
              <a:t>‹#›</a:t>
            </a:fld>
            <a:endParaRPr lang="zh-CN" altLang="en-US">
              <a:latin typeface="Arial" panose="020B0604020202020204" pitchFamily="34" charset="0"/>
              <a:ea typeface="微软雅黑" panose="020B0503020204020204" pitchFamily="34" charset="-122"/>
            </a:endParaRPr>
          </a:p>
        </p:txBody>
      </p:sp>
    </p:spTree>
    <p:extLst>
      <p:ext uri="{BB962C8B-B14F-4D97-AF65-F5344CB8AC3E}">
        <p14:creationId xmlns:p14="http://schemas.microsoft.com/office/powerpoint/2010/main" val="7403255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 name="日期占位符 2">
            <a:extLst>
              <a:ext uri="{FF2B5EF4-FFF2-40B4-BE49-F238E27FC236}">
                <a16:creationId xmlns="" xmlns:a16="http://schemas.microsoft.com/office/drawing/2014/main" id="{A1E830F0-DDCD-4D0F-B5F3-4FD19C8F867D}"/>
              </a:ext>
            </a:extLst>
          </p:cNvPr>
          <p:cNvSpPr>
            <a:spLocks noGrp="1"/>
          </p:cNvSpPr>
          <p:nvPr>
            <p:ph type="dt" idx="1"/>
          </p:nvPr>
        </p:nvSpPr>
        <p:spPr>
          <a:xfrm>
            <a:off x="3884613" y="0"/>
            <a:ext cx="2971800" cy="458788"/>
          </a:xfrm>
          <a:prstGeom prst="rect">
            <a:avLst/>
          </a:prstGeom>
        </p:spPr>
        <p:txBody>
          <a:bodyPr vert="horz" lIns="91440" tIns="45720" rIns="91440" bIns="45720" rtlCol="0"/>
          <a:lstStyle>
            <a:lvl1pPr algn="r" fontAlgn="auto">
              <a:defRPr sz="1200" noProof="1" smtClean="0">
                <a:latin typeface="+mn-lt"/>
                <a:ea typeface="+mn-ea"/>
              </a:defRPr>
            </a:lvl1pPr>
          </a:lstStyle>
          <a:p>
            <a:fld id="{E86D8963-CFCD-4740-AF60-049850373CDF}" type="datetimeFigureOut">
              <a:rPr lang="zh-CN" altLang="en-US"/>
              <a:pPr/>
              <a:t>2022/12/27</a:t>
            </a:fld>
            <a:endParaRPr lang="zh-CN" altLang="en-US">
              <a:latin typeface="Arial" panose="020B0604020202020204" pitchFamily="34" charset="0"/>
              <a:ea typeface="微软雅黑" panose="020B0503020204020204" pitchFamily="34" charset="-122"/>
            </a:endParaRPr>
          </a:p>
        </p:txBody>
      </p:sp>
      <p:sp>
        <p:nvSpPr>
          <p:cNvPr id="30723" name="幻灯片图像占位符 3">
            <a:extLst>
              <a:ext uri="{FF2B5EF4-FFF2-40B4-BE49-F238E27FC236}">
                <a16:creationId xmlns="" xmlns:a16="http://schemas.microsoft.com/office/drawing/2014/main" id="{0E0776D9-EB5E-4648-A11C-5DC5CDC40389}"/>
              </a:ext>
            </a:extLst>
          </p:cNvPr>
          <p:cNvSpPr>
            <a:spLocks noGrp="1" noRot="1" noChangeAspect="1" noChangeArrowheads="1"/>
          </p:cNvSpPr>
          <p:nvPr>
            <p:ph type="sldImg" idx="4294967295"/>
          </p:nvPr>
        </p:nvSpPr>
        <p:spPr bwMode="auto">
          <a:xfrm>
            <a:off x="685800" y="1143000"/>
            <a:ext cx="5486400" cy="3086100"/>
          </a:xfrm>
          <a:prstGeom prst="rect">
            <a:avLst/>
          </a:prstGeom>
          <a:noFill/>
          <a:ln w="12700">
            <a:solidFill>
              <a:srgbClr val="000000"/>
            </a:solidFill>
            <a:round/>
            <a:headEnd/>
            <a:tailEnd/>
          </a:ln>
          <a:extLst>
            <a:ext uri="{909E8E84-426E-40DD-AFC4-6F175D3DCCD1}">
              <a14:hiddenFill xmlns:a14="http://schemas.microsoft.com/office/drawing/2010/main">
                <a:solidFill>
                  <a:srgbClr val="FFFFFF"/>
                </a:solidFill>
              </a14:hiddenFill>
            </a:ext>
          </a:extLst>
        </p:spPr>
      </p:sp>
      <p:sp>
        <p:nvSpPr>
          <p:cNvPr id="30724" name="备注占位符 7">
            <a:extLst>
              <a:ext uri="{FF2B5EF4-FFF2-40B4-BE49-F238E27FC236}">
                <a16:creationId xmlns="" xmlns:a16="http://schemas.microsoft.com/office/drawing/2014/main" id="{283E4D93-BBF5-4A19-BF46-DCA634601C1A}"/>
              </a:ext>
            </a:extLst>
          </p:cNvPr>
          <p:cNvSpPr>
            <a:spLocks noGrp="1" noChangeArrowheads="1"/>
          </p:cNvSpPr>
          <p:nvPr>
            <p:ph type="body" sz="quarter" idx="4294967295"/>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9" name="灯片编号占位符 8">
            <a:extLst>
              <a:ext uri="{FF2B5EF4-FFF2-40B4-BE49-F238E27FC236}">
                <a16:creationId xmlns="" xmlns:a16="http://schemas.microsoft.com/office/drawing/2014/main" id="{DF32E9F7-1370-428C-9546-57C937509114}"/>
              </a:ext>
            </a:extLst>
          </p:cNvPr>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fontAlgn="auto">
              <a:defRPr sz="1200" noProof="1" smtClean="0">
                <a:latin typeface="+mn-lt"/>
                <a:ea typeface="+mn-ea"/>
              </a:defRPr>
            </a:lvl1pPr>
          </a:lstStyle>
          <a:p>
            <a:fld id="{4C464E13-4384-4E27-B198-CCD5CE71F818}" type="slidenum">
              <a:rPr lang="zh-CN" altLang="en-US"/>
              <a:pPr/>
              <a:t>‹#›</a:t>
            </a:fld>
            <a:endParaRPr lang="zh-CN" altLang="en-US">
              <a:latin typeface="Arial" panose="020B0604020202020204" pitchFamily="34" charset="0"/>
              <a:ea typeface="微软雅黑" panose="020B0503020204020204" pitchFamily="34" charset="-122"/>
            </a:endParaRPr>
          </a:p>
        </p:txBody>
      </p:sp>
      <p:sp>
        <p:nvSpPr>
          <p:cNvPr id="10" name="页脚占位符 9">
            <a:extLst>
              <a:ext uri="{FF2B5EF4-FFF2-40B4-BE49-F238E27FC236}">
                <a16:creationId xmlns="" xmlns:a16="http://schemas.microsoft.com/office/drawing/2014/main" id="{22C67519-F77F-4031-9D1A-E102741AFDF7}"/>
              </a:ext>
            </a:extLst>
          </p:cNvPr>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fontAlgn="auto">
              <a:defRPr sz="1200" noProof="1"/>
            </a:lvl1pPr>
          </a:lstStyle>
          <a:p>
            <a:endParaRPr lang="zh-CN" altLang="en-US"/>
          </a:p>
        </p:txBody>
      </p:sp>
      <p:sp>
        <p:nvSpPr>
          <p:cNvPr id="11" name="页眉占位符 10">
            <a:extLst>
              <a:ext uri="{FF2B5EF4-FFF2-40B4-BE49-F238E27FC236}">
                <a16:creationId xmlns="" xmlns:a16="http://schemas.microsoft.com/office/drawing/2014/main" id="{A2FFFFAA-8C8E-43C6-8DDC-20C2BA84D3E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fontAlgn="auto">
              <a:defRPr sz="1200" noProof="1"/>
            </a:lvl1pPr>
          </a:lstStyle>
          <a:p>
            <a:endParaRPr lang="zh-CN" altLang="en-US"/>
          </a:p>
        </p:txBody>
      </p:sp>
    </p:spTree>
    <p:extLst>
      <p:ext uri="{BB962C8B-B14F-4D97-AF65-F5344CB8AC3E}">
        <p14:creationId xmlns:p14="http://schemas.microsoft.com/office/powerpoint/2010/main" val="2146978427"/>
      </p:ext>
    </p:extLst>
  </p:cSld>
  <p:clrMap bg1="lt1" tx1="dk1" bg2="lt2" tx2="dk2" accent1="accent1" accent2="accent2" accent3="accent3" accent4="accent4" accent5="accent5" accent6="accent6" hlink="hlink" folHlink="folHlink"/>
  <p:notesStyle>
    <a:lvl1pPr algn="l" rtl="0" fontAlgn="base">
      <a:spcBef>
        <a:spcPct val="0"/>
      </a:spcBef>
      <a:spcAft>
        <a:spcPct val="0"/>
      </a:spcAft>
      <a:defRPr sz="1200" kern="1200">
        <a:solidFill>
          <a:schemeClr val="tx1"/>
        </a:solidFill>
        <a:latin typeface="+mn-lt"/>
        <a:ea typeface="+mn-ea"/>
        <a:cs typeface="+mn-cs"/>
      </a:defRPr>
    </a:lvl1pPr>
    <a:lvl2pPr marL="457200" algn="l" rtl="0" fontAlgn="base">
      <a:spcBef>
        <a:spcPct val="0"/>
      </a:spcBef>
      <a:spcAft>
        <a:spcPct val="0"/>
      </a:spcAft>
      <a:defRPr sz="1200" kern="1200">
        <a:solidFill>
          <a:schemeClr val="tx1"/>
        </a:solidFill>
        <a:latin typeface="+mn-lt"/>
        <a:ea typeface="+mn-ea"/>
        <a:cs typeface="+mn-cs"/>
      </a:defRPr>
    </a:lvl2pPr>
    <a:lvl3pPr marL="914400" algn="l" rtl="0" fontAlgn="base">
      <a:spcBef>
        <a:spcPct val="0"/>
      </a:spcBef>
      <a:spcAft>
        <a:spcPct val="0"/>
      </a:spcAft>
      <a:defRPr sz="1200" kern="1200">
        <a:solidFill>
          <a:schemeClr val="tx1"/>
        </a:solidFill>
        <a:latin typeface="+mn-lt"/>
        <a:ea typeface="+mn-ea"/>
        <a:cs typeface="+mn-cs"/>
      </a:defRPr>
    </a:lvl3pPr>
    <a:lvl4pPr marL="1371600" algn="l" rtl="0" fontAlgn="base">
      <a:spcBef>
        <a:spcPct val="0"/>
      </a:spcBef>
      <a:spcAft>
        <a:spcPct val="0"/>
      </a:spcAft>
      <a:defRPr sz="1200" kern="1200">
        <a:solidFill>
          <a:schemeClr val="tx1"/>
        </a:solidFill>
        <a:latin typeface="+mn-lt"/>
        <a:ea typeface="+mn-ea"/>
        <a:cs typeface="+mn-cs"/>
      </a:defRPr>
    </a:lvl4pPr>
    <a:lvl5pPr marL="1828800" algn="l" rtl="0" fontAlgn="base">
      <a:spcBef>
        <a:spcPct val="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userDrawn="1">
  <p:cSld name="标题幻灯片">
    <p:spTree>
      <p:nvGrpSpPr>
        <p:cNvPr id="1" name=""/>
        <p:cNvGrpSpPr/>
        <p:nvPr/>
      </p:nvGrpSpPr>
      <p:grpSpPr>
        <a:xfrm>
          <a:off x="0" y="0"/>
          <a:ext cx="0" cy="0"/>
          <a:chOff x="0" y="0"/>
          <a:chExt cx="0" cy="0"/>
        </a:xfrm>
      </p:grpSpPr>
      <p:sp>
        <p:nvSpPr>
          <p:cNvPr id="6" name="矩形: 圆角 5">
            <a:extLst>
              <a:ext uri="{FF2B5EF4-FFF2-40B4-BE49-F238E27FC236}">
                <a16:creationId xmlns="" xmlns:a16="http://schemas.microsoft.com/office/drawing/2014/main" id="{6EB3BC85-6B9D-4CAF-90B8-EC7DC38A8093}"/>
              </a:ext>
            </a:extLst>
          </p:cNvPr>
          <p:cNvSpPr/>
          <p:nvPr userDrawn="1"/>
        </p:nvSpPr>
        <p:spPr>
          <a:xfrm>
            <a:off x="0" y="0"/>
            <a:ext cx="12192000" cy="6858000"/>
          </a:xfrm>
          <a:prstGeom prst="roundRect">
            <a:avLst>
              <a:gd name="adj" fmla="val 0"/>
            </a:avLst>
          </a:prstGeom>
          <a:gradFill>
            <a:gsLst>
              <a:gs pos="0">
                <a:schemeClr val="accent2"/>
              </a:gs>
              <a:gs pos="100000">
                <a:schemeClr val="accent3"/>
              </a:gs>
            </a:gsLst>
            <a:lin ang="0" scaled="0"/>
          </a:gra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任意多边形: 形状 6">
            <a:extLst>
              <a:ext uri="{FF2B5EF4-FFF2-40B4-BE49-F238E27FC236}">
                <a16:creationId xmlns="" xmlns:a16="http://schemas.microsoft.com/office/drawing/2014/main" id="{ED0129E5-1051-4340-8E45-BD04A72D1987}"/>
              </a:ext>
            </a:extLst>
          </p:cNvPr>
          <p:cNvSpPr/>
          <p:nvPr userDrawn="1"/>
        </p:nvSpPr>
        <p:spPr>
          <a:xfrm>
            <a:off x="4019550" y="1346200"/>
            <a:ext cx="7832725" cy="5137150"/>
          </a:xfrm>
          <a:custGeom>
            <a:avLst/>
            <a:gdLst>
              <a:gd name="connsiteX0" fmla="*/ 9059374 w 9059374"/>
              <a:gd name="connsiteY0" fmla="*/ 0 h 5940588"/>
              <a:gd name="connsiteX1" fmla="*/ 9059374 w 9059374"/>
              <a:gd name="connsiteY1" fmla="*/ 5940588 h 5940588"/>
              <a:gd name="connsiteX2" fmla="*/ 0 w 9059374"/>
              <a:gd name="connsiteY2" fmla="*/ 5940588 h 5940588"/>
            </a:gdLst>
            <a:ahLst/>
            <a:cxnLst>
              <a:cxn ang="0">
                <a:pos x="connsiteX0" y="connsiteY0"/>
              </a:cxn>
              <a:cxn ang="0">
                <a:pos x="connsiteX1" y="connsiteY1"/>
              </a:cxn>
              <a:cxn ang="0">
                <a:pos x="connsiteX2" y="connsiteY2"/>
              </a:cxn>
            </a:cxnLst>
            <a:rect l="l" t="t" r="r" b="b"/>
            <a:pathLst>
              <a:path w="9059374" h="5940588">
                <a:moveTo>
                  <a:pt x="9059374" y="0"/>
                </a:moveTo>
                <a:lnTo>
                  <a:pt x="9059374" y="5940588"/>
                </a:lnTo>
                <a:lnTo>
                  <a:pt x="0" y="5940588"/>
                </a:lnTo>
                <a:close/>
              </a:path>
            </a:pathLst>
          </a:custGeom>
          <a:solidFill>
            <a:schemeClr val="bg1">
              <a:alpha val="27000"/>
            </a:schemeClr>
          </a:solidFill>
          <a:ln>
            <a:noFill/>
          </a:ln>
          <a:effectLst>
            <a:outerShdw blurRad="800100" sx="102000" sy="1020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8" name="Freeform 100">
            <a:extLst>
              <a:ext uri="{FF2B5EF4-FFF2-40B4-BE49-F238E27FC236}">
                <a16:creationId xmlns="" xmlns:a16="http://schemas.microsoft.com/office/drawing/2014/main" id="{A36D1798-A1CA-4D7E-B424-254BFF94FD7C}"/>
              </a:ext>
            </a:extLst>
          </p:cNvPr>
          <p:cNvSpPr>
            <a:spLocks noChangeArrowheads="1"/>
          </p:cNvSpPr>
          <p:nvPr/>
        </p:nvSpPr>
        <p:spPr bwMode="auto">
          <a:xfrm>
            <a:off x="6213475" y="1006475"/>
            <a:ext cx="2635250" cy="1997075"/>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1">
            <a:extLst>
              <a:ext uri="{FF2B5EF4-FFF2-40B4-BE49-F238E27FC236}">
                <a16:creationId xmlns="" xmlns:a16="http://schemas.microsoft.com/office/drawing/2014/main" id="{E8C3362A-0A53-4F77-816A-7587B884A5E9}"/>
              </a:ext>
            </a:extLst>
          </p:cNvPr>
          <p:cNvSpPr>
            <a:spLocks noChangeArrowheads="1"/>
          </p:cNvSpPr>
          <p:nvPr/>
        </p:nvSpPr>
        <p:spPr bwMode="auto">
          <a:xfrm>
            <a:off x="7951788" y="830263"/>
            <a:ext cx="1057275" cy="2173287"/>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2">
            <a:extLst>
              <a:ext uri="{FF2B5EF4-FFF2-40B4-BE49-F238E27FC236}">
                <a16:creationId xmlns="" xmlns:a16="http://schemas.microsoft.com/office/drawing/2014/main" id="{B38EB0B3-A79D-4899-B750-F812B5748320}"/>
              </a:ext>
            </a:extLst>
          </p:cNvPr>
          <p:cNvSpPr>
            <a:spLocks noChangeArrowheads="1"/>
          </p:cNvSpPr>
          <p:nvPr/>
        </p:nvSpPr>
        <p:spPr bwMode="auto">
          <a:xfrm>
            <a:off x="7799388" y="639763"/>
            <a:ext cx="1377950" cy="2363787"/>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3">
            <a:extLst>
              <a:ext uri="{FF2B5EF4-FFF2-40B4-BE49-F238E27FC236}">
                <a16:creationId xmlns="" xmlns:a16="http://schemas.microsoft.com/office/drawing/2014/main" id="{70050A56-5891-4390-A47C-74FAD121AB29}"/>
              </a:ext>
            </a:extLst>
          </p:cNvPr>
          <p:cNvSpPr>
            <a:spLocks noEditPoints="1" noChangeArrowheads="1"/>
          </p:cNvSpPr>
          <p:nvPr/>
        </p:nvSpPr>
        <p:spPr bwMode="auto">
          <a:xfrm>
            <a:off x="6129338" y="965200"/>
            <a:ext cx="100012"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4">
            <a:extLst>
              <a:ext uri="{FF2B5EF4-FFF2-40B4-BE49-F238E27FC236}">
                <a16:creationId xmlns="" xmlns:a16="http://schemas.microsoft.com/office/drawing/2014/main" id="{7682B7E0-695F-44B2-875E-095AF6F7046A}"/>
              </a:ext>
            </a:extLst>
          </p:cNvPr>
          <p:cNvSpPr>
            <a:spLocks noEditPoints="1" noChangeArrowheads="1"/>
          </p:cNvSpPr>
          <p:nvPr/>
        </p:nvSpPr>
        <p:spPr bwMode="auto">
          <a:xfrm>
            <a:off x="7867650" y="792163"/>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5">
            <a:extLst>
              <a:ext uri="{FF2B5EF4-FFF2-40B4-BE49-F238E27FC236}">
                <a16:creationId xmlns="" xmlns:a16="http://schemas.microsoft.com/office/drawing/2014/main" id="{CC4A0B06-5CDE-4CBC-B116-907CE683E1CC}"/>
              </a:ext>
            </a:extLst>
          </p:cNvPr>
          <p:cNvSpPr>
            <a:spLocks noEditPoints="1" noChangeArrowheads="1"/>
          </p:cNvSpPr>
          <p:nvPr/>
        </p:nvSpPr>
        <p:spPr bwMode="auto">
          <a:xfrm>
            <a:off x="7715250" y="598488"/>
            <a:ext cx="101600" cy="101600"/>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6">
            <a:extLst>
              <a:ext uri="{FF2B5EF4-FFF2-40B4-BE49-F238E27FC236}">
                <a16:creationId xmlns="" xmlns:a16="http://schemas.microsoft.com/office/drawing/2014/main" id="{6CB9C93B-43EF-4856-811F-BCF5E95C91D2}"/>
              </a:ext>
            </a:extLst>
          </p:cNvPr>
          <p:cNvSpPr>
            <a:spLocks noChangeArrowheads="1"/>
          </p:cNvSpPr>
          <p:nvPr/>
        </p:nvSpPr>
        <p:spPr bwMode="auto">
          <a:xfrm>
            <a:off x="7313613" y="493713"/>
            <a:ext cx="2027237" cy="2509837"/>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7">
            <a:extLst>
              <a:ext uri="{FF2B5EF4-FFF2-40B4-BE49-F238E27FC236}">
                <a16:creationId xmlns="" xmlns:a16="http://schemas.microsoft.com/office/drawing/2014/main" id="{BCE8B6EB-271B-4795-84B5-C74FC766DFF9}"/>
              </a:ext>
            </a:extLst>
          </p:cNvPr>
          <p:cNvSpPr>
            <a:spLocks noEditPoints="1" noChangeArrowheads="1"/>
          </p:cNvSpPr>
          <p:nvPr/>
        </p:nvSpPr>
        <p:spPr bwMode="auto">
          <a:xfrm>
            <a:off x="7229475" y="452438"/>
            <a:ext cx="100013"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8">
            <a:extLst>
              <a:ext uri="{FF2B5EF4-FFF2-40B4-BE49-F238E27FC236}">
                <a16:creationId xmlns="" xmlns:a16="http://schemas.microsoft.com/office/drawing/2014/main" id="{2C044E33-42F0-47B8-9413-FF36324D4CA0}"/>
              </a:ext>
            </a:extLst>
          </p:cNvPr>
          <p:cNvSpPr>
            <a:spLocks noChangeArrowheads="1"/>
          </p:cNvSpPr>
          <p:nvPr/>
        </p:nvSpPr>
        <p:spPr bwMode="auto">
          <a:xfrm>
            <a:off x="9493250" y="493713"/>
            <a:ext cx="1433513" cy="2509837"/>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09">
            <a:extLst>
              <a:ext uri="{FF2B5EF4-FFF2-40B4-BE49-F238E27FC236}">
                <a16:creationId xmlns="" xmlns:a16="http://schemas.microsoft.com/office/drawing/2014/main" id="{B0B75A94-9E0D-4A3A-831A-ED028A99DB23}"/>
              </a:ext>
            </a:extLst>
          </p:cNvPr>
          <p:cNvSpPr>
            <a:spLocks noEditPoints="1" noChangeArrowheads="1"/>
          </p:cNvSpPr>
          <p:nvPr/>
        </p:nvSpPr>
        <p:spPr bwMode="auto">
          <a:xfrm>
            <a:off x="10904538"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0">
            <a:extLst>
              <a:ext uri="{FF2B5EF4-FFF2-40B4-BE49-F238E27FC236}">
                <a16:creationId xmlns="" xmlns:a16="http://schemas.microsoft.com/office/drawing/2014/main" id="{60903120-90EA-4BD9-989C-DEE80E5D9170}"/>
              </a:ext>
            </a:extLst>
          </p:cNvPr>
          <p:cNvSpPr>
            <a:spLocks noEditPoints="1" noChangeArrowheads="1"/>
          </p:cNvSpPr>
          <p:nvPr/>
        </p:nvSpPr>
        <p:spPr bwMode="auto">
          <a:xfrm>
            <a:off x="11102975" y="452438"/>
            <a:ext cx="101600"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1">
            <a:extLst>
              <a:ext uri="{FF2B5EF4-FFF2-40B4-BE49-F238E27FC236}">
                <a16:creationId xmlns="" xmlns:a16="http://schemas.microsoft.com/office/drawing/2014/main" id="{5FEBB2C5-1CB2-4CB4-951C-C88673222AA8}"/>
              </a:ext>
            </a:extLst>
          </p:cNvPr>
          <p:cNvSpPr>
            <a:spLocks noEditPoints="1" noChangeArrowheads="1"/>
          </p:cNvSpPr>
          <p:nvPr/>
        </p:nvSpPr>
        <p:spPr bwMode="auto">
          <a:xfrm>
            <a:off x="11307763" y="452438"/>
            <a:ext cx="100012" cy="1000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2">
            <a:extLst>
              <a:ext uri="{FF2B5EF4-FFF2-40B4-BE49-F238E27FC236}">
                <a16:creationId xmlns="" xmlns:a16="http://schemas.microsoft.com/office/drawing/2014/main" id="{61BBE27F-C126-43A0-ADAC-32F04A7BA344}"/>
              </a:ext>
            </a:extLst>
          </p:cNvPr>
          <p:cNvSpPr>
            <a:spLocks noEditPoints="1" noChangeArrowheads="1"/>
          </p:cNvSpPr>
          <p:nvPr/>
        </p:nvSpPr>
        <p:spPr bwMode="auto">
          <a:xfrm>
            <a:off x="115030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3">
            <a:extLst>
              <a:ext uri="{FF2B5EF4-FFF2-40B4-BE49-F238E27FC236}">
                <a16:creationId xmlns="" xmlns:a16="http://schemas.microsoft.com/office/drawing/2014/main" id="{EAA58AC9-539D-4C09-9AA7-13B04599C160}"/>
              </a:ext>
            </a:extLst>
          </p:cNvPr>
          <p:cNvSpPr>
            <a:spLocks noEditPoints="1" noChangeArrowheads="1"/>
          </p:cNvSpPr>
          <p:nvPr/>
        </p:nvSpPr>
        <p:spPr bwMode="auto">
          <a:xfrm>
            <a:off x="11706225" y="452438"/>
            <a:ext cx="103188"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4">
            <a:extLst>
              <a:ext uri="{FF2B5EF4-FFF2-40B4-BE49-F238E27FC236}">
                <a16:creationId xmlns="" xmlns:a16="http://schemas.microsoft.com/office/drawing/2014/main" id="{ACC85A4E-AC3E-44B6-8F1C-395F77E6AE44}"/>
              </a:ext>
            </a:extLst>
          </p:cNvPr>
          <p:cNvSpPr>
            <a:spLocks noEditPoints="1" noChangeArrowheads="1"/>
          </p:cNvSpPr>
          <p:nvPr/>
        </p:nvSpPr>
        <p:spPr bwMode="auto">
          <a:xfrm>
            <a:off x="11904663" y="452438"/>
            <a:ext cx="100012" cy="100012"/>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7">
            <a:extLst>
              <a:ext uri="{FF2B5EF4-FFF2-40B4-BE49-F238E27FC236}">
                <a16:creationId xmlns="" xmlns:a16="http://schemas.microsoft.com/office/drawing/2014/main" id="{52FC56B6-5653-4FCF-B0E0-5EB6CF7D4CF7}"/>
              </a:ext>
            </a:extLst>
          </p:cNvPr>
          <p:cNvSpPr>
            <a:spLocks noEditPoints="1" noChangeArrowheads="1"/>
          </p:cNvSpPr>
          <p:nvPr/>
        </p:nvSpPr>
        <p:spPr bwMode="auto">
          <a:xfrm>
            <a:off x="4643438" y="2600325"/>
            <a:ext cx="6894512" cy="4008438"/>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8">
            <a:extLst>
              <a:ext uri="{FF2B5EF4-FFF2-40B4-BE49-F238E27FC236}">
                <a16:creationId xmlns="" xmlns:a16="http://schemas.microsoft.com/office/drawing/2014/main" id="{6E93BA8B-AE90-475B-9BCA-7C9DE918B6FE}"/>
              </a:ext>
            </a:extLst>
          </p:cNvPr>
          <p:cNvSpPr>
            <a:spLocks noChangeArrowheads="1"/>
          </p:cNvSpPr>
          <p:nvPr/>
        </p:nvSpPr>
        <p:spPr bwMode="auto">
          <a:xfrm>
            <a:off x="4502150" y="2122488"/>
            <a:ext cx="7172325" cy="4067175"/>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19">
            <a:extLst>
              <a:ext uri="{FF2B5EF4-FFF2-40B4-BE49-F238E27FC236}">
                <a16:creationId xmlns="" xmlns:a16="http://schemas.microsoft.com/office/drawing/2014/main" id="{8272447B-0412-408B-B30E-A3EAA6303F2B}"/>
              </a:ext>
            </a:extLst>
          </p:cNvPr>
          <p:cNvSpPr>
            <a:spLocks noChangeArrowheads="1"/>
          </p:cNvSpPr>
          <p:nvPr/>
        </p:nvSpPr>
        <p:spPr bwMode="auto">
          <a:xfrm>
            <a:off x="4502150" y="3313113"/>
            <a:ext cx="7172325" cy="2860675"/>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0">
            <a:extLst>
              <a:ext uri="{FF2B5EF4-FFF2-40B4-BE49-F238E27FC236}">
                <a16:creationId xmlns="" xmlns:a16="http://schemas.microsoft.com/office/drawing/2014/main" id="{10152BF8-06E3-4D91-BDFF-8B0CB78A2085}"/>
              </a:ext>
            </a:extLst>
          </p:cNvPr>
          <p:cNvSpPr>
            <a:spLocks noChangeArrowheads="1"/>
          </p:cNvSpPr>
          <p:nvPr/>
        </p:nvSpPr>
        <p:spPr bwMode="auto">
          <a:xfrm>
            <a:off x="4502150" y="3375025"/>
            <a:ext cx="7172325" cy="275272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1">
            <a:extLst>
              <a:ext uri="{FF2B5EF4-FFF2-40B4-BE49-F238E27FC236}">
                <a16:creationId xmlns="" xmlns:a16="http://schemas.microsoft.com/office/drawing/2014/main" id="{D116E5C1-D001-4F24-8EAB-DF98F7901648}"/>
              </a:ext>
            </a:extLst>
          </p:cNvPr>
          <p:cNvSpPr>
            <a:spLocks noChangeArrowheads="1"/>
          </p:cNvSpPr>
          <p:nvPr/>
        </p:nvSpPr>
        <p:spPr bwMode="auto">
          <a:xfrm>
            <a:off x="4479925" y="1851025"/>
            <a:ext cx="7221538" cy="4170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2">
            <a:extLst>
              <a:ext uri="{FF2B5EF4-FFF2-40B4-BE49-F238E27FC236}">
                <a16:creationId xmlns="" xmlns:a16="http://schemas.microsoft.com/office/drawing/2014/main" id="{617B4ED8-8EB4-400C-80E8-07B6665657E1}"/>
              </a:ext>
            </a:extLst>
          </p:cNvPr>
          <p:cNvSpPr>
            <a:spLocks noChangeArrowheads="1"/>
          </p:cNvSpPr>
          <p:nvPr/>
        </p:nvSpPr>
        <p:spPr bwMode="auto">
          <a:xfrm>
            <a:off x="6246813" y="5681663"/>
            <a:ext cx="50800" cy="7302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3">
            <a:extLst>
              <a:ext uri="{FF2B5EF4-FFF2-40B4-BE49-F238E27FC236}">
                <a16:creationId xmlns="" xmlns:a16="http://schemas.microsoft.com/office/drawing/2014/main" id="{D73F8684-E5A7-49EE-906B-5C88229AC643}"/>
              </a:ext>
            </a:extLst>
          </p:cNvPr>
          <p:cNvSpPr>
            <a:spLocks noChangeArrowheads="1"/>
          </p:cNvSpPr>
          <p:nvPr/>
        </p:nvSpPr>
        <p:spPr bwMode="auto">
          <a:xfrm>
            <a:off x="6350000" y="5738813"/>
            <a:ext cx="47625" cy="79375"/>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4">
            <a:extLst>
              <a:ext uri="{FF2B5EF4-FFF2-40B4-BE49-F238E27FC236}">
                <a16:creationId xmlns="" xmlns:a16="http://schemas.microsoft.com/office/drawing/2014/main" id="{41621DB1-3C1F-4A87-AAF6-176EE9EE27FB}"/>
              </a:ext>
            </a:extLst>
          </p:cNvPr>
          <p:cNvSpPr>
            <a:spLocks noChangeArrowheads="1"/>
          </p:cNvSpPr>
          <p:nvPr/>
        </p:nvSpPr>
        <p:spPr bwMode="auto">
          <a:xfrm>
            <a:off x="6450013" y="5800725"/>
            <a:ext cx="50800" cy="74613"/>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5">
            <a:extLst>
              <a:ext uri="{FF2B5EF4-FFF2-40B4-BE49-F238E27FC236}">
                <a16:creationId xmlns="" xmlns:a16="http://schemas.microsoft.com/office/drawing/2014/main" id="{C874FC1E-7F15-4D7D-83C8-F6095448BD51}"/>
              </a:ext>
            </a:extLst>
          </p:cNvPr>
          <p:cNvSpPr>
            <a:spLocks noChangeArrowheads="1"/>
          </p:cNvSpPr>
          <p:nvPr/>
        </p:nvSpPr>
        <p:spPr bwMode="auto">
          <a:xfrm>
            <a:off x="4846638" y="4875213"/>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6">
            <a:extLst>
              <a:ext uri="{FF2B5EF4-FFF2-40B4-BE49-F238E27FC236}">
                <a16:creationId xmlns="" xmlns:a16="http://schemas.microsoft.com/office/drawing/2014/main" id="{CFC1559D-E549-405C-86C0-6E9B675C1044}"/>
              </a:ext>
            </a:extLst>
          </p:cNvPr>
          <p:cNvSpPr>
            <a:spLocks noChangeArrowheads="1"/>
          </p:cNvSpPr>
          <p:nvPr/>
        </p:nvSpPr>
        <p:spPr bwMode="auto">
          <a:xfrm>
            <a:off x="4948238" y="4932363"/>
            <a:ext cx="57150" cy="77787"/>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7">
            <a:extLst>
              <a:ext uri="{FF2B5EF4-FFF2-40B4-BE49-F238E27FC236}">
                <a16:creationId xmlns="" xmlns:a16="http://schemas.microsoft.com/office/drawing/2014/main" id="{167C5277-283F-4981-BC8A-44C75FAABDAD}"/>
              </a:ext>
            </a:extLst>
          </p:cNvPr>
          <p:cNvSpPr>
            <a:spLocks noChangeArrowheads="1"/>
          </p:cNvSpPr>
          <p:nvPr/>
        </p:nvSpPr>
        <p:spPr bwMode="auto">
          <a:xfrm>
            <a:off x="5051425" y="4994275"/>
            <a:ext cx="53975" cy="7302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8">
            <a:extLst>
              <a:ext uri="{FF2B5EF4-FFF2-40B4-BE49-F238E27FC236}">
                <a16:creationId xmlns="" xmlns:a16="http://schemas.microsoft.com/office/drawing/2014/main" id="{DB125307-8DC3-45CD-B9BA-5921413A8942}"/>
              </a:ext>
            </a:extLst>
          </p:cNvPr>
          <p:cNvSpPr>
            <a:spLocks noEditPoints="1" noChangeArrowheads="1"/>
          </p:cNvSpPr>
          <p:nvPr/>
        </p:nvSpPr>
        <p:spPr bwMode="auto">
          <a:xfrm>
            <a:off x="8047038" y="1835150"/>
            <a:ext cx="1135062" cy="59690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29">
            <a:extLst>
              <a:ext uri="{FF2B5EF4-FFF2-40B4-BE49-F238E27FC236}">
                <a16:creationId xmlns="" xmlns:a16="http://schemas.microsoft.com/office/drawing/2014/main" id="{7F7D55B9-EFA6-434A-8578-006352C1ADBA}"/>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0">
            <a:extLst>
              <a:ext uri="{FF2B5EF4-FFF2-40B4-BE49-F238E27FC236}">
                <a16:creationId xmlns="" xmlns:a16="http://schemas.microsoft.com/office/drawing/2014/main" id="{CC862553-9916-4454-9791-F4B520A76C99}"/>
              </a:ext>
            </a:extLst>
          </p:cNvPr>
          <p:cNvSpPr>
            <a:spLocks noChangeArrowheads="1"/>
          </p:cNvSpPr>
          <p:nvPr/>
        </p:nvSpPr>
        <p:spPr bwMode="auto">
          <a:xfrm>
            <a:off x="8826500" y="1960563"/>
            <a:ext cx="22225" cy="31750"/>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1">
            <a:extLst>
              <a:ext uri="{FF2B5EF4-FFF2-40B4-BE49-F238E27FC236}">
                <a16:creationId xmlns="" xmlns:a16="http://schemas.microsoft.com/office/drawing/2014/main" id="{C855EEB7-A415-4F88-90CF-287B35822CD1}"/>
              </a:ext>
            </a:extLst>
          </p:cNvPr>
          <p:cNvSpPr>
            <a:spLocks noChangeArrowheads="1"/>
          </p:cNvSpPr>
          <p:nvPr/>
        </p:nvSpPr>
        <p:spPr bwMode="auto">
          <a:xfrm>
            <a:off x="8985250" y="1866900"/>
            <a:ext cx="23813" cy="36513"/>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2">
            <a:extLst>
              <a:ext uri="{FF2B5EF4-FFF2-40B4-BE49-F238E27FC236}">
                <a16:creationId xmlns="" xmlns:a16="http://schemas.microsoft.com/office/drawing/2014/main" id="{052F20EB-602F-4FD8-ACC7-6631A771901F}"/>
              </a:ext>
            </a:extLst>
          </p:cNvPr>
          <p:cNvSpPr>
            <a:spLocks noChangeArrowheads="1"/>
          </p:cNvSpPr>
          <p:nvPr/>
        </p:nvSpPr>
        <p:spPr bwMode="auto">
          <a:xfrm>
            <a:off x="9155113" y="1835150"/>
            <a:ext cx="2222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3">
            <a:extLst>
              <a:ext uri="{FF2B5EF4-FFF2-40B4-BE49-F238E27FC236}">
                <a16:creationId xmlns="" xmlns:a16="http://schemas.microsoft.com/office/drawing/2014/main" id="{A53F6B73-E537-4FED-9A29-38A6E605C2B4}"/>
              </a:ext>
            </a:extLst>
          </p:cNvPr>
          <p:cNvSpPr>
            <a:spLocks noChangeArrowheads="1"/>
          </p:cNvSpPr>
          <p:nvPr/>
        </p:nvSpPr>
        <p:spPr bwMode="auto">
          <a:xfrm>
            <a:off x="4497388" y="2924175"/>
            <a:ext cx="2686050" cy="16192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Freeform 134">
            <a:extLst>
              <a:ext uri="{FF2B5EF4-FFF2-40B4-BE49-F238E27FC236}">
                <a16:creationId xmlns="" xmlns:a16="http://schemas.microsoft.com/office/drawing/2014/main" id="{12AF3E8E-CD03-41B7-94AE-F750110E9FA9}"/>
              </a:ext>
            </a:extLst>
          </p:cNvPr>
          <p:cNvSpPr>
            <a:spLocks noChangeArrowheads="1"/>
          </p:cNvSpPr>
          <p:nvPr/>
        </p:nvSpPr>
        <p:spPr bwMode="auto">
          <a:xfrm>
            <a:off x="4506913" y="4486275"/>
            <a:ext cx="2530475" cy="14827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3" name="组合 47">
            <a:extLst>
              <a:ext uri="{FF2B5EF4-FFF2-40B4-BE49-F238E27FC236}">
                <a16:creationId xmlns="" xmlns:a16="http://schemas.microsoft.com/office/drawing/2014/main" id="{8BD377F7-3023-4EBA-A9C2-C59B12DF8729}"/>
              </a:ext>
            </a:extLst>
          </p:cNvPr>
          <p:cNvGrpSpPr>
            <a:grpSpLocks/>
          </p:cNvGrpSpPr>
          <p:nvPr/>
        </p:nvGrpSpPr>
        <p:grpSpPr bwMode="auto">
          <a:xfrm>
            <a:off x="4427538" y="1868488"/>
            <a:ext cx="7250112" cy="4165600"/>
            <a:chOff x="7564437" y="4244495"/>
            <a:chExt cx="4236358" cy="2433801"/>
          </a:xfrm>
        </p:grpSpPr>
        <p:sp>
          <p:nvSpPr>
            <p:cNvPr id="44" name="Freeform 238">
              <a:extLst>
                <a:ext uri="{FF2B5EF4-FFF2-40B4-BE49-F238E27FC236}">
                  <a16:creationId xmlns="" xmlns:a16="http://schemas.microsoft.com/office/drawing/2014/main" id="{06CD3851-C2DC-4690-B440-748F9799AEC1}"/>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973BE56-DEA8-41C4-8C36-37104015B34C}"/>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3548C1B7-A01A-4E0F-AF45-EDD9848EA76A}"/>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238">
              <a:extLst>
                <a:ext uri="{FF2B5EF4-FFF2-40B4-BE49-F238E27FC236}">
                  <a16:creationId xmlns="" xmlns:a16="http://schemas.microsoft.com/office/drawing/2014/main" id="{7F02276A-59AF-4F48-A5AB-24EA731DDD8F}"/>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8" name="Freeform 135">
            <a:extLst>
              <a:ext uri="{FF2B5EF4-FFF2-40B4-BE49-F238E27FC236}">
                <a16:creationId xmlns="" xmlns:a16="http://schemas.microsoft.com/office/drawing/2014/main" id="{6EEB7527-0533-428E-A4E0-60BCFBAF5F82}"/>
              </a:ext>
            </a:extLst>
          </p:cNvPr>
          <p:cNvSpPr>
            <a:spLocks noEditPoints="1" noChangeArrowheads="1"/>
          </p:cNvSpPr>
          <p:nvPr/>
        </p:nvSpPr>
        <p:spPr bwMode="auto">
          <a:xfrm>
            <a:off x="7848600" y="4233863"/>
            <a:ext cx="1522413" cy="885825"/>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7">
            <a:extLst>
              <a:ext uri="{FF2B5EF4-FFF2-40B4-BE49-F238E27FC236}">
                <a16:creationId xmlns="" xmlns:a16="http://schemas.microsoft.com/office/drawing/2014/main" id="{75AA00D5-DAE8-4A1C-B2C9-B215959AC4C9}"/>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6">
            <a:extLst>
              <a:ext uri="{FF2B5EF4-FFF2-40B4-BE49-F238E27FC236}">
                <a16:creationId xmlns="" xmlns:a16="http://schemas.microsoft.com/office/drawing/2014/main" id="{3433F4F9-5741-4C20-8334-162108AEF4AE}"/>
              </a:ext>
            </a:extLst>
          </p:cNvPr>
          <p:cNvSpPr>
            <a:spLocks noEditPoints="1" noChangeArrowheads="1"/>
          </p:cNvSpPr>
          <p:nvPr/>
        </p:nvSpPr>
        <p:spPr bwMode="auto">
          <a:xfrm>
            <a:off x="9302750" y="3255963"/>
            <a:ext cx="1765300" cy="87947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8">
            <a:extLst>
              <a:ext uri="{FF2B5EF4-FFF2-40B4-BE49-F238E27FC236}">
                <a16:creationId xmlns="" xmlns:a16="http://schemas.microsoft.com/office/drawing/2014/main" id="{845BA712-40A3-4972-9FF9-3CC40014772B}"/>
              </a:ext>
            </a:extLst>
          </p:cNvPr>
          <p:cNvSpPr>
            <a:spLocks noChangeArrowheads="1"/>
          </p:cNvSpPr>
          <p:nvPr/>
        </p:nvSpPr>
        <p:spPr bwMode="auto">
          <a:xfrm>
            <a:off x="7183438" y="2935288"/>
            <a:ext cx="30162" cy="11112"/>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39">
            <a:extLst>
              <a:ext uri="{FF2B5EF4-FFF2-40B4-BE49-F238E27FC236}">
                <a16:creationId xmlns="" xmlns:a16="http://schemas.microsoft.com/office/drawing/2014/main" id="{77A62DCF-8554-49AB-89CF-3940606F5240}"/>
              </a:ext>
            </a:extLst>
          </p:cNvPr>
          <p:cNvSpPr>
            <a:spLocks noEditPoints="1" noChangeArrowheads="1"/>
          </p:cNvSpPr>
          <p:nvPr/>
        </p:nvSpPr>
        <p:spPr bwMode="auto">
          <a:xfrm>
            <a:off x="7194550" y="2668588"/>
            <a:ext cx="1704975" cy="938212"/>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0">
            <a:extLst>
              <a:ext uri="{FF2B5EF4-FFF2-40B4-BE49-F238E27FC236}">
                <a16:creationId xmlns="" xmlns:a16="http://schemas.microsoft.com/office/drawing/2014/main" id="{0534DEAB-9CFA-4BE0-95EB-9E0AD9CFD970}"/>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1">
            <a:extLst>
              <a:ext uri="{FF2B5EF4-FFF2-40B4-BE49-F238E27FC236}">
                <a16:creationId xmlns="" xmlns:a16="http://schemas.microsoft.com/office/drawing/2014/main" id="{B01204B3-A082-461D-8FA8-5DDFE7384B8B}"/>
              </a:ext>
            </a:extLst>
          </p:cNvPr>
          <p:cNvSpPr>
            <a:spLocks noChangeArrowheads="1"/>
          </p:cNvSpPr>
          <p:nvPr/>
        </p:nvSpPr>
        <p:spPr bwMode="auto">
          <a:xfrm>
            <a:off x="7167563" y="2924175"/>
            <a:ext cx="31750" cy="15875"/>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2">
            <a:extLst>
              <a:ext uri="{FF2B5EF4-FFF2-40B4-BE49-F238E27FC236}">
                <a16:creationId xmlns="" xmlns:a16="http://schemas.microsoft.com/office/drawing/2014/main" id="{B25CF6BF-6664-484E-9E77-6EE02638DCBC}"/>
              </a:ext>
            </a:extLst>
          </p:cNvPr>
          <p:cNvSpPr>
            <a:spLocks noChangeArrowheads="1"/>
          </p:cNvSpPr>
          <p:nvPr/>
        </p:nvSpPr>
        <p:spPr bwMode="auto">
          <a:xfrm>
            <a:off x="5664200" y="5113338"/>
            <a:ext cx="209550" cy="247650"/>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3">
            <a:extLst>
              <a:ext uri="{FF2B5EF4-FFF2-40B4-BE49-F238E27FC236}">
                <a16:creationId xmlns="" xmlns:a16="http://schemas.microsoft.com/office/drawing/2014/main" id="{7B3D527A-1910-41F3-B9D2-41C0BA69E68F}"/>
              </a:ext>
            </a:extLst>
          </p:cNvPr>
          <p:cNvSpPr>
            <a:spLocks noChangeArrowheads="1"/>
          </p:cNvSpPr>
          <p:nvPr/>
        </p:nvSpPr>
        <p:spPr bwMode="auto">
          <a:xfrm>
            <a:off x="5559425" y="5276850"/>
            <a:ext cx="234950" cy="195263"/>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4">
            <a:extLst>
              <a:ext uri="{FF2B5EF4-FFF2-40B4-BE49-F238E27FC236}">
                <a16:creationId xmlns="" xmlns:a16="http://schemas.microsoft.com/office/drawing/2014/main" id="{CD26042C-F6F5-4EA2-B2EE-404C435C734C}"/>
              </a:ext>
            </a:extLst>
          </p:cNvPr>
          <p:cNvSpPr>
            <a:spLocks noChangeArrowheads="1"/>
          </p:cNvSpPr>
          <p:nvPr/>
        </p:nvSpPr>
        <p:spPr bwMode="auto">
          <a:xfrm>
            <a:off x="5800725" y="4875213"/>
            <a:ext cx="2055813" cy="48577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5">
            <a:extLst>
              <a:ext uri="{FF2B5EF4-FFF2-40B4-BE49-F238E27FC236}">
                <a16:creationId xmlns="" xmlns:a16="http://schemas.microsoft.com/office/drawing/2014/main" id="{F3FD4682-F997-400E-9064-1C3B2887DF48}"/>
              </a:ext>
            </a:extLst>
          </p:cNvPr>
          <p:cNvSpPr>
            <a:spLocks noChangeArrowheads="1"/>
          </p:cNvSpPr>
          <p:nvPr/>
        </p:nvSpPr>
        <p:spPr bwMode="auto">
          <a:xfrm>
            <a:off x="6262688" y="3335338"/>
            <a:ext cx="1254125" cy="1558925"/>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46">
            <a:extLst>
              <a:ext uri="{FF2B5EF4-FFF2-40B4-BE49-F238E27FC236}">
                <a16:creationId xmlns="" xmlns:a16="http://schemas.microsoft.com/office/drawing/2014/main" id="{9C8DB4E6-D2BC-4673-97FB-D0A2C1A356A8}"/>
              </a:ext>
            </a:extLst>
          </p:cNvPr>
          <p:cNvSpPr>
            <a:spLocks noChangeArrowheads="1"/>
          </p:cNvSpPr>
          <p:nvPr/>
        </p:nvSpPr>
        <p:spPr bwMode="auto">
          <a:xfrm>
            <a:off x="7439025" y="3711575"/>
            <a:ext cx="2120900" cy="5080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0">
            <a:extLst>
              <a:ext uri="{FF2B5EF4-FFF2-40B4-BE49-F238E27FC236}">
                <a16:creationId xmlns="" xmlns:a16="http://schemas.microsoft.com/office/drawing/2014/main" id="{F12D6E17-390A-4C6C-9340-43843C2353CD}"/>
              </a:ext>
            </a:extLst>
          </p:cNvPr>
          <p:cNvSpPr>
            <a:spLocks noEditPoints="1" noChangeArrowheads="1"/>
          </p:cNvSpPr>
          <p:nvPr/>
        </p:nvSpPr>
        <p:spPr bwMode="auto">
          <a:xfrm>
            <a:off x="8899525" y="24431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1">
            <a:extLst>
              <a:ext uri="{FF2B5EF4-FFF2-40B4-BE49-F238E27FC236}">
                <a16:creationId xmlns="" xmlns:a16="http://schemas.microsoft.com/office/drawing/2014/main" id="{418C5718-98B1-4EFE-A7DF-157381242E7F}"/>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2">
            <a:extLst>
              <a:ext uri="{FF2B5EF4-FFF2-40B4-BE49-F238E27FC236}">
                <a16:creationId xmlns="" xmlns:a16="http://schemas.microsoft.com/office/drawing/2014/main" id="{AC626DAA-F85B-4990-9917-6847D1A0F80A}"/>
              </a:ext>
            </a:extLst>
          </p:cNvPr>
          <p:cNvSpPr>
            <a:spLocks noChangeArrowheads="1"/>
          </p:cNvSpPr>
          <p:nvPr/>
        </p:nvSpPr>
        <p:spPr bwMode="auto">
          <a:xfrm>
            <a:off x="9571038" y="3825875"/>
            <a:ext cx="171450" cy="101600"/>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3">
            <a:extLst>
              <a:ext uri="{FF2B5EF4-FFF2-40B4-BE49-F238E27FC236}">
                <a16:creationId xmlns="" xmlns:a16="http://schemas.microsoft.com/office/drawing/2014/main" id="{2682A01C-F242-4718-8DC7-9C72C8BCFCBF}"/>
              </a:ext>
            </a:extLst>
          </p:cNvPr>
          <p:cNvSpPr>
            <a:spLocks noEditPoints="1" noChangeArrowheads="1"/>
          </p:cNvSpPr>
          <p:nvPr/>
        </p:nvSpPr>
        <p:spPr bwMode="auto">
          <a:xfrm>
            <a:off x="9634538" y="3825875"/>
            <a:ext cx="600075"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7">
            <a:extLst>
              <a:ext uri="{FF2B5EF4-FFF2-40B4-BE49-F238E27FC236}">
                <a16:creationId xmlns="" xmlns:a16="http://schemas.microsoft.com/office/drawing/2014/main" id="{618CA6E3-B4CF-42B9-866E-5F696FAD9E2D}"/>
              </a:ext>
            </a:extLst>
          </p:cNvPr>
          <p:cNvSpPr>
            <a:spLocks noChangeArrowheads="1"/>
          </p:cNvSpPr>
          <p:nvPr/>
        </p:nvSpPr>
        <p:spPr bwMode="auto">
          <a:xfrm>
            <a:off x="8890000" y="2449513"/>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8">
            <a:extLst>
              <a:ext uri="{FF2B5EF4-FFF2-40B4-BE49-F238E27FC236}">
                <a16:creationId xmlns="" xmlns:a16="http://schemas.microsoft.com/office/drawing/2014/main" id="{0B5FC428-3B11-4AF6-B9D2-CA8C2B2CEA6F}"/>
              </a:ext>
            </a:extLst>
          </p:cNvPr>
          <p:cNvSpPr>
            <a:spLocks noChangeArrowheads="1"/>
          </p:cNvSpPr>
          <p:nvPr/>
        </p:nvSpPr>
        <p:spPr bwMode="auto">
          <a:xfrm>
            <a:off x="8890000" y="2438400"/>
            <a:ext cx="20638" cy="11113"/>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59">
            <a:extLst>
              <a:ext uri="{FF2B5EF4-FFF2-40B4-BE49-F238E27FC236}">
                <a16:creationId xmlns="" xmlns:a16="http://schemas.microsoft.com/office/drawing/2014/main" id="{9EC2BF36-45A7-4B80-B4E2-606D8723965C}"/>
              </a:ext>
            </a:extLst>
          </p:cNvPr>
          <p:cNvSpPr>
            <a:spLocks noChangeArrowheads="1"/>
          </p:cNvSpPr>
          <p:nvPr/>
        </p:nvSpPr>
        <p:spPr bwMode="auto">
          <a:xfrm>
            <a:off x="8890000" y="2432050"/>
            <a:ext cx="1365250" cy="1625600"/>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0">
            <a:extLst>
              <a:ext uri="{FF2B5EF4-FFF2-40B4-BE49-F238E27FC236}">
                <a16:creationId xmlns="" xmlns:a16="http://schemas.microsoft.com/office/drawing/2014/main" id="{E793F106-D7D2-40A2-A50A-484A7939F8B4}"/>
              </a:ext>
            </a:extLst>
          </p:cNvPr>
          <p:cNvSpPr>
            <a:spLocks noEditPoints="1" noChangeArrowheads="1"/>
          </p:cNvSpPr>
          <p:nvPr/>
        </p:nvSpPr>
        <p:spPr bwMode="auto">
          <a:xfrm>
            <a:off x="8890000" y="2443163"/>
            <a:ext cx="9525" cy="6350"/>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64">
            <a:extLst>
              <a:ext uri="{FF2B5EF4-FFF2-40B4-BE49-F238E27FC236}">
                <a16:creationId xmlns="" xmlns:a16="http://schemas.microsoft.com/office/drawing/2014/main" id="{64C94442-35D6-420C-B3DC-F2BB3AE6379D}"/>
              </a:ext>
            </a:extLst>
          </p:cNvPr>
          <p:cNvSpPr>
            <a:spLocks noEditPoints="1" noChangeArrowheads="1"/>
          </p:cNvSpPr>
          <p:nvPr/>
        </p:nvSpPr>
        <p:spPr bwMode="auto">
          <a:xfrm>
            <a:off x="8899525" y="2443163"/>
            <a:ext cx="1335088"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2">
            <a:extLst>
              <a:ext uri="{FF2B5EF4-FFF2-40B4-BE49-F238E27FC236}">
                <a16:creationId xmlns="" xmlns:a16="http://schemas.microsoft.com/office/drawing/2014/main" id="{E802F860-4A5A-48D9-A547-F75E71D1C860}"/>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3">
            <a:extLst>
              <a:ext uri="{FF2B5EF4-FFF2-40B4-BE49-F238E27FC236}">
                <a16:creationId xmlns="" xmlns:a16="http://schemas.microsoft.com/office/drawing/2014/main" id="{831A016A-8C82-46B9-A1D1-3B05F2CBA795}"/>
              </a:ext>
            </a:extLst>
          </p:cNvPr>
          <p:cNvSpPr>
            <a:spLocks noChangeArrowheads="1"/>
          </p:cNvSpPr>
          <p:nvPr/>
        </p:nvSpPr>
        <p:spPr bwMode="auto">
          <a:xfrm>
            <a:off x="7874000" y="4806950"/>
            <a:ext cx="168275" cy="103188"/>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74">
            <a:extLst>
              <a:ext uri="{FF2B5EF4-FFF2-40B4-BE49-F238E27FC236}">
                <a16:creationId xmlns="" xmlns:a16="http://schemas.microsoft.com/office/drawing/2014/main" id="{0E094A99-E528-43F0-8738-A47BDFDFAD43}"/>
              </a:ext>
            </a:extLst>
          </p:cNvPr>
          <p:cNvSpPr>
            <a:spLocks noEditPoints="1" noChangeArrowheads="1"/>
          </p:cNvSpPr>
          <p:nvPr/>
        </p:nvSpPr>
        <p:spPr bwMode="auto">
          <a:xfrm>
            <a:off x="7935913" y="4806950"/>
            <a:ext cx="596900" cy="21431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5">
            <a:extLst>
              <a:ext uri="{FF2B5EF4-FFF2-40B4-BE49-F238E27FC236}">
                <a16:creationId xmlns="" xmlns:a16="http://schemas.microsoft.com/office/drawing/2014/main" id="{CCB3F5DE-AD4F-411B-BF35-266F308CFFFE}"/>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6">
            <a:extLst>
              <a:ext uri="{FF2B5EF4-FFF2-40B4-BE49-F238E27FC236}">
                <a16:creationId xmlns="" xmlns:a16="http://schemas.microsoft.com/office/drawing/2014/main" id="{3A8F191C-09FD-4E0E-A62F-4EBCB503B9F1}"/>
              </a:ext>
            </a:extLst>
          </p:cNvPr>
          <p:cNvSpPr>
            <a:spLocks noChangeArrowheads="1"/>
          </p:cNvSpPr>
          <p:nvPr/>
        </p:nvSpPr>
        <p:spPr bwMode="auto">
          <a:xfrm>
            <a:off x="7340600" y="3030538"/>
            <a:ext cx="166688" cy="282575"/>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7">
            <a:extLst>
              <a:ext uri="{FF2B5EF4-FFF2-40B4-BE49-F238E27FC236}">
                <a16:creationId xmlns="" xmlns:a16="http://schemas.microsoft.com/office/drawing/2014/main" id="{CAFC6174-1FA1-4318-9B1B-18C0FE810777}"/>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98">
            <a:extLst>
              <a:ext uri="{FF2B5EF4-FFF2-40B4-BE49-F238E27FC236}">
                <a16:creationId xmlns="" xmlns:a16="http://schemas.microsoft.com/office/drawing/2014/main" id="{7C8E94EC-1E34-4E52-8E05-B17941CC99EC}"/>
              </a:ext>
            </a:extLst>
          </p:cNvPr>
          <p:cNvSpPr>
            <a:spLocks noEditPoints="1" noChangeArrowheads="1"/>
          </p:cNvSpPr>
          <p:nvPr/>
        </p:nvSpPr>
        <p:spPr bwMode="auto">
          <a:xfrm>
            <a:off x="7329488" y="3008313"/>
            <a:ext cx="187325" cy="315912"/>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8">
            <a:extLst>
              <a:ext uri="{FF2B5EF4-FFF2-40B4-BE49-F238E27FC236}">
                <a16:creationId xmlns="" xmlns:a16="http://schemas.microsoft.com/office/drawing/2014/main" id="{AAF42AD3-39F6-4BE6-AD0D-10AB81D343F5}"/>
              </a:ext>
            </a:extLst>
          </p:cNvPr>
          <p:cNvSpPr>
            <a:spLocks noChangeArrowheads="1"/>
          </p:cNvSpPr>
          <p:nvPr/>
        </p:nvSpPr>
        <p:spPr bwMode="auto">
          <a:xfrm>
            <a:off x="7188200" y="3381375"/>
            <a:ext cx="1428750" cy="16811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69">
            <a:extLst>
              <a:ext uri="{FF2B5EF4-FFF2-40B4-BE49-F238E27FC236}">
                <a16:creationId xmlns="" xmlns:a16="http://schemas.microsoft.com/office/drawing/2014/main" id="{59A04BA1-DBC9-480E-A3BA-93142F344F97}"/>
              </a:ext>
            </a:extLst>
          </p:cNvPr>
          <p:cNvSpPr>
            <a:spLocks noEditPoints="1" noChangeArrowheads="1"/>
          </p:cNvSpPr>
          <p:nvPr/>
        </p:nvSpPr>
        <p:spPr bwMode="auto">
          <a:xfrm>
            <a:off x="7188200" y="3381375"/>
            <a:ext cx="1428750" cy="16811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0">
            <a:extLst>
              <a:ext uri="{FF2B5EF4-FFF2-40B4-BE49-F238E27FC236}">
                <a16:creationId xmlns="" xmlns:a16="http://schemas.microsoft.com/office/drawing/2014/main" id="{602E2500-A185-42BA-B25E-8932588DFD5E}"/>
              </a:ext>
            </a:extLst>
          </p:cNvPr>
          <p:cNvSpPr>
            <a:spLocks noChangeArrowheads="1"/>
          </p:cNvSpPr>
          <p:nvPr/>
        </p:nvSpPr>
        <p:spPr bwMode="auto">
          <a:xfrm>
            <a:off x="7172325" y="3413125"/>
            <a:ext cx="1360488" cy="16652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1">
            <a:extLst>
              <a:ext uri="{FF2B5EF4-FFF2-40B4-BE49-F238E27FC236}">
                <a16:creationId xmlns="" xmlns:a16="http://schemas.microsoft.com/office/drawing/2014/main" id="{B3B420DA-64DD-4C76-BFDC-88512AE2D943}"/>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5">
            <a:extLst>
              <a:ext uri="{FF2B5EF4-FFF2-40B4-BE49-F238E27FC236}">
                <a16:creationId xmlns="" xmlns:a16="http://schemas.microsoft.com/office/drawing/2014/main" id="{4DEB5CCE-0CD3-4F31-B043-FDA2248D5CFB}"/>
              </a:ext>
            </a:extLst>
          </p:cNvPr>
          <p:cNvSpPr>
            <a:spLocks noChangeArrowheads="1"/>
          </p:cNvSpPr>
          <p:nvPr userDrawn="1"/>
        </p:nvSpPr>
        <p:spPr bwMode="auto">
          <a:xfrm>
            <a:off x="7483475" y="4003675"/>
            <a:ext cx="773113" cy="519113"/>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8">
            <a:extLst>
              <a:ext uri="{FF2B5EF4-FFF2-40B4-BE49-F238E27FC236}">
                <a16:creationId xmlns="" xmlns:a16="http://schemas.microsoft.com/office/drawing/2014/main" id="{5B87708A-020B-4731-BC6A-BB6033608F8B}"/>
              </a:ext>
            </a:extLst>
          </p:cNvPr>
          <p:cNvSpPr>
            <a:spLocks noChangeArrowheads="1"/>
          </p:cNvSpPr>
          <p:nvPr/>
        </p:nvSpPr>
        <p:spPr bwMode="auto">
          <a:xfrm>
            <a:off x="7188200" y="3427413"/>
            <a:ext cx="6350"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79">
            <a:extLst>
              <a:ext uri="{FF2B5EF4-FFF2-40B4-BE49-F238E27FC236}">
                <a16:creationId xmlns="" xmlns:a16="http://schemas.microsoft.com/office/drawing/2014/main" id="{48D19136-8EA5-409F-AE09-7D0E9D58045B}"/>
              </a:ext>
            </a:extLst>
          </p:cNvPr>
          <p:cNvSpPr>
            <a:spLocks noChangeArrowheads="1"/>
          </p:cNvSpPr>
          <p:nvPr/>
        </p:nvSpPr>
        <p:spPr bwMode="auto">
          <a:xfrm>
            <a:off x="7188200" y="3419475"/>
            <a:ext cx="25400"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0">
            <a:extLst>
              <a:ext uri="{FF2B5EF4-FFF2-40B4-BE49-F238E27FC236}">
                <a16:creationId xmlns="" xmlns:a16="http://schemas.microsoft.com/office/drawing/2014/main" id="{E1D44B10-61F0-4A22-8F61-0EFF8E0F789A}"/>
              </a:ext>
            </a:extLst>
          </p:cNvPr>
          <p:cNvSpPr>
            <a:spLocks noChangeArrowheads="1"/>
          </p:cNvSpPr>
          <p:nvPr/>
        </p:nvSpPr>
        <p:spPr bwMode="auto">
          <a:xfrm>
            <a:off x="7188200" y="3413125"/>
            <a:ext cx="1373188" cy="1627188"/>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Freeform 181">
            <a:extLst>
              <a:ext uri="{FF2B5EF4-FFF2-40B4-BE49-F238E27FC236}">
                <a16:creationId xmlns="" xmlns:a16="http://schemas.microsoft.com/office/drawing/2014/main" id="{01785DE4-88DB-4E70-8D62-43640BD11C3C}"/>
              </a:ext>
            </a:extLst>
          </p:cNvPr>
          <p:cNvSpPr>
            <a:spLocks noEditPoints="1" noChangeArrowheads="1"/>
          </p:cNvSpPr>
          <p:nvPr/>
        </p:nvSpPr>
        <p:spPr bwMode="auto">
          <a:xfrm>
            <a:off x="7199313" y="34274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82">
            <a:extLst>
              <a:ext uri="{FF2B5EF4-FFF2-40B4-BE49-F238E27FC236}">
                <a16:creationId xmlns="" xmlns:a16="http://schemas.microsoft.com/office/drawing/2014/main" id="{FA03B2C4-2F47-40F5-96A1-71DC1C17E4AE}"/>
              </a:ext>
            </a:extLst>
          </p:cNvPr>
          <p:cNvSpPr>
            <a:spLocks noChangeArrowheads="1"/>
          </p:cNvSpPr>
          <p:nvPr/>
        </p:nvSpPr>
        <p:spPr bwMode="auto">
          <a:xfrm>
            <a:off x="7188200" y="3432175"/>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 name="Freeform 183">
            <a:extLst>
              <a:ext uri="{FF2B5EF4-FFF2-40B4-BE49-F238E27FC236}">
                <a16:creationId xmlns="" xmlns:a16="http://schemas.microsoft.com/office/drawing/2014/main" id="{39F208BB-6E54-42BD-B384-CA8245BA5782}"/>
              </a:ext>
            </a:extLst>
          </p:cNvPr>
          <p:cNvSpPr>
            <a:spLocks noChangeArrowheads="1"/>
          </p:cNvSpPr>
          <p:nvPr/>
        </p:nvSpPr>
        <p:spPr bwMode="auto">
          <a:xfrm>
            <a:off x="7188200" y="34321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6">
            <a:extLst>
              <a:ext uri="{FF2B5EF4-FFF2-40B4-BE49-F238E27FC236}">
                <a16:creationId xmlns="" xmlns:a16="http://schemas.microsoft.com/office/drawing/2014/main" id="{4321967D-D20B-49D8-B111-E234949F838C}"/>
              </a:ext>
            </a:extLst>
          </p:cNvPr>
          <p:cNvSpPr>
            <a:spLocks noChangeArrowheads="1"/>
          </p:cNvSpPr>
          <p:nvPr/>
        </p:nvSpPr>
        <p:spPr bwMode="auto">
          <a:xfrm>
            <a:off x="7199313" y="3419475"/>
            <a:ext cx="1355725" cy="163671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87">
            <a:extLst>
              <a:ext uri="{FF2B5EF4-FFF2-40B4-BE49-F238E27FC236}">
                <a16:creationId xmlns="" xmlns:a16="http://schemas.microsoft.com/office/drawing/2014/main" id="{6A2424E1-F377-4DB2-8EE0-6A6B37318F7D}"/>
              </a:ext>
            </a:extLst>
          </p:cNvPr>
          <p:cNvSpPr>
            <a:spLocks noEditPoints="1" noChangeArrowheads="1"/>
          </p:cNvSpPr>
          <p:nvPr/>
        </p:nvSpPr>
        <p:spPr bwMode="auto">
          <a:xfrm>
            <a:off x="7199313" y="3427413"/>
            <a:ext cx="1333500" cy="16287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09">
            <a:extLst>
              <a:ext uri="{FF2B5EF4-FFF2-40B4-BE49-F238E27FC236}">
                <a16:creationId xmlns="" xmlns:a16="http://schemas.microsoft.com/office/drawing/2014/main" id="{366F7B67-1656-4B2D-9AFB-747409FA6C5C}"/>
              </a:ext>
            </a:extLst>
          </p:cNvPr>
          <p:cNvSpPr>
            <a:spLocks noEditPoints="1" noChangeArrowheads="1"/>
          </p:cNvSpPr>
          <p:nvPr/>
        </p:nvSpPr>
        <p:spPr bwMode="auto">
          <a:xfrm>
            <a:off x="8183563" y="3443288"/>
            <a:ext cx="20637"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7">
            <a:extLst>
              <a:ext uri="{FF2B5EF4-FFF2-40B4-BE49-F238E27FC236}">
                <a16:creationId xmlns="" xmlns:a16="http://schemas.microsoft.com/office/drawing/2014/main" id="{F92F4392-8EEF-43B4-BAE7-A1304B214D1E}"/>
              </a:ext>
            </a:extLst>
          </p:cNvPr>
          <p:cNvSpPr>
            <a:spLocks noChangeArrowheads="1"/>
          </p:cNvSpPr>
          <p:nvPr/>
        </p:nvSpPr>
        <p:spPr bwMode="auto">
          <a:xfrm>
            <a:off x="7229475" y="2422525"/>
            <a:ext cx="168275" cy="246063"/>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8">
            <a:extLst>
              <a:ext uri="{FF2B5EF4-FFF2-40B4-BE49-F238E27FC236}">
                <a16:creationId xmlns="" xmlns:a16="http://schemas.microsoft.com/office/drawing/2014/main" id="{DCBB7236-9675-498B-8C20-A27177002E1A}"/>
              </a:ext>
            </a:extLst>
          </p:cNvPr>
          <p:cNvSpPr>
            <a:spLocks noChangeArrowheads="1"/>
          </p:cNvSpPr>
          <p:nvPr/>
        </p:nvSpPr>
        <p:spPr bwMode="auto">
          <a:xfrm>
            <a:off x="7439025" y="2538413"/>
            <a:ext cx="168275" cy="25558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Freeform 219">
            <a:extLst>
              <a:ext uri="{FF2B5EF4-FFF2-40B4-BE49-F238E27FC236}">
                <a16:creationId xmlns="" xmlns:a16="http://schemas.microsoft.com/office/drawing/2014/main" id="{2FC711F2-E2BD-4A16-A399-0FEB2EE5F771}"/>
              </a:ext>
            </a:extLst>
          </p:cNvPr>
          <p:cNvSpPr>
            <a:spLocks noChangeArrowheads="1"/>
          </p:cNvSpPr>
          <p:nvPr/>
        </p:nvSpPr>
        <p:spPr bwMode="auto">
          <a:xfrm>
            <a:off x="7642225" y="2657475"/>
            <a:ext cx="168275" cy="25558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8">
            <a:extLst>
              <a:ext uri="{FF2B5EF4-FFF2-40B4-BE49-F238E27FC236}">
                <a16:creationId xmlns="" xmlns:a16="http://schemas.microsoft.com/office/drawing/2014/main" id="{00B33BA2-1E71-4715-B21C-1BE16BB3DD42}"/>
              </a:ext>
            </a:extLst>
          </p:cNvPr>
          <p:cNvSpPr>
            <a:spLocks noChangeArrowheads="1"/>
          </p:cNvSpPr>
          <p:nvPr/>
        </p:nvSpPr>
        <p:spPr bwMode="auto">
          <a:xfrm>
            <a:off x="8907463" y="2409825"/>
            <a:ext cx="1428750" cy="168275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0F6C8C1-1875-4877-A5A3-C4D64B673CD0}"/>
              </a:ext>
            </a:extLst>
          </p:cNvPr>
          <p:cNvSpPr>
            <a:spLocks noEditPoints="1" noChangeArrowheads="1"/>
          </p:cNvSpPr>
          <p:nvPr/>
        </p:nvSpPr>
        <p:spPr bwMode="auto">
          <a:xfrm>
            <a:off x="8907463" y="2409825"/>
            <a:ext cx="1428750" cy="168275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E2FBB50E-628E-4EE8-9E0F-DF970466A677}"/>
              </a:ext>
            </a:extLst>
          </p:cNvPr>
          <p:cNvSpPr>
            <a:spLocks noChangeArrowheads="1"/>
          </p:cNvSpPr>
          <p:nvPr/>
        </p:nvSpPr>
        <p:spPr bwMode="auto">
          <a:xfrm>
            <a:off x="8891588" y="2443163"/>
            <a:ext cx="1360487"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50B2F5EC-0905-4B44-A58A-8656F9F0CE8D}"/>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DC9D943D-6708-4514-AA71-4B4A6BC8D98D}"/>
              </a:ext>
            </a:extLst>
          </p:cNvPr>
          <p:cNvSpPr>
            <a:spLocks noChangeArrowheads="1"/>
          </p:cNvSpPr>
          <p:nvPr/>
        </p:nvSpPr>
        <p:spPr bwMode="auto">
          <a:xfrm>
            <a:off x="8872538" y="2470150"/>
            <a:ext cx="1346200" cy="16287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D4C9EE44-49E9-4ABC-AA3B-2F8F7DBE6888}"/>
              </a:ext>
            </a:extLst>
          </p:cNvPr>
          <p:cNvSpPr>
            <a:spLocks noChangeArrowheads="1"/>
          </p:cNvSpPr>
          <p:nvPr/>
        </p:nvSpPr>
        <p:spPr bwMode="auto">
          <a:xfrm>
            <a:off x="8907463" y="2455863"/>
            <a:ext cx="6350" cy="6350"/>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5868E1DB-7A84-47D5-8338-FA8B7B4483C3}"/>
              </a:ext>
            </a:extLst>
          </p:cNvPr>
          <p:cNvSpPr>
            <a:spLocks noChangeArrowheads="1"/>
          </p:cNvSpPr>
          <p:nvPr/>
        </p:nvSpPr>
        <p:spPr bwMode="auto">
          <a:xfrm>
            <a:off x="8907463" y="2447925"/>
            <a:ext cx="25400" cy="1428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11D9D801-49EA-4D68-9F00-D02CEBA3C92A}"/>
              </a:ext>
            </a:extLst>
          </p:cNvPr>
          <p:cNvSpPr>
            <a:spLocks noChangeArrowheads="1"/>
          </p:cNvSpPr>
          <p:nvPr/>
        </p:nvSpPr>
        <p:spPr bwMode="auto">
          <a:xfrm>
            <a:off x="8907463" y="2443163"/>
            <a:ext cx="1373187"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F689A14E-EAB7-43C3-8C68-18F45E106E8B}"/>
              </a:ext>
            </a:extLst>
          </p:cNvPr>
          <p:cNvSpPr>
            <a:spLocks noEditPoints="1" noChangeArrowheads="1"/>
          </p:cNvSpPr>
          <p:nvPr/>
        </p:nvSpPr>
        <p:spPr bwMode="auto">
          <a:xfrm>
            <a:off x="8918575" y="24558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71EAAFBF-E3F1-462A-9AFE-49CF2FD57F66}"/>
              </a:ext>
            </a:extLst>
          </p:cNvPr>
          <p:cNvSpPr>
            <a:spLocks noChangeArrowheads="1"/>
          </p:cNvSpPr>
          <p:nvPr/>
        </p:nvSpPr>
        <p:spPr bwMode="auto">
          <a:xfrm>
            <a:off x="8907463" y="246221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54B5E515-73A1-467C-B5F4-A58ED24A17AC}"/>
              </a:ext>
            </a:extLst>
          </p:cNvPr>
          <p:cNvSpPr>
            <a:spLocks noChangeArrowheads="1"/>
          </p:cNvSpPr>
          <p:nvPr/>
        </p:nvSpPr>
        <p:spPr bwMode="auto">
          <a:xfrm>
            <a:off x="8907463" y="246221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0C11D7DE-9C83-4F59-A076-A112149256B6}"/>
              </a:ext>
            </a:extLst>
          </p:cNvPr>
          <p:cNvSpPr>
            <a:spLocks noChangeArrowheads="1"/>
          </p:cNvSpPr>
          <p:nvPr/>
        </p:nvSpPr>
        <p:spPr bwMode="auto">
          <a:xfrm>
            <a:off x="8918575" y="2447925"/>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1A94479D-D678-45DF-B39C-FE3FF191D561}"/>
              </a:ext>
            </a:extLst>
          </p:cNvPr>
          <p:cNvSpPr>
            <a:spLocks noEditPoints="1" noChangeArrowheads="1"/>
          </p:cNvSpPr>
          <p:nvPr/>
        </p:nvSpPr>
        <p:spPr bwMode="auto">
          <a:xfrm>
            <a:off x="8918575" y="2455863"/>
            <a:ext cx="1333500" cy="1630362"/>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E1F1E5F-A6D9-4294-A56F-07981EE41531}"/>
              </a:ext>
            </a:extLst>
          </p:cNvPr>
          <p:cNvSpPr>
            <a:spLocks noEditPoints="1" noChangeArrowheads="1"/>
          </p:cNvSpPr>
          <p:nvPr/>
        </p:nvSpPr>
        <p:spPr bwMode="auto">
          <a:xfrm>
            <a:off x="9902825" y="2473325"/>
            <a:ext cx="20638"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8">
            <a:extLst>
              <a:ext uri="{FF2B5EF4-FFF2-40B4-BE49-F238E27FC236}">
                <a16:creationId xmlns="" xmlns:a16="http://schemas.microsoft.com/office/drawing/2014/main" id="{6EF2154A-BA7C-47B7-91D6-3549B7921817}"/>
              </a:ext>
            </a:extLst>
          </p:cNvPr>
          <p:cNvSpPr>
            <a:spLocks noChangeArrowheads="1"/>
          </p:cNvSpPr>
          <p:nvPr userDrawn="1"/>
        </p:nvSpPr>
        <p:spPr bwMode="auto">
          <a:xfrm>
            <a:off x="6870700" y="1808163"/>
            <a:ext cx="1428750" cy="1681162"/>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9481D083-19D0-4F08-BB3D-656D1A7C6C68}"/>
              </a:ext>
            </a:extLst>
          </p:cNvPr>
          <p:cNvSpPr>
            <a:spLocks noEditPoints="1" noChangeArrowheads="1"/>
          </p:cNvSpPr>
          <p:nvPr userDrawn="1"/>
        </p:nvSpPr>
        <p:spPr bwMode="auto">
          <a:xfrm>
            <a:off x="6870700" y="1808163"/>
            <a:ext cx="1428750" cy="1681162"/>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178C77AC-C797-4C26-AD7B-4176A8934787}"/>
              </a:ext>
            </a:extLst>
          </p:cNvPr>
          <p:cNvSpPr>
            <a:spLocks noChangeArrowheads="1"/>
          </p:cNvSpPr>
          <p:nvPr userDrawn="1"/>
        </p:nvSpPr>
        <p:spPr bwMode="auto">
          <a:xfrm>
            <a:off x="6854825" y="1839913"/>
            <a:ext cx="1360488" cy="1665287"/>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18BEA8C5-4D25-426E-BEF2-7A3AD4387597}"/>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AF47098A-F1EC-4304-81A7-9683D5E9EE4A}"/>
              </a:ext>
            </a:extLst>
          </p:cNvPr>
          <p:cNvSpPr>
            <a:spLocks noChangeArrowheads="1"/>
          </p:cNvSpPr>
          <p:nvPr userDrawn="1"/>
        </p:nvSpPr>
        <p:spPr bwMode="auto">
          <a:xfrm>
            <a:off x="6835775" y="1866900"/>
            <a:ext cx="1344613" cy="1630363"/>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78D26F82-92FE-4ABD-BB3A-A458D21D7DFA}"/>
              </a:ext>
            </a:extLst>
          </p:cNvPr>
          <p:cNvSpPr>
            <a:spLocks noChangeArrowheads="1"/>
          </p:cNvSpPr>
          <p:nvPr userDrawn="1"/>
        </p:nvSpPr>
        <p:spPr bwMode="auto">
          <a:xfrm>
            <a:off x="6870700" y="1854200"/>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0CDF19E4-E8A2-4FFD-8666-E0673286912F}"/>
              </a:ext>
            </a:extLst>
          </p:cNvPr>
          <p:cNvSpPr>
            <a:spLocks noChangeArrowheads="1"/>
          </p:cNvSpPr>
          <p:nvPr userDrawn="1"/>
        </p:nvSpPr>
        <p:spPr bwMode="auto">
          <a:xfrm>
            <a:off x="6870700" y="1846263"/>
            <a:ext cx="23813" cy="12700"/>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8B144759-F334-44D8-918F-430B5D5150E4}"/>
              </a:ext>
            </a:extLst>
          </p:cNvPr>
          <p:cNvSpPr>
            <a:spLocks noChangeArrowheads="1"/>
          </p:cNvSpPr>
          <p:nvPr userDrawn="1"/>
        </p:nvSpPr>
        <p:spPr bwMode="auto">
          <a:xfrm>
            <a:off x="6870700" y="1839913"/>
            <a:ext cx="1371600" cy="1627187"/>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7AC02806-9C17-440D-A832-74EBC30EEAD4}"/>
              </a:ext>
            </a:extLst>
          </p:cNvPr>
          <p:cNvSpPr>
            <a:spLocks noEditPoints="1" noChangeArrowheads="1"/>
          </p:cNvSpPr>
          <p:nvPr userDrawn="1"/>
        </p:nvSpPr>
        <p:spPr bwMode="auto">
          <a:xfrm>
            <a:off x="6881813" y="1854200"/>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BFDB50B1-8CB6-44EE-AA02-30B670BC92B5}"/>
              </a:ext>
            </a:extLst>
          </p:cNvPr>
          <p:cNvSpPr>
            <a:spLocks noChangeArrowheads="1"/>
          </p:cNvSpPr>
          <p:nvPr userDrawn="1"/>
        </p:nvSpPr>
        <p:spPr bwMode="auto">
          <a:xfrm>
            <a:off x="6870700" y="1858963"/>
            <a:ext cx="3175"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D29DF795-704A-4E4D-9B5A-8C1D49EBCF2D}"/>
              </a:ext>
            </a:extLst>
          </p:cNvPr>
          <p:cNvSpPr>
            <a:spLocks noChangeArrowheads="1"/>
          </p:cNvSpPr>
          <p:nvPr userDrawn="1"/>
        </p:nvSpPr>
        <p:spPr bwMode="auto">
          <a:xfrm>
            <a:off x="6870700" y="1858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0DE687B4-0317-43F9-8EFA-A0B6E879C62B}"/>
              </a:ext>
            </a:extLst>
          </p:cNvPr>
          <p:cNvSpPr>
            <a:spLocks noChangeArrowheads="1"/>
          </p:cNvSpPr>
          <p:nvPr userDrawn="1"/>
        </p:nvSpPr>
        <p:spPr bwMode="auto">
          <a:xfrm>
            <a:off x="6881813" y="1846263"/>
            <a:ext cx="1355725" cy="1638300"/>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5F5F98F7-4166-4784-8701-CA0CAD24072E}"/>
              </a:ext>
            </a:extLst>
          </p:cNvPr>
          <p:cNvSpPr>
            <a:spLocks noEditPoints="1" noChangeArrowheads="1"/>
          </p:cNvSpPr>
          <p:nvPr userDrawn="1"/>
        </p:nvSpPr>
        <p:spPr bwMode="auto">
          <a:xfrm>
            <a:off x="6881813" y="1854200"/>
            <a:ext cx="1333500" cy="1630363"/>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DE0DA466-8E8A-4A57-8332-086BFF420BCE}"/>
              </a:ext>
            </a:extLst>
          </p:cNvPr>
          <p:cNvSpPr>
            <a:spLocks noEditPoints="1" noChangeArrowheads="1"/>
          </p:cNvSpPr>
          <p:nvPr userDrawn="1"/>
        </p:nvSpPr>
        <p:spPr bwMode="auto">
          <a:xfrm>
            <a:off x="7864475" y="1870075"/>
            <a:ext cx="22225" cy="38100"/>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242">
            <a:extLst>
              <a:ext uri="{FF2B5EF4-FFF2-40B4-BE49-F238E27FC236}">
                <a16:creationId xmlns="" xmlns:a16="http://schemas.microsoft.com/office/drawing/2014/main" id="{8B5969BC-A18D-4003-AC44-D1AA248FC692}"/>
              </a:ext>
            </a:extLst>
          </p:cNvPr>
          <p:cNvSpPr/>
          <p:nvPr userDrawn="1"/>
        </p:nvSpPr>
        <p:spPr bwMode="auto">
          <a:xfrm>
            <a:off x="7321550" y="2419350"/>
            <a:ext cx="457200" cy="5667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2" name="increasing-stocks-graphic_38888">
            <a:extLst>
              <a:ext uri="{FF2B5EF4-FFF2-40B4-BE49-F238E27FC236}">
                <a16:creationId xmlns="" xmlns:a16="http://schemas.microsoft.com/office/drawing/2014/main" id="{FD506BBB-35F7-41A0-B565-0FDD636776B2}"/>
              </a:ext>
            </a:extLst>
          </p:cNvPr>
          <p:cNvSpPr>
            <a:spLocks noChangeAspect="1" noChangeArrowheads="1"/>
          </p:cNvSpPr>
          <p:nvPr userDrawn="1"/>
        </p:nvSpPr>
        <p:spPr bwMode="auto">
          <a:xfrm>
            <a:off x="9353550" y="3028950"/>
            <a:ext cx="474663" cy="468313"/>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3" name="组合 122">
            <a:extLst>
              <a:ext uri="{FF2B5EF4-FFF2-40B4-BE49-F238E27FC236}">
                <a16:creationId xmlns="" xmlns:a16="http://schemas.microsoft.com/office/drawing/2014/main" id="{46D1E2DE-F6C8-4749-8CD9-9D05F4D51EBF}"/>
              </a:ext>
            </a:extLst>
          </p:cNvPr>
          <p:cNvGrpSpPr/>
          <p:nvPr/>
        </p:nvGrpSpPr>
        <p:grpSpPr>
          <a:xfrm>
            <a:off x="1437600" y="1866560"/>
            <a:ext cx="9392844" cy="3521271"/>
            <a:chOff x="1728788" y="7356475"/>
            <a:chExt cx="10683874" cy="4005263"/>
          </a:xfrm>
          <a:solidFill>
            <a:schemeClr val="bg1">
              <a:alpha val="20000"/>
            </a:schemeClr>
          </a:solidFill>
        </p:grpSpPr>
        <p:sp>
          <p:nvSpPr>
            <p:cNvPr id="124" name="Freeform 192">
              <a:extLst>
                <a:ext uri="{FF2B5EF4-FFF2-40B4-BE49-F238E27FC236}">
                  <a16:creationId xmlns="" xmlns:a16="http://schemas.microsoft.com/office/drawing/2014/main" id="{29BA1BCC-03EA-4C69-9F50-61A520D9CC4D}"/>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5" name="Freeform 193">
              <a:extLst>
                <a:ext uri="{FF2B5EF4-FFF2-40B4-BE49-F238E27FC236}">
                  <a16:creationId xmlns="" xmlns:a16="http://schemas.microsoft.com/office/drawing/2014/main" id="{3C8A66E2-A1E3-41E9-8E26-8AD199BD8FA8}"/>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6" name="Freeform 194">
              <a:extLst>
                <a:ext uri="{FF2B5EF4-FFF2-40B4-BE49-F238E27FC236}">
                  <a16:creationId xmlns="" xmlns:a16="http://schemas.microsoft.com/office/drawing/2014/main" id="{336FC769-45B8-4091-B057-ECF741D6DB5F}"/>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7" name="Freeform 195">
              <a:extLst>
                <a:ext uri="{FF2B5EF4-FFF2-40B4-BE49-F238E27FC236}">
                  <a16:creationId xmlns="" xmlns:a16="http://schemas.microsoft.com/office/drawing/2014/main" id="{10A6BFBE-1E83-4D62-8333-43A7418FF9F4}"/>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8" name="Freeform 196">
              <a:extLst>
                <a:ext uri="{FF2B5EF4-FFF2-40B4-BE49-F238E27FC236}">
                  <a16:creationId xmlns="" xmlns:a16="http://schemas.microsoft.com/office/drawing/2014/main" id="{E2A929D4-59B8-412F-8C71-7BF89C9E8790}"/>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29" name="Freeform 197">
              <a:extLst>
                <a:ext uri="{FF2B5EF4-FFF2-40B4-BE49-F238E27FC236}">
                  <a16:creationId xmlns="" xmlns:a16="http://schemas.microsoft.com/office/drawing/2014/main" id="{05BB23E0-60F9-4FFC-8F81-4014E9BA0BF8}"/>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0" name="Freeform 198">
              <a:extLst>
                <a:ext uri="{FF2B5EF4-FFF2-40B4-BE49-F238E27FC236}">
                  <a16:creationId xmlns="" xmlns:a16="http://schemas.microsoft.com/office/drawing/2014/main" id="{35734EC5-751D-4F47-8703-6C68413A311B}"/>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1" name="Freeform 199">
              <a:extLst>
                <a:ext uri="{FF2B5EF4-FFF2-40B4-BE49-F238E27FC236}">
                  <a16:creationId xmlns="" xmlns:a16="http://schemas.microsoft.com/office/drawing/2014/main" id="{23F0D5E8-59DE-414D-A38F-DBE27BA60468}"/>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2" name="Freeform 200">
              <a:extLst>
                <a:ext uri="{FF2B5EF4-FFF2-40B4-BE49-F238E27FC236}">
                  <a16:creationId xmlns="" xmlns:a16="http://schemas.microsoft.com/office/drawing/2014/main" id="{4726B852-1B6C-4A71-80EC-CDBF35E88EEF}"/>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3" name="Freeform 201">
              <a:extLst>
                <a:ext uri="{FF2B5EF4-FFF2-40B4-BE49-F238E27FC236}">
                  <a16:creationId xmlns="" xmlns:a16="http://schemas.microsoft.com/office/drawing/2014/main" id="{4AA940CB-94EE-4DEF-9E9F-3D11BC8A77E0}"/>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4" name="Freeform 202">
              <a:extLst>
                <a:ext uri="{FF2B5EF4-FFF2-40B4-BE49-F238E27FC236}">
                  <a16:creationId xmlns="" xmlns:a16="http://schemas.microsoft.com/office/drawing/2014/main" id="{37043C60-3F8E-4D98-B028-C28CE45EF949}"/>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5" name="Freeform 203">
              <a:extLst>
                <a:ext uri="{FF2B5EF4-FFF2-40B4-BE49-F238E27FC236}">
                  <a16:creationId xmlns="" xmlns:a16="http://schemas.microsoft.com/office/drawing/2014/main" id="{C81FF395-5597-4B60-94F8-16CFCB54D10B}"/>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6" name="Freeform 204">
              <a:extLst>
                <a:ext uri="{FF2B5EF4-FFF2-40B4-BE49-F238E27FC236}">
                  <a16:creationId xmlns="" xmlns:a16="http://schemas.microsoft.com/office/drawing/2014/main" id="{2007123A-4AA8-48E1-BA2E-A82105D93644}"/>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7" name="Freeform 205">
              <a:extLst>
                <a:ext uri="{FF2B5EF4-FFF2-40B4-BE49-F238E27FC236}">
                  <a16:creationId xmlns="" xmlns:a16="http://schemas.microsoft.com/office/drawing/2014/main" id="{0683844A-AFE8-46C2-94DB-C4A051404877}"/>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8" name="Freeform 206">
              <a:extLst>
                <a:ext uri="{FF2B5EF4-FFF2-40B4-BE49-F238E27FC236}">
                  <a16:creationId xmlns="" xmlns:a16="http://schemas.microsoft.com/office/drawing/2014/main" id="{D8D71F33-0C29-48A9-A65A-A5537F3A52A6}"/>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39" name="Freeform 207">
              <a:extLst>
                <a:ext uri="{FF2B5EF4-FFF2-40B4-BE49-F238E27FC236}">
                  <a16:creationId xmlns="" xmlns:a16="http://schemas.microsoft.com/office/drawing/2014/main" id="{E97DE069-9FC5-47E3-BB06-6C53B57EBB04}"/>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0" name="Freeform 208">
              <a:extLst>
                <a:ext uri="{FF2B5EF4-FFF2-40B4-BE49-F238E27FC236}">
                  <a16:creationId xmlns="" xmlns:a16="http://schemas.microsoft.com/office/drawing/2014/main" id="{EB395240-8714-475A-A9EA-C1988D9DACB8}"/>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1" name="Freeform 209">
              <a:extLst>
                <a:ext uri="{FF2B5EF4-FFF2-40B4-BE49-F238E27FC236}">
                  <a16:creationId xmlns="" xmlns:a16="http://schemas.microsoft.com/office/drawing/2014/main" id="{6139A264-FB50-49CA-AE6F-7F4DFF7C6048}"/>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2" name="Freeform 210">
              <a:extLst>
                <a:ext uri="{FF2B5EF4-FFF2-40B4-BE49-F238E27FC236}">
                  <a16:creationId xmlns="" xmlns:a16="http://schemas.microsoft.com/office/drawing/2014/main" id="{E27E8A68-4257-446B-B011-27B527B11BA3}"/>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3" name="Freeform 211">
              <a:extLst>
                <a:ext uri="{FF2B5EF4-FFF2-40B4-BE49-F238E27FC236}">
                  <a16:creationId xmlns="" xmlns:a16="http://schemas.microsoft.com/office/drawing/2014/main" id="{63CF341D-2B39-4D7A-A0FC-8C9E4CAAD0B7}"/>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2">
              <a:extLst>
                <a:ext uri="{FF2B5EF4-FFF2-40B4-BE49-F238E27FC236}">
                  <a16:creationId xmlns="" xmlns:a16="http://schemas.microsoft.com/office/drawing/2014/main" id="{06245076-6CA3-4FDE-9361-0DA26A2EC607}"/>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5" name="Freeform 213">
              <a:extLst>
                <a:ext uri="{FF2B5EF4-FFF2-40B4-BE49-F238E27FC236}">
                  <a16:creationId xmlns="" xmlns:a16="http://schemas.microsoft.com/office/drawing/2014/main" id="{94E0F53C-DEC9-4430-B64C-6620E76347B0}"/>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6" name="Freeform 214">
              <a:extLst>
                <a:ext uri="{FF2B5EF4-FFF2-40B4-BE49-F238E27FC236}">
                  <a16:creationId xmlns="" xmlns:a16="http://schemas.microsoft.com/office/drawing/2014/main" id="{D426A132-F344-4AFD-9F3C-A887036E24DB}"/>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7" name="Freeform 215">
              <a:extLst>
                <a:ext uri="{FF2B5EF4-FFF2-40B4-BE49-F238E27FC236}">
                  <a16:creationId xmlns="" xmlns:a16="http://schemas.microsoft.com/office/drawing/2014/main" id="{8ACE94DA-4CCE-4980-BE34-998E88B7335D}"/>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8" name="Freeform 216">
              <a:extLst>
                <a:ext uri="{FF2B5EF4-FFF2-40B4-BE49-F238E27FC236}">
                  <a16:creationId xmlns="" xmlns:a16="http://schemas.microsoft.com/office/drawing/2014/main" id="{1186AB81-EC08-47A3-B424-BFDAFD7F41CF}"/>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49" name="Freeform 217">
              <a:extLst>
                <a:ext uri="{FF2B5EF4-FFF2-40B4-BE49-F238E27FC236}">
                  <a16:creationId xmlns="" xmlns:a16="http://schemas.microsoft.com/office/drawing/2014/main" id="{F5668DBE-204F-4171-9E4F-5846978205F7}"/>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0" name="Freeform 218">
              <a:extLst>
                <a:ext uri="{FF2B5EF4-FFF2-40B4-BE49-F238E27FC236}">
                  <a16:creationId xmlns="" xmlns:a16="http://schemas.microsoft.com/office/drawing/2014/main" id="{D3EFCB08-F6F6-491F-9E57-2E2F36735476}"/>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1" name="Freeform 219">
              <a:extLst>
                <a:ext uri="{FF2B5EF4-FFF2-40B4-BE49-F238E27FC236}">
                  <a16:creationId xmlns="" xmlns:a16="http://schemas.microsoft.com/office/drawing/2014/main" id="{FB523A2B-4AE4-496E-B6D5-96A80A3CE231}"/>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2" name="Freeform 220">
              <a:extLst>
                <a:ext uri="{FF2B5EF4-FFF2-40B4-BE49-F238E27FC236}">
                  <a16:creationId xmlns="" xmlns:a16="http://schemas.microsoft.com/office/drawing/2014/main" id="{12AFCCC9-64AE-492B-B862-3E0D337B8B47}"/>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3" name="Freeform 221">
              <a:extLst>
                <a:ext uri="{FF2B5EF4-FFF2-40B4-BE49-F238E27FC236}">
                  <a16:creationId xmlns="" xmlns:a16="http://schemas.microsoft.com/office/drawing/2014/main" id="{46D3A967-56BC-45BF-8ED4-884A091A967F}"/>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4" name="Freeform 222">
              <a:extLst>
                <a:ext uri="{FF2B5EF4-FFF2-40B4-BE49-F238E27FC236}">
                  <a16:creationId xmlns="" xmlns:a16="http://schemas.microsoft.com/office/drawing/2014/main" id="{D8CCC54B-96D6-4384-8DB9-3B07D2811111}"/>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5" name="Freeform 223">
              <a:extLst>
                <a:ext uri="{FF2B5EF4-FFF2-40B4-BE49-F238E27FC236}">
                  <a16:creationId xmlns="" xmlns:a16="http://schemas.microsoft.com/office/drawing/2014/main" id="{1F4F8155-DADF-4F50-AA1B-32DA5B769BCD}"/>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6" name="Freeform 224">
              <a:extLst>
                <a:ext uri="{FF2B5EF4-FFF2-40B4-BE49-F238E27FC236}">
                  <a16:creationId xmlns="" xmlns:a16="http://schemas.microsoft.com/office/drawing/2014/main" id="{4BE96C66-A0A7-483D-9938-D4593CB3AAE6}"/>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7" name="Freeform 225">
              <a:extLst>
                <a:ext uri="{FF2B5EF4-FFF2-40B4-BE49-F238E27FC236}">
                  <a16:creationId xmlns="" xmlns:a16="http://schemas.microsoft.com/office/drawing/2014/main" id="{8F827AD3-64F4-4111-93C8-1B6D02686F78}"/>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8" name="Freeform 226">
              <a:extLst>
                <a:ext uri="{FF2B5EF4-FFF2-40B4-BE49-F238E27FC236}">
                  <a16:creationId xmlns="" xmlns:a16="http://schemas.microsoft.com/office/drawing/2014/main" id="{97C21B80-8D79-4200-8299-0DBC93B18F32}"/>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9" name="Freeform 227">
              <a:extLst>
                <a:ext uri="{FF2B5EF4-FFF2-40B4-BE49-F238E27FC236}">
                  <a16:creationId xmlns="" xmlns:a16="http://schemas.microsoft.com/office/drawing/2014/main" id="{35EE361A-3852-4AEC-A2D1-00DFB9A23BED}"/>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0" name="Freeform 228">
              <a:extLst>
                <a:ext uri="{FF2B5EF4-FFF2-40B4-BE49-F238E27FC236}">
                  <a16:creationId xmlns="" xmlns:a16="http://schemas.microsoft.com/office/drawing/2014/main" id="{A667A830-5619-4A40-B459-B9E18551C481}"/>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1" name="Freeform 229">
              <a:extLst>
                <a:ext uri="{FF2B5EF4-FFF2-40B4-BE49-F238E27FC236}">
                  <a16:creationId xmlns="" xmlns:a16="http://schemas.microsoft.com/office/drawing/2014/main" id="{094D478C-FC2A-490F-B257-2CB4AE472637}"/>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2" name="Freeform 230">
              <a:extLst>
                <a:ext uri="{FF2B5EF4-FFF2-40B4-BE49-F238E27FC236}">
                  <a16:creationId xmlns="" xmlns:a16="http://schemas.microsoft.com/office/drawing/2014/main" id="{DE02CF36-9B20-4CBD-B9B7-A1B6580E1B72}"/>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3" name="Freeform 231">
              <a:extLst>
                <a:ext uri="{FF2B5EF4-FFF2-40B4-BE49-F238E27FC236}">
                  <a16:creationId xmlns="" xmlns:a16="http://schemas.microsoft.com/office/drawing/2014/main" id="{288FF36E-DADD-4B2D-BCCD-465F93CB1BCF}"/>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9801" name="副标题 2"/>
          <p:cNvSpPr>
            <a:spLocks noGrp="1"/>
          </p:cNvSpPr>
          <p:nvPr userDrawn="1">
            <p:ph type="subTitle" idx="1"/>
          </p:nvPr>
        </p:nvSpPr>
        <p:spPr>
          <a:xfrm>
            <a:off x="948718" y="2998375"/>
            <a:ext cx="5087595" cy="558799"/>
          </a:xfrm>
        </p:spPr>
        <p:txBody>
          <a:bodyPr anchor="ctr">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noProof="1" smtClean="0"/>
              <a:t>单击此处编辑母版副标题样式</a:t>
            </a:r>
            <a:endParaRPr lang="en-US" noProof="1"/>
          </a:p>
        </p:txBody>
      </p:sp>
      <p:sp>
        <p:nvSpPr>
          <p:cNvPr id="9802" name="标题 1"/>
          <p:cNvSpPr>
            <a:spLocks noGrp="1"/>
          </p:cNvSpPr>
          <p:nvPr userDrawn="1">
            <p:ph type="ctrTitle"/>
          </p:nvPr>
        </p:nvSpPr>
        <p:spPr>
          <a:xfrm>
            <a:off x="948718" y="1785931"/>
            <a:ext cx="5087595" cy="1198382"/>
          </a:xfrm>
        </p:spPr>
        <p:txBody>
          <a:bodyPr anchor="ctr">
            <a:normAutofit/>
          </a:bodyPr>
          <a:lstStyle>
            <a:lvl1pPr algn="l">
              <a:defRPr sz="4000">
                <a:solidFill>
                  <a:schemeClr val="bg1"/>
                </a:solidFill>
              </a:defRPr>
            </a:lvl1pPr>
          </a:lstStyle>
          <a:p>
            <a:r>
              <a:rPr lang="zh-CN" altLang="en-US" noProof="1" smtClean="0"/>
              <a:t>单击此处编辑母版标题样式</a:t>
            </a:r>
            <a:endParaRPr lang="zh-CN" altLang="en-US" noProof="1"/>
          </a:p>
        </p:txBody>
      </p:sp>
      <p:sp>
        <p:nvSpPr>
          <p:cNvPr id="12" name="文本占位符 13"/>
          <p:cNvSpPr>
            <a:spLocks noGrp="1"/>
          </p:cNvSpPr>
          <p:nvPr userDrawn="1">
            <p:ph type="body" sz="quarter" idx="10" hasCustomPrompt="1"/>
          </p:nvPr>
        </p:nvSpPr>
        <p:spPr>
          <a:xfrm>
            <a:off x="949208" y="4137532"/>
            <a:ext cx="2294395" cy="296271"/>
          </a:xfrm>
          <a:prstGeom prst="roundRect">
            <a:avLst>
              <a:gd name="adj" fmla="val 50000"/>
            </a:avLst>
          </a:prstGeom>
          <a:noFill/>
          <a:ln w="12700">
            <a:solidFill>
              <a:schemeClr val="bg1"/>
            </a:solidFill>
          </a:ln>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
        <p:nvSpPr>
          <p:cNvPr id="13" name="文本占位符 13"/>
          <p:cNvSpPr>
            <a:spLocks noGrp="1"/>
          </p:cNvSpPr>
          <p:nvPr userDrawn="1">
            <p:ph type="body" sz="quarter" idx="11" hasCustomPrompt="1"/>
          </p:nvPr>
        </p:nvSpPr>
        <p:spPr>
          <a:xfrm>
            <a:off x="949207" y="4558199"/>
            <a:ext cx="5087595"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Terabits</a:t>
            </a:r>
            <a:endParaRPr lang="zh-CN" altLang="en-US" noProof="1"/>
          </a:p>
        </p:txBody>
      </p:sp>
    </p:spTree>
    <p:extLst>
      <p:ext uri="{BB962C8B-B14F-4D97-AF65-F5344CB8AC3E}">
        <p14:creationId xmlns:p14="http://schemas.microsoft.com/office/powerpoint/2010/main" val="2392766476"/>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userDrawn="1">
  <p:cSld name="节标题">
    <p:spTree>
      <p:nvGrpSpPr>
        <p:cNvPr id="1" name=""/>
        <p:cNvGrpSpPr/>
        <p:nvPr/>
      </p:nvGrpSpPr>
      <p:grpSpPr>
        <a:xfrm>
          <a:off x="0" y="0"/>
          <a:ext cx="0" cy="0"/>
          <a:chOff x="0" y="0"/>
          <a:chExt cx="0" cy="0"/>
        </a:xfrm>
      </p:grpSpPr>
      <p:sp>
        <p:nvSpPr>
          <p:cNvPr id="4" name="矩形 3">
            <a:extLst>
              <a:ext uri="{FF2B5EF4-FFF2-40B4-BE49-F238E27FC236}">
                <a16:creationId xmlns="" xmlns:a16="http://schemas.microsoft.com/office/drawing/2014/main" id="{FA89D527-07F7-4DF8-B4AE-7CE4750343FE}"/>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5" name="矩形 4">
            <a:extLst>
              <a:ext uri="{FF2B5EF4-FFF2-40B4-BE49-F238E27FC236}">
                <a16:creationId xmlns="" xmlns:a16="http://schemas.microsoft.com/office/drawing/2014/main" id="{4D938A1B-0B96-46F2-9400-1487ED36C6FC}"/>
              </a:ext>
            </a:extLst>
          </p:cNvPr>
          <p:cNvSpPr/>
          <p:nvPr userDrawn="1"/>
        </p:nvSpPr>
        <p:spPr>
          <a:xfrm>
            <a:off x="7223125" y="4016375"/>
            <a:ext cx="3338513" cy="2841625"/>
          </a:xfrm>
          <a:prstGeom prst="rect">
            <a:avLst/>
          </a:prstGeom>
          <a:gradFill>
            <a:gsLst>
              <a:gs pos="5000">
                <a:schemeClr val="accent2"/>
              </a:gs>
              <a:gs pos="100000">
                <a:schemeClr val="accent3"/>
              </a:gs>
            </a:gsLst>
            <a:lin ang="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6" name="Freeform 100">
            <a:extLst>
              <a:ext uri="{FF2B5EF4-FFF2-40B4-BE49-F238E27FC236}">
                <a16:creationId xmlns="" xmlns:a16="http://schemas.microsoft.com/office/drawing/2014/main" id="{3A1F5932-2139-48CA-8277-742909F78EFD}"/>
              </a:ext>
            </a:extLst>
          </p:cNvPr>
          <p:cNvSpPr>
            <a:spLocks noChangeArrowheads="1"/>
          </p:cNvSpPr>
          <p:nvPr/>
        </p:nvSpPr>
        <p:spPr bwMode="auto">
          <a:xfrm>
            <a:off x="7493000" y="1695450"/>
            <a:ext cx="1912938" cy="1449388"/>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 name="Freeform 101">
            <a:extLst>
              <a:ext uri="{FF2B5EF4-FFF2-40B4-BE49-F238E27FC236}">
                <a16:creationId xmlns="" xmlns:a16="http://schemas.microsoft.com/office/drawing/2014/main" id="{E2EAF21E-DF3A-47A2-A444-98FA64D4AE97}"/>
              </a:ext>
            </a:extLst>
          </p:cNvPr>
          <p:cNvSpPr>
            <a:spLocks noChangeArrowheads="1"/>
          </p:cNvSpPr>
          <p:nvPr/>
        </p:nvSpPr>
        <p:spPr bwMode="auto">
          <a:xfrm>
            <a:off x="8755063" y="1566863"/>
            <a:ext cx="766762" cy="1577975"/>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2">
            <a:extLst>
              <a:ext uri="{FF2B5EF4-FFF2-40B4-BE49-F238E27FC236}">
                <a16:creationId xmlns="" xmlns:a16="http://schemas.microsoft.com/office/drawing/2014/main" id="{9908D12F-8726-4C8F-8278-5E5EA5C506F7}"/>
              </a:ext>
            </a:extLst>
          </p:cNvPr>
          <p:cNvSpPr>
            <a:spLocks noChangeArrowheads="1"/>
          </p:cNvSpPr>
          <p:nvPr/>
        </p:nvSpPr>
        <p:spPr bwMode="auto">
          <a:xfrm>
            <a:off x="8645525" y="1428750"/>
            <a:ext cx="998538" cy="1716088"/>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3">
            <a:extLst>
              <a:ext uri="{FF2B5EF4-FFF2-40B4-BE49-F238E27FC236}">
                <a16:creationId xmlns="" xmlns:a16="http://schemas.microsoft.com/office/drawing/2014/main" id="{565847EB-3C92-41EA-8FC7-AEB66A45F26B}"/>
              </a:ext>
            </a:extLst>
          </p:cNvPr>
          <p:cNvSpPr>
            <a:spLocks noEditPoints="1" noChangeArrowheads="1"/>
          </p:cNvSpPr>
          <p:nvPr/>
        </p:nvSpPr>
        <p:spPr bwMode="auto">
          <a:xfrm>
            <a:off x="7432675" y="16652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4">
            <a:extLst>
              <a:ext uri="{FF2B5EF4-FFF2-40B4-BE49-F238E27FC236}">
                <a16:creationId xmlns="" xmlns:a16="http://schemas.microsoft.com/office/drawing/2014/main" id="{D8ADE8E6-8C31-478D-B207-22A9E6F64A95}"/>
              </a:ext>
            </a:extLst>
          </p:cNvPr>
          <p:cNvSpPr>
            <a:spLocks noEditPoints="1" noChangeArrowheads="1"/>
          </p:cNvSpPr>
          <p:nvPr/>
        </p:nvSpPr>
        <p:spPr bwMode="auto">
          <a:xfrm>
            <a:off x="8694738" y="153987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5">
            <a:extLst>
              <a:ext uri="{FF2B5EF4-FFF2-40B4-BE49-F238E27FC236}">
                <a16:creationId xmlns="" xmlns:a16="http://schemas.microsoft.com/office/drawing/2014/main" id="{ED5EA8DF-2B7F-458B-A8F1-89B911E1D948}"/>
              </a:ext>
            </a:extLst>
          </p:cNvPr>
          <p:cNvSpPr>
            <a:spLocks noEditPoints="1" noChangeArrowheads="1"/>
          </p:cNvSpPr>
          <p:nvPr/>
        </p:nvSpPr>
        <p:spPr bwMode="auto">
          <a:xfrm>
            <a:off x="8583613" y="1398588"/>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6">
            <a:extLst>
              <a:ext uri="{FF2B5EF4-FFF2-40B4-BE49-F238E27FC236}">
                <a16:creationId xmlns="" xmlns:a16="http://schemas.microsoft.com/office/drawing/2014/main" id="{0AEB20D9-923D-4E84-AB1B-3E8954AF5229}"/>
              </a:ext>
            </a:extLst>
          </p:cNvPr>
          <p:cNvSpPr>
            <a:spLocks noChangeArrowheads="1"/>
          </p:cNvSpPr>
          <p:nvPr/>
        </p:nvSpPr>
        <p:spPr bwMode="auto">
          <a:xfrm>
            <a:off x="8291513" y="1322388"/>
            <a:ext cx="1471612" cy="182245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107">
            <a:extLst>
              <a:ext uri="{FF2B5EF4-FFF2-40B4-BE49-F238E27FC236}">
                <a16:creationId xmlns="" xmlns:a16="http://schemas.microsoft.com/office/drawing/2014/main" id="{47CDE46C-DC4A-4CEB-B760-75CE03381F74}"/>
              </a:ext>
            </a:extLst>
          </p:cNvPr>
          <p:cNvSpPr>
            <a:spLocks noEditPoints="1" noChangeArrowheads="1"/>
          </p:cNvSpPr>
          <p:nvPr/>
        </p:nvSpPr>
        <p:spPr bwMode="auto">
          <a:xfrm>
            <a:off x="8231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8">
            <a:extLst>
              <a:ext uri="{FF2B5EF4-FFF2-40B4-BE49-F238E27FC236}">
                <a16:creationId xmlns="" xmlns:a16="http://schemas.microsoft.com/office/drawing/2014/main" id="{7670E6CE-3BB7-4481-8625-050E809ADA4D}"/>
              </a:ext>
            </a:extLst>
          </p:cNvPr>
          <p:cNvSpPr>
            <a:spLocks noChangeArrowheads="1"/>
          </p:cNvSpPr>
          <p:nvPr/>
        </p:nvSpPr>
        <p:spPr bwMode="auto">
          <a:xfrm>
            <a:off x="9872663" y="1322388"/>
            <a:ext cx="1041400" cy="182245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Freeform 109">
            <a:extLst>
              <a:ext uri="{FF2B5EF4-FFF2-40B4-BE49-F238E27FC236}">
                <a16:creationId xmlns="" xmlns:a16="http://schemas.microsoft.com/office/drawing/2014/main" id="{D3DF8C53-D1F5-492E-99C7-BD5464222F19}"/>
              </a:ext>
            </a:extLst>
          </p:cNvPr>
          <p:cNvSpPr>
            <a:spLocks noEditPoints="1" noChangeArrowheads="1"/>
          </p:cNvSpPr>
          <p:nvPr/>
        </p:nvSpPr>
        <p:spPr bwMode="auto">
          <a:xfrm>
            <a:off x="108981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10">
            <a:extLst>
              <a:ext uri="{FF2B5EF4-FFF2-40B4-BE49-F238E27FC236}">
                <a16:creationId xmlns="" xmlns:a16="http://schemas.microsoft.com/office/drawing/2014/main" id="{A2C0E662-1FEA-4BEB-9A1E-7861B2690B6A}"/>
              </a:ext>
            </a:extLst>
          </p:cNvPr>
          <p:cNvSpPr>
            <a:spLocks noEditPoints="1" noChangeArrowheads="1"/>
          </p:cNvSpPr>
          <p:nvPr/>
        </p:nvSpPr>
        <p:spPr bwMode="auto">
          <a:xfrm>
            <a:off x="11042650"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1">
            <a:extLst>
              <a:ext uri="{FF2B5EF4-FFF2-40B4-BE49-F238E27FC236}">
                <a16:creationId xmlns="" xmlns:a16="http://schemas.microsoft.com/office/drawing/2014/main" id="{3B296366-066A-46CF-BD0B-07AC0B29637C}"/>
              </a:ext>
            </a:extLst>
          </p:cNvPr>
          <p:cNvSpPr>
            <a:spLocks noEditPoints="1" noChangeArrowheads="1"/>
          </p:cNvSpPr>
          <p:nvPr/>
        </p:nvSpPr>
        <p:spPr bwMode="auto">
          <a:xfrm>
            <a:off x="11190288" y="1292225"/>
            <a:ext cx="73025"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12">
            <a:extLst>
              <a:ext uri="{FF2B5EF4-FFF2-40B4-BE49-F238E27FC236}">
                <a16:creationId xmlns="" xmlns:a16="http://schemas.microsoft.com/office/drawing/2014/main" id="{E2BD13DC-08C4-4EEE-914C-B1A33AECE58F}"/>
              </a:ext>
            </a:extLst>
          </p:cNvPr>
          <p:cNvSpPr>
            <a:spLocks noEditPoints="1" noChangeArrowheads="1"/>
          </p:cNvSpPr>
          <p:nvPr/>
        </p:nvSpPr>
        <p:spPr bwMode="auto">
          <a:xfrm>
            <a:off x="11333163" y="1292225"/>
            <a:ext cx="74612"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3">
            <a:extLst>
              <a:ext uri="{FF2B5EF4-FFF2-40B4-BE49-F238E27FC236}">
                <a16:creationId xmlns="" xmlns:a16="http://schemas.microsoft.com/office/drawing/2014/main" id="{A6B2E18D-6DAB-49DB-B326-FFD09F6A4EB6}"/>
              </a:ext>
            </a:extLst>
          </p:cNvPr>
          <p:cNvSpPr>
            <a:spLocks noEditPoints="1" noChangeArrowheads="1"/>
          </p:cNvSpPr>
          <p:nvPr/>
        </p:nvSpPr>
        <p:spPr bwMode="auto">
          <a:xfrm>
            <a:off x="11480800" y="1292225"/>
            <a:ext cx="74613"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4">
            <a:extLst>
              <a:ext uri="{FF2B5EF4-FFF2-40B4-BE49-F238E27FC236}">
                <a16:creationId xmlns="" xmlns:a16="http://schemas.microsoft.com/office/drawing/2014/main" id="{D09F76B4-9EDF-4BB0-A4BD-C03A27656A55}"/>
              </a:ext>
            </a:extLst>
          </p:cNvPr>
          <p:cNvSpPr>
            <a:spLocks noEditPoints="1" noChangeArrowheads="1"/>
          </p:cNvSpPr>
          <p:nvPr/>
        </p:nvSpPr>
        <p:spPr bwMode="auto">
          <a:xfrm>
            <a:off x="11625263" y="1292225"/>
            <a:ext cx="71437" cy="73025"/>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7">
            <a:extLst>
              <a:ext uri="{FF2B5EF4-FFF2-40B4-BE49-F238E27FC236}">
                <a16:creationId xmlns="" xmlns:a16="http://schemas.microsoft.com/office/drawing/2014/main" id="{B6666370-092F-4B21-BC49-81C165E4432B}"/>
              </a:ext>
            </a:extLst>
          </p:cNvPr>
          <p:cNvSpPr>
            <a:spLocks noEditPoints="1" noChangeArrowheads="1"/>
          </p:cNvSpPr>
          <p:nvPr/>
        </p:nvSpPr>
        <p:spPr bwMode="auto">
          <a:xfrm>
            <a:off x="6353175" y="2852738"/>
            <a:ext cx="5005388" cy="2908300"/>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8">
            <a:extLst>
              <a:ext uri="{FF2B5EF4-FFF2-40B4-BE49-F238E27FC236}">
                <a16:creationId xmlns="" xmlns:a16="http://schemas.microsoft.com/office/drawing/2014/main" id="{D86BA65D-3B90-41FF-B10A-4F4E0E8CD037}"/>
              </a:ext>
            </a:extLst>
          </p:cNvPr>
          <p:cNvSpPr>
            <a:spLocks noChangeArrowheads="1"/>
          </p:cNvSpPr>
          <p:nvPr/>
        </p:nvSpPr>
        <p:spPr bwMode="auto">
          <a:xfrm>
            <a:off x="6251575" y="2505075"/>
            <a:ext cx="5205413" cy="2952750"/>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9">
            <a:extLst>
              <a:ext uri="{FF2B5EF4-FFF2-40B4-BE49-F238E27FC236}">
                <a16:creationId xmlns="" xmlns:a16="http://schemas.microsoft.com/office/drawing/2014/main" id="{F9FAF9F0-1C4A-4256-A265-62E3124CD75A}"/>
              </a:ext>
            </a:extLst>
          </p:cNvPr>
          <p:cNvSpPr>
            <a:spLocks noChangeArrowheads="1"/>
          </p:cNvSpPr>
          <p:nvPr/>
        </p:nvSpPr>
        <p:spPr bwMode="auto">
          <a:xfrm>
            <a:off x="6251575" y="3368675"/>
            <a:ext cx="5205413" cy="2076450"/>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20">
            <a:extLst>
              <a:ext uri="{FF2B5EF4-FFF2-40B4-BE49-F238E27FC236}">
                <a16:creationId xmlns="" xmlns:a16="http://schemas.microsoft.com/office/drawing/2014/main" id="{03258DA8-CB1C-41C2-8363-C6729AE734D4}"/>
              </a:ext>
            </a:extLst>
          </p:cNvPr>
          <p:cNvSpPr>
            <a:spLocks noChangeArrowheads="1"/>
          </p:cNvSpPr>
          <p:nvPr/>
        </p:nvSpPr>
        <p:spPr bwMode="auto">
          <a:xfrm>
            <a:off x="6251575" y="3414713"/>
            <a:ext cx="5205413" cy="1997075"/>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1">
            <a:extLst>
              <a:ext uri="{FF2B5EF4-FFF2-40B4-BE49-F238E27FC236}">
                <a16:creationId xmlns="" xmlns:a16="http://schemas.microsoft.com/office/drawing/2014/main" id="{CAC6BC2E-BC0C-4E06-A519-62B8374FE231}"/>
              </a:ext>
            </a:extLst>
          </p:cNvPr>
          <p:cNvSpPr>
            <a:spLocks noChangeArrowheads="1"/>
          </p:cNvSpPr>
          <p:nvPr/>
        </p:nvSpPr>
        <p:spPr bwMode="auto">
          <a:xfrm>
            <a:off x="6235700" y="2308225"/>
            <a:ext cx="5240338" cy="3027363"/>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2">
            <a:extLst>
              <a:ext uri="{FF2B5EF4-FFF2-40B4-BE49-F238E27FC236}">
                <a16:creationId xmlns="" xmlns:a16="http://schemas.microsoft.com/office/drawing/2014/main" id="{4C6722D5-597A-476B-9FFB-A37EBA64EBD1}"/>
              </a:ext>
            </a:extLst>
          </p:cNvPr>
          <p:cNvSpPr>
            <a:spLocks noChangeArrowheads="1"/>
          </p:cNvSpPr>
          <p:nvPr/>
        </p:nvSpPr>
        <p:spPr bwMode="auto">
          <a:xfrm>
            <a:off x="7516813" y="508793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3">
            <a:extLst>
              <a:ext uri="{FF2B5EF4-FFF2-40B4-BE49-F238E27FC236}">
                <a16:creationId xmlns="" xmlns:a16="http://schemas.microsoft.com/office/drawing/2014/main" id="{D8123861-108E-48F3-B00C-328D748ED48A}"/>
              </a:ext>
            </a:extLst>
          </p:cNvPr>
          <p:cNvSpPr>
            <a:spLocks noChangeArrowheads="1"/>
          </p:cNvSpPr>
          <p:nvPr/>
        </p:nvSpPr>
        <p:spPr bwMode="auto">
          <a:xfrm>
            <a:off x="7591425" y="5130800"/>
            <a:ext cx="36513"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4">
            <a:extLst>
              <a:ext uri="{FF2B5EF4-FFF2-40B4-BE49-F238E27FC236}">
                <a16:creationId xmlns="" xmlns:a16="http://schemas.microsoft.com/office/drawing/2014/main" id="{E1E16852-F19B-4C74-8711-911715DAAC0E}"/>
              </a:ext>
            </a:extLst>
          </p:cNvPr>
          <p:cNvSpPr>
            <a:spLocks noChangeArrowheads="1"/>
          </p:cNvSpPr>
          <p:nvPr/>
        </p:nvSpPr>
        <p:spPr bwMode="auto">
          <a:xfrm>
            <a:off x="7664450" y="5175250"/>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5">
            <a:extLst>
              <a:ext uri="{FF2B5EF4-FFF2-40B4-BE49-F238E27FC236}">
                <a16:creationId xmlns="" xmlns:a16="http://schemas.microsoft.com/office/drawing/2014/main" id="{00D3F213-AEE9-461A-9821-E972EB5B5B26}"/>
              </a:ext>
            </a:extLst>
          </p:cNvPr>
          <p:cNvSpPr>
            <a:spLocks noChangeArrowheads="1"/>
          </p:cNvSpPr>
          <p:nvPr/>
        </p:nvSpPr>
        <p:spPr bwMode="auto">
          <a:xfrm>
            <a:off x="6500813" y="4503738"/>
            <a:ext cx="39687" cy="52387"/>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6">
            <a:extLst>
              <a:ext uri="{FF2B5EF4-FFF2-40B4-BE49-F238E27FC236}">
                <a16:creationId xmlns="" xmlns:a16="http://schemas.microsoft.com/office/drawing/2014/main" id="{99FAF4F1-248C-494E-8CAE-9DE0E3F996D5}"/>
              </a:ext>
            </a:extLst>
          </p:cNvPr>
          <p:cNvSpPr>
            <a:spLocks noChangeArrowheads="1"/>
          </p:cNvSpPr>
          <p:nvPr/>
        </p:nvSpPr>
        <p:spPr bwMode="auto">
          <a:xfrm>
            <a:off x="6573838" y="4545013"/>
            <a:ext cx="41275"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7">
            <a:extLst>
              <a:ext uri="{FF2B5EF4-FFF2-40B4-BE49-F238E27FC236}">
                <a16:creationId xmlns="" xmlns:a16="http://schemas.microsoft.com/office/drawing/2014/main" id="{18A61A7E-06D1-4936-9D3C-BD4CF705F18C}"/>
              </a:ext>
            </a:extLst>
          </p:cNvPr>
          <p:cNvSpPr>
            <a:spLocks noChangeArrowheads="1"/>
          </p:cNvSpPr>
          <p:nvPr/>
        </p:nvSpPr>
        <p:spPr bwMode="auto">
          <a:xfrm>
            <a:off x="6650038" y="4589463"/>
            <a:ext cx="38100"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8">
            <a:extLst>
              <a:ext uri="{FF2B5EF4-FFF2-40B4-BE49-F238E27FC236}">
                <a16:creationId xmlns="" xmlns:a16="http://schemas.microsoft.com/office/drawing/2014/main" id="{0C2F7A97-0454-482A-B806-90B72401DD3F}"/>
              </a:ext>
            </a:extLst>
          </p:cNvPr>
          <p:cNvSpPr>
            <a:spLocks noEditPoints="1" noChangeArrowheads="1"/>
          </p:cNvSpPr>
          <p:nvPr/>
        </p:nvSpPr>
        <p:spPr bwMode="auto">
          <a:xfrm>
            <a:off x="8824913" y="2297113"/>
            <a:ext cx="823912" cy="433387"/>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9">
            <a:extLst>
              <a:ext uri="{FF2B5EF4-FFF2-40B4-BE49-F238E27FC236}">
                <a16:creationId xmlns="" xmlns:a16="http://schemas.microsoft.com/office/drawing/2014/main" id="{A2FF0A01-030B-41D0-A009-026BD0FD85C1}"/>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30">
            <a:extLst>
              <a:ext uri="{FF2B5EF4-FFF2-40B4-BE49-F238E27FC236}">
                <a16:creationId xmlns="" xmlns:a16="http://schemas.microsoft.com/office/drawing/2014/main" id="{D7B34D66-772D-48A3-8B1B-E32BD0E7DF88}"/>
              </a:ext>
            </a:extLst>
          </p:cNvPr>
          <p:cNvSpPr>
            <a:spLocks noChangeArrowheads="1"/>
          </p:cNvSpPr>
          <p:nvPr/>
        </p:nvSpPr>
        <p:spPr bwMode="auto">
          <a:xfrm>
            <a:off x="9390063" y="2387600"/>
            <a:ext cx="15875" cy="23813"/>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1">
            <a:extLst>
              <a:ext uri="{FF2B5EF4-FFF2-40B4-BE49-F238E27FC236}">
                <a16:creationId xmlns="" xmlns:a16="http://schemas.microsoft.com/office/drawing/2014/main" id="{F02319AF-B822-4214-8E97-6B2B659C2CB2}"/>
              </a:ext>
            </a:extLst>
          </p:cNvPr>
          <p:cNvSpPr>
            <a:spLocks noChangeArrowheads="1"/>
          </p:cNvSpPr>
          <p:nvPr/>
        </p:nvSpPr>
        <p:spPr bwMode="auto">
          <a:xfrm>
            <a:off x="9504363" y="2319338"/>
            <a:ext cx="17462" cy="26987"/>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2">
            <a:extLst>
              <a:ext uri="{FF2B5EF4-FFF2-40B4-BE49-F238E27FC236}">
                <a16:creationId xmlns="" xmlns:a16="http://schemas.microsoft.com/office/drawing/2014/main" id="{D72589FA-ED31-4FED-B4A3-6D776324BB62}"/>
              </a:ext>
            </a:extLst>
          </p:cNvPr>
          <p:cNvSpPr>
            <a:spLocks noChangeArrowheads="1"/>
          </p:cNvSpPr>
          <p:nvPr/>
        </p:nvSpPr>
        <p:spPr bwMode="auto">
          <a:xfrm>
            <a:off x="9628188" y="2297113"/>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3">
            <a:extLst>
              <a:ext uri="{FF2B5EF4-FFF2-40B4-BE49-F238E27FC236}">
                <a16:creationId xmlns="" xmlns:a16="http://schemas.microsoft.com/office/drawing/2014/main" id="{5126ED09-4C7C-427B-AAA2-108FB7EA732C}"/>
              </a:ext>
            </a:extLst>
          </p:cNvPr>
          <p:cNvSpPr>
            <a:spLocks noChangeArrowheads="1"/>
          </p:cNvSpPr>
          <p:nvPr/>
        </p:nvSpPr>
        <p:spPr bwMode="auto">
          <a:xfrm>
            <a:off x="6246813" y="3087688"/>
            <a:ext cx="1951037" cy="11747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4">
            <a:extLst>
              <a:ext uri="{FF2B5EF4-FFF2-40B4-BE49-F238E27FC236}">
                <a16:creationId xmlns="" xmlns:a16="http://schemas.microsoft.com/office/drawing/2014/main" id="{1792FC57-ECDB-4D6E-B7C7-77EFC910E875}"/>
              </a:ext>
            </a:extLst>
          </p:cNvPr>
          <p:cNvSpPr>
            <a:spLocks noChangeArrowheads="1"/>
          </p:cNvSpPr>
          <p:nvPr/>
        </p:nvSpPr>
        <p:spPr bwMode="auto">
          <a:xfrm>
            <a:off x="6254750" y="4221163"/>
            <a:ext cx="1836738" cy="1076325"/>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1" name="组合 161">
            <a:extLst>
              <a:ext uri="{FF2B5EF4-FFF2-40B4-BE49-F238E27FC236}">
                <a16:creationId xmlns="" xmlns:a16="http://schemas.microsoft.com/office/drawing/2014/main" id="{49541F5F-FC95-468E-B89E-EA6E378B89C7}"/>
              </a:ext>
            </a:extLst>
          </p:cNvPr>
          <p:cNvGrpSpPr>
            <a:grpSpLocks/>
          </p:cNvGrpSpPr>
          <p:nvPr/>
        </p:nvGrpSpPr>
        <p:grpSpPr bwMode="auto">
          <a:xfrm>
            <a:off x="6197600" y="2320925"/>
            <a:ext cx="5260975" cy="3022600"/>
            <a:chOff x="7564437" y="4244495"/>
            <a:chExt cx="4236358" cy="2433801"/>
          </a:xfrm>
        </p:grpSpPr>
        <p:sp>
          <p:nvSpPr>
            <p:cNvPr id="42" name="Freeform 238">
              <a:extLst>
                <a:ext uri="{FF2B5EF4-FFF2-40B4-BE49-F238E27FC236}">
                  <a16:creationId xmlns="" xmlns:a16="http://schemas.microsoft.com/office/drawing/2014/main" id="{D2A5171D-E58B-49E6-8330-867C6E75D918}"/>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Freeform 238">
              <a:extLst>
                <a:ext uri="{FF2B5EF4-FFF2-40B4-BE49-F238E27FC236}">
                  <a16:creationId xmlns="" xmlns:a16="http://schemas.microsoft.com/office/drawing/2014/main" id="{83D6515D-411E-4AE8-86D4-1A76E4EF5650}"/>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DE1FC05-CBFC-4560-906E-DBDADF97B946}"/>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BA520366-ED7A-4104-BCB8-5AFF9EFEA4E0}"/>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6" name="Freeform 135">
            <a:extLst>
              <a:ext uri="{FF2B5EF4-FFF2-40B4-BE49-F238E27FC236}">
                <a16:creationId xmlns="" xmlns:a16="http://schemas.microsoft.com/office/drawing/2014/main" id="{F84C648C-8347-47DF-B8BE-C1DB94BF0130}"/>
              </a:ext>
            </a:extLst>
          </p:cNvPr>
          <p:cNvSpPr>
            <a:spLocks noEditPoints="1" noChangeArrowheads="1"/>
          </p:cNvSpPr>
          <p:nvPr/>
        </p:nvSpPr>
        <p:spPr bwMode="auto">
          <a:xfrm>
            <a:off x="8680450" y="4037013"/>
            <a:ext cx="1104900" cy="64293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Freeform 137">
            <a:extLst>
              <a:ext uri="{FF2B5EF4-FFF2-40B4-BE49-F238E27FC236}">
                <a16:creationId xmlns="" xmlns:a16="http://schemas.microsoft.com/office/drawing/2014/main" id="{020821C1-6477-4F16-B170-5FFE976A9A07}"/>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6">
            <a:extLst>
              <a:ext uri="{FF2B5EF4-FFF2-40B4-BE49-F238E27FC236}">
                <a16:creationId xmlns="" xmlns:a16="http://schemas.microsoft.com/office/drawing/2014/main" id="{6B37FE91-B408-4775-BDA3-199D009784FD}"/>
              </a:ext>
            </a:extLst>
          </p:cNvPr>
          <p:cNvSpPr>
            <a:spLocks noEditPoints="1" noChangeArrowheads="1"/>
          </p:cNvSpPr>
          <p:nvPr/>
        </p:nvSpPr>
        <p:spPr bwMode="auto">
          <a:xfrm>
            <a:off x="9736138" y="3327400"/>
            <a:ext cx="1281112" cy="639763"/>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8">
            <a:extLst>
              <a:ext uri="{FF2B5EF4-FFF2-40B4-BE49-F238E27FC236}">
                <a16:creationId xmlns="" xmlns:a16="http://schemas.microsoft.com/office/drawing/2014/main" id="{FFD860AE-3B39-4E53-819A-3822DD4EFB3B}"/>
              </a:ext>
            </a:extLst>
          </p:cNvPr>
          <p:cNvSpPr>
            <a:spLocks noChangeArrowheads="1"/>
          </p:cNvSpPr>
          <p:nvPr/>
        </p:nvSpPr>
        <p:spPr bwMode="auto">
          <a:xfrm>
            <a:off x="8197850" y="3095625"/>
            <a:ext cx="20638" cy="7938"/>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9">
            <a:extLst>
              <a:ext uri="{FF2B5EF4-FFF2-40B4-BE49-F238E27FC236}">
                <a16:creationId xmlns="" xmlns:a16="http://schemas.microsoft.com/office/drawing/2014/main" id="{6E1E582E-F77C-4151-B212-6AE8435741B2}"/>
              </a:ext>
            </a:extLst>
          </p:cNvPr>
          <p:cNvSpPr>
            <a:spLocks noEditPoints="1" noChangeArrowheads="1"/>
          </p:cNvSpPr>
          <p:nvPr/>
        </p:nvSpPr>
        <p:spPr bwMode="auto">
          <a:xfrm>
            <a:off x="8205788" y="2901950"/>
            <a:ext cx="1238250" cy="679450"/>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40">
            <a:extLst>
              <a:ext uri="{FF2B5EF4-FFF2-40B4-BE49-F238E27FC236}">
                <a16:creationId xmlns="" xmlns:a16="http://schemas.microsoft.com/office/drawing/2014/main" id="{5076AC02-A9A1-41D3-8BAB-BD3445F9A663}"/>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1">
            <a:extLst>
              <a:ext uri="{FF2B5EF4-FFF2-40B4-BE49-F238E27FC236}">
                <a16:creationId xmlns="" xmlns:a16="http://schemas.microsoft.com/office/drawing/2014/main" id="{7A977D5F-3BC9-49B7-95FA-CBBBA3DE8190}"/>
              </a:ext>
            </a:extLst>
          </p:cNvPr>
          <p:cNvSpPr>
            <a:spLocks noChangeArrowheads="1"/>
          </p:cNvSpPr>
          <p:nvPr/>
        </p:nvSpPr>
        <p:spPr bwMode="auto">
          <a:xfrm>
            <a:off x="8185150" y="3087688"/>
            <a:ext cx="23813" cy="11112"/>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2">
            <a:extLst>
              <a:ext uri="{FF2B5EF4-FFF2-40B4-BE49-F238E27FC236}">
                <a16:creationId xmlns="" xmlns:a16="http://schemas.microsoft.com/office/drawing/2014/main" id="{CBF95F56-E509-4256-9084-654CF722CC72}"/>
              </a:ext>
            </a:extLst>
          </p:cNvPr>
          <p:cNvSpPr>
            <a:spLocks noChangeArrowheads="1"/>
          </p:cNvSpPr>
          <p:nvPr/>
        </p:nvSpPr>
        <p:spPr bwMode="auto">
          <a:xfrm>
            <a:off x="7094538" y="4676775"/>
            <a:ext cx="152400" cy="179388"/>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3">
            <a:extLst>
              <a:ext uri="{FF2B5EF4-FFF2-40B4-BE49-F238E27FC236}">
                <a16:creationId xmlns="" xmlns:a16="http://schemas.microsoft.com/office/drawing/2014/main" id="{C44C5CC4-F21A-4C0F-875E-43907342E7A7}"/>
              </a:ext>
            </a:extLst>
          </p:cNvPr>
          <p:cNvSpPr>
            <a:spLocks noChangeArrowheads="1"/>
          </p:cNvSpPr>
          <p:nvPr/>
        </p:nvSpPr>
        <p:spPr bwMode="auto">
          <a:xfrm>
            <a:off x="7018338" y="4794250"/>
            <a:ext cx="171450" cy="142875"/>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4">
            <a:extLst>
              <a:ext uri="{FF2B5EF4-FFF2-40B4-BE49-F238E27FC236}">
                <a16:creationId xmlns="" xmlns:a16="http://schemas.microsoft.com/office/drawing/2014/main" id="{778C8FFC-A32B-4CCA-8A70-0807EF721DB4}"/>
              </a:ext>
            </a:extLst>
          </p:cNvPr>
          <p:cNvSpPr>
            <a:spLocks noChangeArrowheads="1"/>
          </p:cNvSpPr>
          <p:nvPr/>
        </p:nvSpPr>
        <p:spPr bwMode="auto">
          <a:xfrm>
            <a:off x="7192963" y="4503738"/>
            <a:ext cx="1493837" cy="352425"/>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5">
            <a:extLst>
              <a:ext uri="{FF2B5EF4-FFF2-40B4-BE49-F238E27FC236}">
                <a16:creationId xmlns="" xmlns:a16="http://schemas.microsoft.com/office/drawing/2014/main" id="{BABAA874-2E54-4C3F-84E3-1BCC5729F79A}"/>
              </a:ext>
            </a:extLst>
          </p:cNvPr>
          <p:cNvSpPr>
            <a:spLocks noChangeArrowheads="1"/>
          </p:cNvSpPr>
          <p:nvPr/>
        </p:nvSpPr>
        <p:spPr bwMode="auto">
          <a:xfrm>
            <a:off x="7529513" y="3384550"/>
            <a:ext cx="909637" cy="1131888"/>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6">
            <a:extLst>
              <a:ext uri="{FF2B5EF4-FFF2-40B4-BE49-F238E27FC236}">
                <a16:creationId xmlns="" xmlns:a16="http://schemas.microsoft.com/office/drawing/2014/main" id="{34D7C0CC-2DA1-4D77-A0C7-0DE9177F6069}"/>
              </a:ext>
            </a:extLst>
          </p:cNvPr>
          <p:cNvSpPr>
            <a:spLocks noChangeArrowheads="1"/>
          </p:cNvSpPr>
          <p:nvPr/>
        </p:nvSpPr>
        <p:spPr bwMode="auto">
          <a:xfrm>
            <a:off x="8382000" y="3659188"/>
            <a:ext cx="1541463" cy="368300"/>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50">
            <a:extLst>
              <a:ext uri="{FF2B5EF4-FFF2-40B4-BE49-F238E27FC236}">
                <a16:creationId xmlns="" xmlns:a16="http://schemas.microsoft.com/office/drawing/2014/main" id="{6D9A3AAD-6D8A-45A0-AEFF-A8702CAC190D}"/>
              </a:ext>
            </a:extLst>
          </p:cNvPr>
          <p:cNvSpPr>
            <a:spLocks noEditPoints="1" noChangeArrowheads="1"/>
          </p:cNvSpPr>
          <p:nvPr/>
        </p:nvSpPr>
        <p:spPr bwMode="auto">
          <a:xfrm>
            <a:off x="9444038" y="273843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1">
            <a:extLst>
              <a:ext uri="{FF2B5EF4-FFF2-40B4-BE49-F238E27FC236}">
                <a16:creationId xmlns="" xmlns:a16="http://schemas.microsoft.com/office/drawing/2014/main" id="{DC69D04C-0CA7-4D0E-8BE8-424D09A6A652}"/>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2">
            <a:extLst>
              <a:ext uri="{FF2B5EF4-FFF2-40B4-BE49-F238E27FC236}">
                <a16:creationId xmlns="" xmlns:a16="http://schemas.microsoft.com/office/drawing/2014/main" id="{49345F0D-FBD5-450B-8D59-13A91F51CC89}"/>
              </a:ext>
            </a:extLst>
          </p:cNvPr>
          <p:cNvSpPr>
            <a:spLocks noChangeArrowheads="1"/>
          </p:cNvSpPr>
          <p:nvPr/>
        </p:nvSpPr>
        <p:spPr bwMode="auto">
          <a:xfrm>
            <a:off x="9931400" y="3741738"/>
            <a:ext cx="123825" cy="73025"/>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3">
            <a:extLst>
              <a:ext uri="{FF2B5EF4-FFF2-40B4-BE49-F238E27FC236}">
                <a16:creationId xmlns="" xmlns:a16="http://schemas.microsoft.com/office/drawing/2014/main" id="{CA10216E-F4D0-41F8-87EA-B91FA1586C51}"/>
              </a:ext>
            </a:extLst>
          </p:cNvPr>
          <p:cNvSpPr>
            <a:spLocks noEditPoints="1" noChangeArrowheads="1"/>
          </p:cNvSpPr>
          <p:nvPr/>
        </p:nvSpPr>
        <p:spPr bwMode="auto">
          <a:xfrm>
            <a:off x="9975850" y="3741738"/>
            <a:ext cx="436563" cy="155575"/>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7">
            <a:extLst>
              <a:ext uri="{FF2B5EF4-FFF2-40B4-BE49-F238E27FC236}">
                <a16:creationId xmlns="" xmlns:a16="http://schemas.microsoft.com/office/drawing/2014/main" id="{C47C0E1E-6B82-46D4-8A5F-4BDAA17D90F0}"/>
              </a:ext>
            </a:extLst>
          </p:cNvPr>
          <p:cNvSpPr>
            <a:spLocks noChangeArrowheads="1"/>
          </p:cNvSpPr>
          <p:nvPr/>
        </p:nvSpPr>
        <p:spPr bwMode="auto">
          <a:xfrm>
            <a:off x="9436100" y="2741613"/>
            <a:ext cx="3175"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8">
            <a:extLst>
              <a:ext uri="{FF2B5EF4-FFF2-40B4-BE49-F238E27FC236}">
                <a16:creationId xmlns="" xmlns:a16="http://schemas.microsoft.com/office/drawing/2014/main" id="{CD37B47C-BEF0-40D7-9A1B-A0D3212F0135}"/>
              </a:ext>
            </a:extLst>
          </p:cNvPr>
          <p:cNvSpPr>
            <a:spLocks noChangeArrowheads="1"/>
          </p:cNvSpPr>
          <p:nvPr/>
        </p:nvSpPr>
        <p:spPr bwMode="auto">
          <a:xfrm>
            <a:off x="9436100" y="2733675"/>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9">
            <a:extLst>
              <a:ext uri="{FF2B5EF4-FFF2-40B4-BE49-F238E27FC236}">
                <a16:creationId xmlns="" xmlns:a16="http://schemas.microsoft.com/office/drawing/2014/main" id="{843A9F59-04DE-4D8C-B2FC-5EA650D114D8}"/>
              </a:ext>
            </a:extLst>
          </p:cNvPr>
          <p:cNvSpPr>
            <a:spLocks noChangeArrowheads="1"/>
          </p:cNvSpPr>
          <p:nvPr/>
        </p:nvSpPr>
        <p:spPr bwMode="auto">
          <a:xfrm>
            <a:off x="9436100" y="2730500"/>
            <a:ext cx="992188" cy="1179513"/>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60">
            <a:extLst>
              <a:ext uri="{FF2B5EF4-FFF2-40B4-BE49-F238E27FC236}">
                <a16:creationId xmlns="" xmlns:a16="http://schemas.microsoft.com/office/drawing/2014/main" id="{F2F660B3-C66F-4069-8160-FA6D39A4AA9C}"/>
              </a:ext>
            </a:extLst>
          </p:cNvPr>
          <p:cNvSpPr>
            <a:spLocks noEditPoints="1" noChangeArrowheads="1"/>
          </p:cNvSpPr>
          <p:nvPr/>
        </p:nvSpPr>
        <p:spPr bwMode="auto">
          <a:xfrm>
            <a:off x="9436100" y="2738438"/>
            <a:ext cx="7938" cy="3175"/>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4">
            <a:extLst>
              <a:ext uri="{FF2B5EF4-FFF2-40B4-BE49-F238E27FC236}">
                <a16:creationId xmlns="" xmlns:a16="http://schemas.microsoft.com/office/drawing/2014/main" id="{5E578A77-50F6-40CA-9909-4C1F5999004D}"/>
              </a:ext>
            </a:extLst>
          </p:cNvPr>
          <p:cNvSpPr>
            <a:spLocks noEditPoints="1" noChangeArrowheads="1"/>
          </p:cNvSpPr>
          <p:nvPr/>
        </p:nvSpPr>
        <p:spPr bwMode="auto">
          <a:xfrm>
            <a:off x="9444038" y="2738438"/>
            <a:ext cx="968375" cy="11826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72">
            <a:extLst>
              <a:ext uri="{FF2B5EF4-FFF2-40B4-BE49-F238E27FC236}">
                <a16:creationId xmlns="" xmlns:a16="http://schemas.microsoft.com/office/drawing/2014/main" id="{EDCF4CBF-0E29-4753-912C-649CCE95C511}"/>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3">
            <a:extLst>
              <a:ext uri="{FF2B5EF4-FFF2-40B4-BE49-F238E27FC236}">
                <a16:creationId xmlns="" xmlns:a16="http://schemas.microsoft.com/office/drawing/2014/main" id="{0096B257-3E0B-4250-9C13-ACB89DE631ED}"/>
              </a:ext>
            </a:extLst>
          </p:cNvPr>
          <p:cNvSpPr>
            <a:spLocks noChangeArrowheads="1"/>
          </p:cNvSpPr>
          <p:nvPr/>
        </p:nvSpPr>
        <p:spPr bwMode="auto">
          <a:xfrm>
            <a:off x="8697913" y="4452938"/>
            <a:ext cx="122237"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4">
            <a:extLst>
              <a:ext uri="{FF2B5EF4-FFF2-40B4-BE49-F238E27FC236}">
                <a16:creationId xmlns="" xmlns:a16="http://schemas.microsoft.com/office/drawing/2014/main" id="{FDF4A16E-FF3D-4B48-9CAC-B7245AA4972A}"/>
              </a:ext>
            </a:extLst>
          </p:cNvPr>
          <p:cNvSpPr>
            <a:spLocks noEditPoints="1" noChangeArrowheads="1"/>
          </p:cNvSpPr>
          <p:nvPr/>
        </p:nvSpPr>
        <p:spPr bwMode="auto">
          <a:xfrm>
            <a:off x="8743950" y="4452938"/>
            <a:ext cx="433388"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95">
            <a:extLst>
              <a:ext uri="{FF2B5EF4-FFF2-40B4-BE49-F238E27FC236}">
                <a16:creationId xmlns="" xmlns:a16="http://schemas.microsoft.com/office/drawing/2014/main" id="{0FF9BE0F-759D-4F7B-8EB1-E83813E2AAB6}"/>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6">
            <a:extLst>
              <a:ext uri="{FF2B5EF4-FFF2-40B4-BE49-F238E27FC236}">
                <a16:creationId xmlns="" xmlns:a16="http://schemas.microsoft.com/office/drawing/2014/main" id="{77BFB1EA-368C-448C-BEA7-F400B5541498}"/>
              </a:ext>
            </a:extLst>
          </p:cNvPr>
          <p:cNvSpPr>
            <a:spLocks noChangeArrowheads="1"/>
          </p:cNvSpPr>
          <p:nvPr/>
        </p:nvSpPr>
        <p:spPr bwMode="auto">
          <a:xfrm>
            <a:off x="8312150" y="3163888"/>
            <a:ext cx="119063" cy="204787"/>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7">
            <a:extLst>
              <a:ext uri="{FF2B5EF4-FFF2-40B4-BE49-F238E27FC236}">
                <a16:creationId xmlns="" xmlns:a16="http://schemas.microsoft.com/office/drawing/2014/main" id="{37338B3D-4D3C-4BC3-90CC-D5ABCA8B829F}"/>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8">
            <a:extLst>
              <a:ext uri="{FF2B5EF4-FFF2-40B4-BE49-F238E27FC236}">
                <a16:creationId xmlns="" xmlns:a16="http://schemas.microsoft.com/office/drawing/2014/main" id="{D3BEFF67-5D01-46EE-805B-4DDEDA44AC62}"/>
              </a:ext>
            </a:extLst>
          </p:cNvPr>
          <p:cNvSpPr>
            <a:spLocks noEditPoints="1" noChangeArrowheads="1"/>
          </p:cNvSpPr>
          <p:nvPr/>
        </p:nvSpPr>
        <p:spPr bwMode="auto">
          <a:xfrm>
            <a:off x="8304213" y="3148013"/>
            <a:ext cx="134937" cy="228600"/>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68">
            <a:extLst>
              <a:ext uri="{FF2B5EF4-FFF2-40B4-BE49-F238E27FC236}">
                <a16:creationId xmlns="" xmlns:a16="http://schemas.microsoft.com/office/drawing/2014/main" id="{0B960C00-8AF9-4DB8-B225-2F0270499866}"/>
              </a:ext>
            </a:extLst>
          </p:cNvPr>
          <p:cNvSpPr>
            <a:spLocks noChangeArrowheads="1"/>
          </p:cNvSpPr>
          <p:nvPr/>
        </p:nvSpPr>
        <p:spPr bwMode="auto">
          <a:xfrm>
            <a:off x="8201025" y="3417888"/>
            <a:ext cx="1038225" cy="12207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9">
            <a:extLst>
              <a:ext uri="{FF2B5EF4-FFF2-40B4-BE49-F238E27FC236}">
                <a16:creationId xmlns="" xmlns:a16="http://schemas.microsoft.com/office/drawing/2014/main" id="{2D024091-F83B-4ED2-81D3-22C831574F85}"/>
              </a:ext>
            </a:extLst>
          </p:cNvPr>
          <p:cNvSpPr>
            <a:spLocks noEditPoints="1" noChangeArrowheads="1"/>
          </p:cNvSpPr>
          <p:nvPr/>
        </p:nvSpPr>
        <p:spPr bwMode="auto">
          <a:xfrm>
            <a:off x="8201025" y="3417888"/>
            <a:ext cx="1038225" cy="12207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70">
            <a:extLst>
              <a:ext uri="{FF2B5EF4-FFF2-40B4-BE49-F238E27FC236}">
                <a16:creationId xmlns="" xmlns:a16="http://schemas.microsoft.com/office/drawing/2014/main" id="{58AF1531-15EE-4560-B2CC-C0630DE3BC23}"/>
              </a:ext>
            </a:extLst>
          </p:cNvPr>
          <p:cNvSpPr>
            <a:spLocks noChangeArrowheads="1"/>
          </p:cNvSpPr>
          <p:nvPr/>
        </p:nvSpPr>
        <p:spPr bwMode="auto">
          <a:xfrm>
            <a:off x="8189913" y="3441700"/>
            <a:ext cx="987425"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1">
            <a:extLst>
              <a:ext uri="{FF2B5EF4-FFF2-40B4-BE49-F238E27FC236}">
                <a16:creationId xmlns="" xmlns:a16="http://schemas.microsoft.com/office/drawing/2014/main" id="{F2056664-D23D-4A4C-8F1C-18A44ADE438E}"/>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5">
            <a:extLst>
              <a:ext uri="{FF2B5EF4-FFF2-40B4-BE49-F238E27FC236}">
                <a16:creationId xmlns="" xmlns:a16="http://schemas.microsoft.com/office/drawing/2014/main" id="{F48EE775-7ED0-4436-BA2B-609D380BE4F1}"/>
              </a:ext>
            </a:extLst>
          </p:cNvPr>
          <p:cNvSpPr>
            <a:spLocks noChangeArrowheads="1"/>
          </p:cNvSpPr>
          <p:nvPr/>
        </p:nvSpPr>
        <p:spPr bwMode="auto">
          <a:xfrm>
            <a:off x="8175625" y="3460750"/>
            <a:ext cx="976313"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8">
            <a:extLst>
              <a:ext uri="{FF2B5EF4-FFF2-40B4-BE49-F238E27FC236}">
                <a16:creationId xmlns="" xmlns:a16="http://schemas.microsoft.com/office/drawing/2014/main" id="{58C5F8D6-C538-4720-9D50-DEB0732D622E}"/>
              </a:ext>
            </a:extLst>
          </p:cNvPr>
          <p:cNvSpPr>
            <a:spLocks noChangeArrowheads="1"/>
          </p:cNvSpPr>
          <p:nvPr/>
        </p:nvSpPr>
        <p:spPr bwMode="auto">
          <a:xfrm>
            <a:off x="8201025" y="3451225"/>
            <a:ext cx="4763" cy="4763"/>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9">
            <a:extLst>
              <a:ext uri="{FF2B5EF4-FFF2-40B4-BE49-F238E27FC236}">
                <a16:creationId xmlns="" xmlns:a16="http://schemas.microsoft.com/office/drawing/2014/main" id="{6494ACA9-4F77-4F46-AEC6-70438F50D835}"/>
              </a:ext>
            </a:extLst>
          </p:cNvPr>
          <p:cNvSpPr>
            <a:spLocks noChangeArrowheads="1"/>
          </p:cNvSpPr>
          <p:nvPr/>
        </p:nvSpPr>
        <p:spPr bwMode="auto">
          <a:xfrm>
            <a:off x="8201025" y="3446463"/>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80">
            <a:extLst>
              <a:ext uri="{FF2B5EF4-FFF2-40B4-BE49-F238E27FC236}">
                <a16:creationId xmlns="" xmlns:a16="http://schemas.microsoft.com/office/drawing/2014/main" id="{92EB9724-3689-4D2F-958E-87C1632CB898}"/>
              </a:ext>
            </a:extLst>
          </p:cNvPr>
          <p:cNvSpPr>
            <a:spLocks noChangeArrowheads="1"/>
          </p:cNvSpPr>
          <p:nvPr/>
        </p:nvSpPr>
        <p:spPr bwMode="auto">
          <a:xfrm>
            <a:off x="8201025" y="3441700"/>
            <a:ext cx="995363"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1">
            <a:extLst>
              <a:ext uri="{FF2B5EF4-FFF2-40B4-BE49-F238E27FC236}">
                <a16:creationId xmlns="" xmlns:a16="http://schemas.microsoft.com/office/drawing/2014/main" id="{26E331AE-1E17-4526-865B-45995F2A04B8}"/>
              </a:ext>
            </a:extLst>
          </p:cNvPr>
          <p:cNvSpPr>
            <a:spLocks noEditPoints="1" noChangeArrowheads="1"/>
          </p:cNvSpPr>
          <p:nvPr/>
        </p:nvSpPr>
        <p:spPr bwMode="auto">
          <a:xfrm>
            <a:off x="8208963" y="345122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82">
            <a:extLst>
              <a:ext uri="{FF2B5EF4-FFF2-40B4-BE49-F238E27FC236}">
                <a16:creationId xmlns="" xmlns:a16="http://schemas.microsoft.com/office/drawing/2014/main" id="{79BA8D2E-D375-4FC4-A7EF-8367FC4F9EF2}"/>
              </a:ext>
            </a:extLst>
          </p:cNvPr>
          <p:cNvSpPr>
            <a:spLocks noChangeArrowheads="1"/>
          </p:cNvSpPr>
          <p:nvPr/>
        </p:nvSpPr>
        <p:spPr bwMode="auto">
          <a:xfrm>
            <a:off x="8201025" y="3455988"/>
            <a:ext cx="1588"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 name="Freeform 183">
            <a:extLst>
              <a:ext uri="{FF2B5EF4-FFF2-40B4-BE49-F238E27FC236}">
                <a16:creationId xmlns="" xmlns:a16="http://schemas.microsoft.com/office/drawing/2014/main" id="{5E30F9DC-C719-47DA-A7D0-6E14FF66FFD9}"/>
              </a:ext>
            </a:extLst>
          </p:cNvPr>
          <p:cNvSpPr>
            <a:spLocks noChangeArrowheads="1"/>
          </p:cNvSpPr>
          <p:nvPr/>
        </p:nvSpPr>
        <p:spPr bwMode="auto">
          <a:xfrm>
            <a:off x="8201025" y="345598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Freeform 186">
            <a:extLst>
              <a:ext uri="{FF2B5EF4-FFF2-40B4-BE49-F238E27FC236}">
                <a16:creationId xmlns="" xmlns:a16="http://schemas.microsoft.com/office/drawing/2014/main" id="{6C437F70-D115-4E2C-AD55-6A1B2801BB99}"/>
              </a:ext>
            </a:extLst>
          </p:cNvPr>
          <p:cNvSpPr>
            <a:spLocks noChangeArrowheads="1"/>
          </p:cNvSpPr>
          <p:nvPr/>
        </p:nvSpPr>
        <p:spPr bwMode="auto">
          <a:xfrm>
            <a:off x="8208963" y="3446463"/>
            <a:ext cx="984250" cy="11890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7">
            <a:extLst>
              <a:ext uri="{FF2B5EF4-FFF2-40B4-BE49-F238E27FC236}">
                <a16:creationId xmlns="" xmlns:a16="http://schemas.microsoft.com/office/drawing/2014/main" id="{64B5063B-6199-4326-ACC8-95137C45B6A3}"/>
              </a:ext>
            </a:extLst>
          </p:cNvPr>
          <p:cNvSpPr>
            <a:spLocks noEditPoints="1" noChangeArrowheads="1"/>
          </p:cNvSpPr>
          <p:nvPr/>
        </p:nvSpPr>
        <p:spPr bwMode="auto">
          <a:xfrm>
            <a:off x="8208963" y="3451225"/>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209">
            <a:extLst>
              <a:ext uri="{FF2B5EF4-FFF2-40B4-BE49-F238E27FC236}">
                <a16:creationId xmlns="" xmlns:a16="http://schemas.microsoft.com/office/drawing/2014/main" id="{1ED1DD6C-3E4B-408C-BD16-030FDA879F28}"/>
              </a:ext>
            </a:extLst>
          </p:cNvPr>
          <p:cNvSpPr>
            <a:spLocks noEditPoints="1" noChangeArrowheads="1"/>
          </p:cNvSpPr>
          <p:nvPr/>
        </p:nvSpPr>
        <p:spPr bwMode="auto">
          <a:xfrm>
            <a:off x="8923338" y="3463925"/>
            <a:ext cx="15875" cy="26988"/>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17">
            <a:extLst>
              <a:ext uri="{FF2B5EF4-FFF2-40B4-BE49-F238E27FC236}">
                <a16:creationId xmlns="" xmlns:a16="http://schemas.microsoft.com/office/drawing/2014/main" id="{C1687EDF-7A9B-4F2D-A05B-AD10A5C5BAEE}"/>
              </a:ext>
            </a:extLst>
          </p:cNvPr>
          <p:cNvSpPr>
            <a:spLocks noChangeArrowheads="1"/>
          </p:cNvSpPr>
          <p:nvPr/>
        </p:nvSpPr>
        <p:spPr bwMode="auto">
          <a:xfrm>
            <a:off x="8231188" y="2722563"/>
            <a:ext cx="122237" cy="179387"/>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8">
            <a:extLst>
              <a:ext uri="{FF2B5EF4-FFF2-40B4-BE49-F238E27FC236}">
                <a16:creationId xmlns="" xmlns:a16="http://schemas.microsoft.com/office/drawing/2014/main" id="{72D2F478-4CDD-4028-AD16-9A931BF1D2B4}"/>
              </a:ext>
            </a:extLst>
          </p:cNvPr>
          <p:cNvSpPr>
            <a:spLocks noChangeArrowheads="1"/>
          </p:cNvSpPr>
          <p:nvPr/>
        </p:nvSpPr>
        <p:spPr bwMode="auto">
          <a:xfrm>
            <a:off x="8382000" y="2806700"/>
            <a:ext cx="122238" cy="185738"/>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9">
            <a:extLst>
              <a:ext uri="{FF2B5EF4-FFF2-40B4-BE49-F238E27FC236}">
                <a16:creationId xmlns="" xmlns:a16="http://schemas.microsoft.com/office/drawing/2014/main" id="{18008606-BD32-46B2-BCD2-F0BBB4821A75}"/>
              </a:ext>
            </a:extLst>
          </p:cNvPr>
          <p:cNvSpPr>
            <a:spLocks noChangeArrowheads="1"/>
          </p:cNvSpPr>
          <p:nvPr/>
        </p:nvSpPr>
        <p:spPr bwMode="auto">
          <a:xfrm>
            <a:off x="8531225" y="2894013"/>
            <a:ext cx="122238" cy="185737"/>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1" name="组合 207">
            <a:extLst>
              <a:ext uri="{FF2B5EF4-FFF2-40B4-BE49-F238E27FC236}">
                <a16:creationId xmlns="" xmlns:a16="http://schemas.microsoft.com/office/drawing/2014/main" id="{2112BA41-5450-4091-A7EC-1F09CA708324}"/>
              </a:ext>
            </a:extLst>
          </p:cNvPr>
          <p:cNvGrpSpPr>
            <a:grpSpLocks/>
          </p:cNvGrpSpPr>
          <p:nvPr/>
        </p:nvGrpSpPr>
        <p:grpSpPr bwMode="auto">
          <a:xfrm>
            <a:off x="9423400" y="2714625"/>
            <a:ext cx="1063625" cy="1231900"/>
            <a:chOff x="5332731" y="3343275"/>
            <a:chExt cx="855345" cy="992188"/>
          </a:xfrm>
        </p:grpSpPr>
        <p:sp>
          <p:nvSpPr>
            <p:cNvPr id="92" name="Freeform 168">
              <a:extLst>
                <a:ext uri="{FF2B5EF4-FFF2-40B4-BE49-F238E27FC236}">
                  <a16:creationId xmlns="" xmlns:a16="http://schemas.microsoft.com/office/drawing/2014/main" id="{D28C4D78-91DA-4AB5-9C87-639CA27589A4}"/>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3" name="Freeform 169">
              <a:extLst>
                <a:ext uri="{FF2B5EF4-FFF2-40B4-BE49-F238E27FC236}">
                  <a16:creationId xmlns="" xmlns:a16="http://schemas.microsoft.com/office/drawing/2014/main" id="{B5DD6C6C-1837-44F6-B91C-8302D2A5BA31}"/>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70">
              <a:extLst>
                <a:ext uri="{FF2B5EF4-FFF2-40B4-BE49-F238E27FC236}">
                  <a16:creationId xmlns="" xmlns:a16="http://schemas.microsoft.com/office/drawing/2014/main" id="{C2584B54-CC5F-4A5F-AE67-36D93EA5C3F8}"/>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1">
              <a:extLst>
                <a:ext uri="{FF2B5EF4-FFF2-40B4-BE49-F238E27FC236}">
                  <a16:creationId xmlns="" xmlns:a16="http://schemas.microsoft.com/office/drawing/2014/main" id="{F1AA8B4F-F6C0-440C-8404-C4E151FFC422}"/>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5">
              <a:extLst>
                <a:ext uri="{FF2B5EF4-FFF2-40B4-BE49-F238E27FC236}">
                  <a16:creationId xmlns="" xmlns:a16="http://schemas.microsoft.com/office/drawing/2014/main" id="{B7125E28-3A03-48AB-B669-5A45B780DA09}"/>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8">
              <a:extLst>
                <a:ext uri="{FF2B5EF4-FFF2-40B4-BE49-F238E27FC236}">
                  <a16:creationId xmlns="" xmlns:a16="http://schemas.microsoft.com/office/drawing/2014/main" id="{1A3E7CB4-3981-4480-9237-99C0C5988C6B}"/>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9">
              <a:extLst>
                <a:ext uri="{FF2B5EF4-FFF2-40B4-BE49-F238E27FC236}">
                  <a16:creationId xmlns="" xmlns:a16="http://schemas.microsoft.com/office/drawing/2014/main" id="{E62C92E3-A523-4D2C-A019-6D03F903B6BB}"/>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80">
              <a:extLst>
                <a:ext uri="{FF2B5EF4-FFF2-40B4-BE49-F238E27FC236}">
                  <a16:creationId xmlns="" xmlns:a16="http://schemas.microsoft.com/office/drawing/2014/main" id="{032D310C-E207-4135-ADD4-AF998E37935B}"/>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1">
              <a:extLst>
                <a:ext uri="{FF2B5EF4-FFF2-40B4-BE49-F238E27FC236}">
                  <a16:creationId xmlns="" xmlns:a16="http://schemas.microsoft.com/office/drawing/2014/main" id="{5579F719-BED4-4738-ABCA-48A4311880F7}"/>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Rectangle 182">
              <a:extLst>
                <a:ext uri="{FF2B5EF4-FFF2-40B4-BE49-F238E27FC236}">
                  <a16:creationId xmlns="" xmlns:a16="http://schemas.microsoft.com/office/drawing/2014/main" id="{86EA70A5-FAAF-41F2-A551-65F490A76416}"/>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2" name="Freeform 183">
              <a:extLst>
                <a:ext uri="{FF2B5EF4-FFF2-40B4-BE49-F238E27FC236}">
                  <a16:creationId xmlns="" xmlns:a16="http://schemas.microsoft.com/office/drawing/2014/main" id="{1AD9D5C3-FC81-4BEA-8F62-36932FCF3E54}"/>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3" name="Freeform 186">
              <a:extLst>
                <a:ext uri="{FF2B5EF4-FFF2-40B4-BE49-F238E27FC236}">
                  <a16:creationId xmlns="" xmlns:a16="http://schemas.microsoft.com/office/drawing/2014/main" id="{36294BE5-D9C4-4EAB-BE9B-E8FF7D3BFA52}"/>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7">
              <a:extLst>
                <a:ext uri="{FF2B5EF4-FFF2-40B4-BE49-F238E27FC236}">
                  <a16:creationId xmlns="" xmlns:a16="http://schemas.microsoft.com/office/drawing/2014/main" id="{CA21D5A8-FBA6-418E-8DC7-8B926B9B0B04}"/>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209">
              <a:extLst>
                <a:ext uri="{FF2B5EF4-FFF2-40B4-BE49-F238E27FC236}">
                  <a16:creationId xmlns="" xmlns:a16="http://schemas.microsoft.com/office/drawing/2014/main" id="{BE8E7A51-1B94-46EA-ACEA-4B178E9EE24B}"/>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6" name="Freeform 168">
            <a:extLst>
              <a:ext uri="{FF2B5EF4-FFF2-40B4-BE49-F238E27FC236}">
                <a16:creationId xmlns="" xmlns:a16="http://schemas.microsoft.com/office/drawing/2014/main" id="{8BD3E2AD-B03D-4FDE-83C2-16AA9BF21B5D}"/>
              </a:ext>
            </a:extLst>
          </p:cNvPr>
          <p:cNvSpPr>
            <a:spLocks noChangeArrowheads="1"/>
          </p:cNvSpPr>
          <p:nvPr/>
        </p:nvSpPr>
        <p:spPr bwMode="auto">
          <a:xfrm>
            <a:off x="7970838" y="2276475"/>
            <a:ext cx="1036637" cy="1220788"/>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7" name="Freeform 169">
            <a:extLst>
              <a:ext uri="{FF2B5EF4-FFF2-40B4-BE49-F238E27FC236}">
                <a16:creationId xmlns="" xmlns:a16="http://schemas.microsoft.com/office/drawing/2014/main" id="{67ED112B-E648-428C-8FF4-12B3CC9B554D}"/>
              </a:ext>
            </a:extLst>
          </p:cNvPr>
          <p:cNvSpPr>
            <a:spLocks noEditPoints="1" noChangeArrowheads="1"/>
          </p:cNvSpPr>
          <p:nvPr/>
        </p:nvSpPr>
        <p:spPr bwMode="auto">
          <a:xfrm>
            <a:off x="7970838" y="2276475"/>
            <a:ext cx="1036637" cy="1220788"/>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70">
            <a:extLst>
              <a:ext uri="{FF2B5EF4-FFF2-40B4-BE49-F238E27FC236}">
                <a16:creationId xmlns="" xmlns:a16="http://schemas.microsoft.com/office/drawing/2014/main" id="{FEA53336-BAF1-480B-A7FB-594F99D60E7B}"/>
              </a:ext>
            </a:extLst>
          </p:cNvPr>
          <p:cNvSpPr>
            <a:spLocks noChangeArrowheads="1"/>
          </p:cNvSpPr>
          <p:nvPr/>
        </p:nvSpPr>
        <p:spPr bwMode="auto">
          <a:xfrm>
            <a:off x="7958138" y="2300288"/>
            <a:ext cx="989012" cy="12096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1">
            <a:extLst>
              <a:ext uri="{FF2B5EF4-FFF2-40B4-BE49-F238E27FC236}">
                <a16:creationId xmlns="" xmlns:a16="http://schemas.microsoft.com/office/drawing/2014/main" id="{3ECB9440-F5F1-4174-ACC8-4212F5F4FF0F}"/>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5">
            <a:extLst>
              <a:ext uri="{FF2B5EF4-FFF2-40B4-BE49-F238E27FC236}">
                <a16:creationId xmlns="" xmlns:a16="http://schemas.microsoft.com/office/drawing/2014/main" id="{F133A2C5-3374-497A-8DAE-8E9B4405E46E}"/>
              </a:ext>
            </a:extLst>
          </p:cNvPr>
          <p:cNvSpPr>
            <a:spLocks noChangeArrowheads="1"/>
          </p:cNvSpPr>
          <p:nvPr/>
        </p:nvSpPr>
        <p:spPr bwMode="auto">
          <a:xfrm>
            <a:off x="7945438" y="2319338"/>
            <a:ext cx="976312" cy="1184275"/>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8">
            <a:extLst>
              <a:ext uri="{FF2B5EF4-FFF2-40B4-BE49-F238E27FC236}">
                <a16:creationId xmlns="" xmlns:a16="http://schemas.microsoft.com/office/drawing/2014/main" id="{5CB13AD1-93F1-48BF-8F17-5EB3AE38FE78}"/>
              </a:ext>
            </a:extLst>
          </p:cNvPr>
          <p:cNvSpPr>
            <a:spLocks noChangeArrowheads="1"/>
          </p:cNvSpPr>
          <p:nvPr/>
        </p:nvSpPr>
        <p:spPr bwMode="auto">
          <a:xfrm>
            <a:off x="7970838" y="2309813"/>
            <a:ext cx="3175" cy="4762"/>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9">
            <a:extLst>
              <a:ext uri="{FF2B5EF4-FFF2-40B4-BE49-F238E27FC236}">
                <a16:creationId xmlns="" xmlns:a16="http://schemas.microsoft.com/office/drawing/2014/main" id="{B542772D-790A-4084-8152-4D470C6CF24F}"/>
              </a:ext>
            </a:extLst>
          </p:cNvPr>
          <p:cNvSpPr>
            <a:spLocks noChangeArrowheads="1"/>
          </p:cNvSpPr>
          <p:nvPr/>
        </p:nvSpPr>
        <p:spPr bwMode="auto">
          <a:xfrm>
            <a:off x="7970838" y="2305050"/>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80">
            <a:extLst>
              <a:ext uri="{FF2B5EF4-FFF2-40B4-BE49-F238E27FC236}">
                <a16:creationId xmlns="" xmlns:a16="http://schemas.microsoft.com/office/drawing/2014/main" id="{07638C50-1674-4D53-9F8A-2068BD384951}"/>
              </a:ext>
            </a:extLst>
          </p:cNvPr>
          <p:cNvSpPr>
            <a:spLocks noChangeArrowheads="1"/>
          </p:cNvSpPr>
          <p:nvPr/>
        </p:nvSpPr>
        <p:spPr bwMode="auto">
          <a:xfrm>
            <a:off x="7970838" y="2300288"/>
            <a:ext cx="995362" cy="11811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1">
            <a:extLst>
              <a:ext uri="{FF2B5EF4-FFF2-40B4-BE49-F238E27FC236}">
                <a16:creationId xmlns="" xmlns:a16="http://schemas.microsoft.com/office/drawing/2014/main" id="{AD7E9935-1058-4CBB-9CC0-9FC49B000E01}"/>
              </a:ext>
            </a:extLst>
          </p:cNvPr>
          <p:cNvSpPr>
            <a:spLocks noEditPoints="1" noChangeArrowheads="1"/>
          </p:cNvSpPr>
          <p:nvPr/>
        </p:nvSpPr>
        <p:spPr bwMode="auto">
          <a:xfrm>
            <a:off x="7978775" y="230981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Rectangle 182">
            <a:extLst>
              <a:ext uri="{FF2B5EF4-FFF2-40B4-BE49-F238E27FC236}">
                <a16:creationId xmlns="" xmlns:a16="http://schemas.microsoft.com/office/drawing/2014/main" id="{35CF0C0D-BD1C-4F0C-8A49-508DC077AE63}"/>
              </a:ext>
            </a:extLst>
          </p:cNvPr>
          <p:cNvSpPr>
            <a:spLocks noChangeArrowheads="1"/>
          </p:cNvSpPr>
          <p:nvPr/>
        </p:nvSpPr>
        <p:spPr bwMode="auto">
          <a:xfrm>
            <a:off x="7970838" y="2314575"/>
            <a:ext cx="1587"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6" name="Freeform 183">
            <a:extLst>
              <a:ext uri="{FF2B5EF4-FFF2-40B4-BE49-F238E27FC236}">
                <a16:creationId xmlns="" xmlns:a16="http://schemas.microsoft.com/office/drawing/2014/main" id="{5092FAE1-A83A-48AD-B078-4A5847376C6E}"/>
              </a:ext>
            </a:extLst>
          </p:cNvPr>
          <p:cNvSpPr>
            <a:spLocks noChangeArrowheads="1"/>
          </p:cNvSpPr>
          <p:nvPr/>
        </p:nvSpPr>
        <p:spPr bwMode="auto">
          <a:xfrm>
            <a:off x="7970838" y="2314575"/>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7" name="Freeform 186">
            <a:extLst>
              <a:ext uri="{FF2B5EF4-FFF2-40B4-BE49-F238E27FC236}">
                <a16:creationId xmlns="" xmlns:a16="http://schemas.microsoft.com/office/drawing/2014/main" id="{2FE2FBF3-8C57-434A-8D44-A919843F2EA7}"/>
              </a:ext>
            </a:extLst>
          </p:cNvPr>
          <p:cNvSpPr>
            <a:spLocks noChangeArrowheads="1"/>
          </p:cNvSpPr>
          <p:nvPr/>
        </p:nvSpPr>
        <p:spPr bwMode="auto">
          <a:xfrm>
            <a:off x="7978775" y="2305050"/>
            <a:ext cx="984250" cy="11890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7">
            <a:extLst>
              <a:ext uri="{FF2B5EF4-FFF2-40B4-BE49-F238E27FC236}">
                <a16:creationId xmlns="" xmlns:a16="http://schemas.microsoft.com/office/drawing/2014/main" id="{2C6B7A3C-415D-4C97-BC34-CF95A4F8A1B8}"/>
              </a:ext>
            </a:extLst>
          </p:cNvPr>
          <p:cNvSpPr>
            <a:spLocks noEditPoints="1" noChangeArrowheads="1"/>
          </p:cNvSpPr>
          <p:nvPr/>
        </p:nvSpPr>
        <p:spPr bwMode="auto">
          <a:xfrm>
            <a:off x="7978775" y="2309813"/>
            <a:ext cx="968375" cy="1184275"/>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209">
            <a:extLst>
              <a:ext uri="{FF2B5EF4-FFF2-40B4-BE49-F238E27FC236}">
                <a16:creationId xmlns="" xmlns:a16="http://schemas.microsoft.com/office/drawing/2014/main" id="{D44F4783-C5E3-43E6-8287-BBFE6E41C05A}"/>
              </a:ext>
            </a:extLst>
          </p:cNvPr>
          <p:cNvSpPr>
            <a:spLocks noEditPoints="1" noChangeArrowheads="1"/>
          </p:cNvSpPr>
          <p:nvPr/>
        </p:nvSpPr>
        <p:spPr bwMode="auto">
          <a:xfrm>
            <a:off x="8691563" y="2322513"/>
            <a:ext cx="15875" cy="26987"/>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increasing-stocks-graphic_38888">
            <a:extLst>
              <a:ext uri="{FF2B5EF4-FFF2-40B4-BE49-F238E27FC236}">
                <a16:creationId xmlns="" xmlns:a16="http://schemas.microsoft.com/office/drawing/2014/main" id="{D8C230C7-6C52-4527-98C1-B1C8AA3BB90A}"/>
              </a:ext>
            </a:extLst>
          </p:cNvPr>
          <p:cNvSpPr>
            <a:spLocks noChangeAspect="1" noChangeArrowheads="1"/>
          </p:cNvSpPr>
          <p:nvPr userDrawn="1"/>
        </p:nvSpPr>
        <p:spPr bwMode="auto">
          <a:xfrm>
            <a:off x="9758363" y="3179763"/>
            <a:ext cx="315912" cy="31115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4725360-A1ED-44FC-8D4E-5B008C3C555A}"/>
              </a:ext>
            </a:extLst>
          </p:cNvPr>
          <p:cNvSpPr>
            <a:spLocks noChangeArrowheads="1"/>
          </p:cNvSpPr>
          <p:nvPr userDrawn="1"/>
        </p:nvSpPr>
        <p:spPr bwMode="auto">
          <a:xfrm>
            <a:off x="8369300" y="3846513"/>
            <a:ext cx="544513" cy="377825"/>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1353EC8B-61D1-4F8C-BEDB-A596757A5A88}"/>
              </a:ext>
            </a:extLst>
          </p:cNvPr>
          <p:cNvSpPr/>
          <p:nvPr userDrawn="1"/>
        </p:nvSpPr>
        <p:spPr bwMode="auto">
          <a:xfrm>
            <a:off x="8234363" y="2692400"/>
            <a:ext cx="347662" cy="401638"/>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20" name="标题 1"/>
          <p:cNvSpPr>
            <a:spLocks noGrp="1"/>
          </p:cNvSpPr>
          <p:nvPr userDrawn="1">
            <p:ph type="title" hasCustomPrompt="1"/>
          </p:nvPr>
        </p:nvSpPr>
        <p:spPr>
          <a:xfrm>
            <a:off x="1344680" y="1738313"/>
            <a:ext cx="5419185" cy="1988965"/>
          </a:xfrm>
        </p:spPr>
        <p:txBody>
          <a:bodyPr>
            <a:noAutofit/>
          </a:bodyPr>
          <a:lstStyle>
            <a:lvl1pPr algn="l">
              <a:defRPr sz="11500" b="1">
                <a:solidFill>
                  <a:schemeClr val="bg1"/>
                </a:solidFill>
                <a:latin typeface="+mn-lt"/>
                <a:cs typeface="Ebrima" panose="02000000000000000000" pitchFamily="2" charset="0"/>
              </a:defRPr>
            </a:lvl1pPr>
          </a:lstStyle>
          <a:p>
            <a:r>
              <a:rPr lang="en-US" altLang="zh-CN" noProof="1"/>
              <a:t>/</a:t>
            </a:r>
            <a:endParaRPr lang="zh-CN" altLang="en-US" noProof="1"/>
          </a:p>
        </p:txBody>
      </p:sp>
      <p:sp>
        <p:nvSpPr>
          <p:cNvPr id="21" name="文本占位符 2"/>
          <p:cNvSpPr>
            <a:spLocks noGrp="1"/>
          </p:cNvSpPr>
          <p:nvPr userDrawn="1">
            <p:ph type="body" idx="1" hasCustomPrompt="1"/>
          </p:nvPr>
        </p:nvSpPr>
        <p:spPr>
          <a:xfrm>
            <a:off x="1345796" y="3727279"/>
            <a:ext cx="5419185" cy="535160"/>
          </a:xfrm>
        </p:spPr>
        <p:txBody>
          <a:bodyPr anchor="ctr" anchorCtr="0">
            <a:normAutofit/>
          </a:bodyPr>
          <a:lstStyle>
            <a:lvl1pPr marL="0" indent="0" algn="l">
              <a:lnSpc>
                <a:spcPct val="100000"/>
              </a:lnSpc>
              <a:buNone/>
              <a:defRPr sz="2800">
                <a:solidFill>
                  <a:schemeClr val="bg1"/>
                </a:solidFill>
                <a:latin typeface="Arial" panose="020B0604020202020204" pitchFamily="34" charset="0"/>
                <a:ea typeface="微软雅黑" panose="020B0503020204020204" pitchFamily="34" charset="-122"/>
                <a:cs typeface="Arial" panose="020B060402020202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1"/>
              <a:t>Edit Master text </a:t>
            </a:r>
          </a:p>
        </p:txBody>
      </p:sp>
    </p:spTree>
    <p:extLst>
      <p:ext uri="{BB962C8B-B14F-4D97-AF65-F5344CB8AC3E}">
        <p14:creationId xmlns:p14="http://schemas.microsoft.com/office/powerpoint/2010/main" val="1487517168"/>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cxnSp>
        <p:nvCxnSpPr>
          <p:cNvPr id="4" name="直接连接符 6">
            <a:extLst>
              <a:ext uri="{FF2B5EF4-FFF2-40B4-BE49-F238E27FC236}">
                <a16:creationId xmlns="" xmlns:a16="http://schemas.microsoft.com/office/drawing/2014/main" id="{C25790C4-96E7-47B2-98D9-A90442BA1067}"/>
              </a:ext>
            </a:extLst>
          </p:cNvPr>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6" name="标题 5"/>
          <p:cNvSpPr>
            <a:spLocks noGrp="1"/>
          </p:cNvSpPr>
          <p:nvPr>
            <p:ph type="title"/>
          </p:nvPr>
        </p:nvSpPr>
        <p:spPr>
          <a:xfrm>
            <a:off x="669925" y="0"/>
            <a:ext cx="10850563" cy="925506"/>
          </a:xfrm>
        </p:spPr>
        <p:txBody>
          <a:bodyPr/>
          <a:lstStyle>
            <a:lvl1pPr>
              <a:defRPr/>
            </a:lvl1pPr>
          </a:lstStyle>
          <a:p>
            <a:r>
              <a:rPr lang="zh-CN" altLang="en-US" noProof="1" smtClean="0"/>
              <a:t>单击此处编辑母版标题样式</a:t>
            </a:r>
            <a:endParaRPr lang="zh-CN" altLang="en-US" noProof="1"/>
          </a:p>
        </p:txBody>
      </p:sp>
      <p:sp>
        <p:nvSpPr>
          <p:cNvPr id="8" name="内容占位符 7"/>
          <p:cNvSpPr>
            <a:spLocks noGrp="1"/>
          </p:cNvSpPr>
          <p:nvPr>
            <p:ph sz="quarter" idx="13"/>
          </p:nvPr>
        </p:nvSpPr>
        <p:spPr>
          <a:xfrm>
            <a:off x="669925" y="1130299"/>
            <a:ext cx="10850563" cy="5006975"/>
          </a:xfrm>
        </p:spPr>
        <p:txBody>
          <a:bodyPr/>
          <a:lstStyle>
            <a:lvl1pPr>
              <a:lnSpc>
                <a:spcPct val="125000"/>
              </a:lnSpc>
              <a:defRPr/>
            </a:lvl1pPr>
            <a:lvl2pPr>
              <a:lnSpc>
                <a:spcPct val="125000"/>
              </a:lnSpc>
              <a:defRPr/>
            </a:lvl2pPr>
            <a:lvl3pPr>
              <a:lnSpc>
                <a:spcPct val="125000"/>
              </a:lnSpc>
              <a:defRPr/>
            </a:lvl3pPr>
            <a:lvl4pPr>
              <a:lnSpc>
                <a:spcPct val="125000"/>
              </a:lnSpc>
              <a:defRPr/>
            </a:lvl4pPr>
            <a:lvl5pPr>
              <a:lnSpc>
                <a:spcPct val="125000"/>
              </a:lnSpc>
              <a:defRPr/>
            </a:lvl5pPr>
          </a:lstStyle>
          <a:p>
            <a:pPr lvl="0"/>
            <a:r>
              <a:rPr lang="zh-CN" altLang="en-US" noProof="1" smtClean="0"/>
              <a:t>单击此处编辑母版文本样式</a:t>
            </a:r>
          </a:p>
          <a:p>
            <a:pPr lvl="1"/>
            <a:r>
              <a:rPr lang="zh-CN" altLang="en-US" noProof="1" smtClean="0"/>
              <a:t>第二级</a:t>
            </a:r>
          </a:p>
          <a:p>
            <a:pPr lvl="2"/>
            <a:r>
              <a:rPr lang="zh-CN" altLang="en-US" noProof="1" smtClean="0"/>
              <a:t>第三级</a:t>
            </a:r>
          </a:p>
          <a:p>
            <a:pPr lvl="3"/>
            <a:r>
              <a:rPr lang="zh-CN" altLang="en-US" noProof="1" smtClean="0"/>
              <a:t>第四级</a:t>
            </a:r>
          </a:p>
          <a:p>
            <a:pPr lvl="4"/>
            <a:r>
              <a:rPr lang="zh-CN" altLang="en-US" noProof="1" smtClean="0"/>
              <a:t>第五级</a:t>
            </a:r>
            <a:endParaRPr lang="zh-CN" altLang="en-US" noProof="1"/>
          </a:p>
        </p:txBody>
      </p:sp>
      <p:pic>
        <p:nvPicPr>
          <p:cNvPr id="10" name="图片 9">
            <a:extLst>
              <a:ext uri="{FF2B5EF4-FFF2-40B4-BE49-F238E27FC236}">
                <a16:creationId xmlns="" xmlns:a16="http://schemas.microsoft.com/office/drawing/2014/main" id="{B8B0DF5E-9061-4720-BB71-23728B49664F}"/>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4327E7CB-9CE1-4AAA-9E8A-00EA35CC9C0E}"/>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5167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仅标题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noProof="1" smtClean="0"/>
              <a:t>单击此处编辑母版标题样式</a:t>
            </a:r>
            <a:endParaRPr lang="en-US" noProof="1"/>
          </a:p>
        </p:txBody>
      </p:sp>
      <p:pic>
        <p:nvPicPr>
          <p:cNvPr id="6" name="图片 5">
            <a:extLst>
              <a:ext uri="{FF2B5EF4-FFF2-40B4-BE49-F238E27FC236}">
                <a16:creationId xmlns="" xmlns:a16="http://schemas.microsoft.com/office/drawing/2014/main" id="{4527C82D-DABD-4BD3-B32A-CD466225A13C}"/>
              </a:ext>
            </a:extLst>
          </p:cNvPr>
          <p:cNvPicPr>
            <a:picLocks noChangeAspect="1"/>
          </p:cNvPicPr>
          <p:nvPr userDrawn="1"/>
        </p:nvPicPr>
        <p:blipFill>
          <a:blip r:embed="rId2"/>
          <a:stretch>
            <a:fillRect/>
          </a:stretch>
        </p:blipFill>
        <p:spPr>
          <a:xfrm>
            <a:off x="669925" y="6240463"/>
            <a:ext cx="4170693" cy="206375"/>
          </a:xfrm>
          <a:prstGeom prst="rect">
            <a:avLst/>
          </a:prstGeom>
        </p:spPr>
      </p:pic>
      <p:sp>
        <p:nvSpPr>
          <p:cNvPr id="7" name="文本框 6">
            <a:extLst>
              <a:ext uri="{FF2B5EF4-FFF2-40B4-BE49-F238E27FC236}">
                <a16:creationId xmlns="" xmlns:a16="http://schemas.microsoft.com/office/drawing/2014/main" id="{746CFBB3-E2A4-40C3-AD1B-E27C29BCDC02}"/>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980547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82150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目录">
    <p:spTree>
      <p:nvGrpSpPr>
        <p:cNvPr id="1" name=""/>
        <p:cNvGrpSpPr/>
        <p:nvPr/>
      </p:nvGrpSpPr>
      <p:grpSpPr>
        <a:xfrm>
          <a:off x="0" y="0"/>
          <a:ext cx="0" cy="0"/>
          <a:chOff x="0" y="0"/>
          <a:chExt cx="0" cy="0"/>
        </a:xfrm>
      </p:grpSpPr>
      <p:grpSp>
        <p:nvGrpSpPr>
          <p:cNvPr id="2" name="组合 1">
            <a:extLst>
              <a:ext uri="{FF2B5EF4-FFF2-40B4-BE49-F238E27FC236}">
                <a16:creationId xmlns="" xmlns:a16="http://schemas.microsoft.com/office/drawing/2014/main" id="{28FE39CA-7A54-4DA1-8DEC-2036FEF5582D}"/>
              </a:ext>
            </a:extLst>
          </p:cNvPr>
          <p:cNvGrpSpPr>
            <a:grpSpLocks/>
          </p:cNvGrpSpPr>
          <p:nvPr userDrawn="1"/>
        </p:nvGrpSpPr>
        <p:grpSpPr bwMode="auto">
          <a:xfrm>
            <a:off x="714375" y="1387475"/>
            <a:ext cx="2623140" cy="4247516"/>
            <a:chOff x="757282" y="1700808"/>
            <a:chExt cx="2623129" cy="4248096"/>
          </a:xfrm>
        </p:grpSpPr>
        <p:grpSp>
          <p:nvGrpSpPr>
            <p:cNvPr id="3" name="2b751056-6b97-492c-b763-340acee7e99d"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a:extLst>
                <a:ext uri="{FF2B5EF4-FFF2-40B4-BE49-F238E27FC236}">
                  <a16:creationId xmlns="" xmlns:a16="http://schemas.microsoft.com/office/drawing/2014/main" id="{689D706B-B801-4A7E-97C0-CED7C9C74897}"/>
                </a:ext>
              </a:extLst>
            </p:cNvPr>
            <p:cNvGrpSpPr>
              <a:grpSpLocks noChangeAspect="1"/>
            </p:cNvGrpSpPr>
            <p:nvPr/>
          </p:nvGrpSpPr>
          <p:grpSpPr bwMode="auto">
            <a:xfrm>
              <a:off x="757282" y="1700808"/>
              <a:ext cx="2623129" cy="4248096"/>
              <a:chOff x="1175743" y="1700808"/>
              <a:chExt cx="2521145" cy="4248096"/>
            </a:xfrm>
          </p:grpSpPr>
          <p:cxnSp>
            <p:nvCxnSpPr>
              <p:cNvPr id="6" name="直接连接符 5">
                <a:extLst>
                  <a:ext uri="{FF2B5EF4-FFF2-40B4-BE49-F238E27FC236}">
                    <a16:creationId xmlns="" xmlns:a16="http://schemas.microsoft.com/office/drawing/2014/main" id="{14B68020-A78B-4674-A4EC-9191CDE850BD}"/>
                  </a:ext>
                </a:extLst>
              </p:cNvPr>
              <p:cNvCxnSpPr>
                <a:cxnSpLocks noChangeShapeType="1"/>
              </p:cNvCxnSpPr>
              <p:nvPr/>
            </p:nvCxnSpPr>
            <p:spPr bwMode="auto">
              <a:xfrm>
                <a:off x="3696888" y="1780800"/>
                <a:ext cx="0" cy="4168104"/>
              </a:xfrm>
              <a:prstGeom prst="line">
                <a:avLst/>
              </a:prstGeom>
              <a:noFill/>
              <a:ln w="3175">
                <a:solidFill>
                  <a:srgbClr val="BFBFBF"/>
                </a:solidFill>
                <a:round/>
                <a:headEnd/>
                <a:tailEnd/>
              </a:ln>
              <a:extLst>
                <a:ext uri="{909E8E84-426E-40DD-AFC4-6F175D3DCCD1}">
                  <a14:hiddenFill xmlns:a14="http://schemas.microsoft.com/office/drawing/2010/main">
                    <a:noFill/>
                  </a14:hiddenFill>
                </a:ext>
              </a:extLst>
            </p:spPr>
          </p:cxnSp>
          <p:sp>
            <p:nvSpPr>
              <p:cNvPr id="7" name="išľïḋé">
                <a:extLst>
                  <a:ext uri="{FF2B5EF4-FFF2-40B4-BE49-F238E27FC236}">
                    <a16:creationId xmlns="" xmlns:a16="http://schemas.microsoft.com/office/drawing/2014/main" id="{94D24CD7-7253-45D8-843B-80B2009F33E3}"/>
                  </a:ext>
                </a:extLst>
              </p:cNvPr>
              <p:cNvSpPr txBox="1">
                <a:spLocks noChangeArrowheads="1"/>
              </p:cNvSpPr>
              <p:nvPr/>
            </p:nvSpPr>
            <p:spPr bwMode="auto">
              <a:xfrm>
                <a:off x="1175743" y="1700808"/>
                <a:ext cx="2521108" cy="52322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r"/>
                <a:r>
                  <a:rPr lang="tr-TR" altLang="zh-CN" sz="2800" b="1" dirty="0">
                    <a:solidFill>
                      <a:schemeClr val="accent1"/>
                    </a:solidFill>
                    <a:sym typeface="Arial" panose="020B0604020202020204" pitchFamily="34" charset="0"/>
                  </a:rPr>
                  <a:t>C</a:t>
                </a:r>
                <a:r>
                  <a:rPr lang="tr-TR" altLang="zh-CN" sz="100" b="1" dirty="0">
                    <a:solidFill>
                      <a:schemeClr val="accent1"/>
                    </a:solidFill>
                    <a:sym typeface="Arial" panose="020B0604020202020204" pitchFamily="34" charset="0"/>
                  </a:rPr>
                  <a:t> </a:t>
                </a:r>
                <a:r>
                  <a:rPr lang="tr-TR" altLang="zh-CN" sz="2800" b="1" dirty="0">
                    <a:solidFill>
                      <a:schemeClr val="accent1"/>
                    </a:solidFill>
                    <a:sym typeface="Arial" panose="020B0604020202020204" pitchFamily="34" charset="0"/>
                  </a:rPr>
                  <a:t>ONTENTS</a:t>
                </a:r>
              </a:p>
            </p:txBody>
          </p:sp>
        </p:grpSp>
        <p:sp>
          <p:nvSpPr>
            <p:cNvPr id="4" name="poetry_91022">
              <a:extLst>
                <a:ext uri="{FF2B5EF4-FFF2-40B4-BE49-F238E27FC236}">
                  <a16:creationId xmlns="" xmlns:a16="http://schemas.microsoft.com/office/drawing/2014/main" id="{0D6BB768-9400-4234-B0A6-052E35682435}"/>
                </a:ext>
              </a:extLst>
            </p:cNvPr>
            <p:cNvSpPr>
              <a:spLocks noChangeAspect="1" noChangeArrowheads="1"/>
            </p:cNvSpPr>
            <p:nvPr/>
          </p:nvSpPr>
          <p:spPr bwMode="auto">
            <a:xfrm>
              <a:off x="2379533" y="5008561"/>
              <a:ext cx="870506" cy="915667"/>
            </a:xfrm>
            <a:custGeom>
              <a:avLst/>
              <a:gdLst>
                <a:gd name="T0" fmla="*/ 3353 w 5127"/>
                <a:gd name="T1" fmla="*/ 1728 h 5401"/>
                <a:gd name="T2" fmla="*/ 2183 w 5127"/>
                <a:gd name="T3" fmla="*/ 1608 h 5401"/>
                <a:gd name="T4" fmla="*/ 3353 w 5127"/>
                <a:gd name="T5" fmla="*/ 1488 h 5401"/>
                <a:gd name="T6" fmla="*/ 3103 w 5127"/>
                <a:gd name="T7" fmla="*/ 2231 h 5401"/>
                <a:gd name="T8" fmla="*/ 3103 w 5127"/>
                <a:gd name="T9" fmla="*/ 1991 h 5401"/>
                <a:gd name="T10" fmla="*/ 2432 w 5127"/>
                <a:gd name="T11" fmla="*/ 2111 h 5401"/>
                <a:gd name="T12" fmla="*/ 3103 w 5127"/>
                <a:gd name="T13" fmla="*/ 2231 h 5401"/>
                <a:gd name="T14" fmla="*/ 3353 w 5127"/>
                <a:gd name="T15" fmla="*/ 2648 h 5401"/>
                <a:gd name="T16" fmla="*/ 2183 w 5127"/>
                <a:gd name="T17" fmla="*/ 2768 h 5401"/>
                <a:gd name="T18" fmla="*/ 3353 w 5127"/>
                <a:gd name="T19" fmla="*/ 2888 h 5401"/>
                <a:gd name="T20" fmla="*/ 2552 w 5127"/>
                <a:gd name="T21" fmla="*/ 3151 h 5401"/>
                <a:gd name="T22" fmla="*/ 2552 w 5127"/>
                <a:gd name="T23" fmla="*/ 3391 h 5401"/>
                <a:gd name="T24" fmla="*/ 3223 w 5127"/>
                <a:gd name="T25" fmla="*/ 3271 h 5401"/>
                <a:gd name="T26" fmla="*/ 2552 w 5127"/>
                <a:gd name="T27" fmla="*/ 3151 h 5401"/>
                <a:gd name="T28" fmla="*/ 4448 w 5127"/>
                <a:gd name="T29" fmla="*/ 1442 h 5401"/>
                <a:gd name="T30" fmla="*/ 4688 w 5127"/>
                <a:gd name="T31" fmla="*/ 1442 h 5401"/>
                <a:gd name="T32" fmla="*/ 3988 w 5127"/>
                <a:gd name="T33" fmla="*/ 0 h 5401"/>
                <a:gd name="T34" fmla="*/ 0 w 5127"/>
                <a:gd name="T35" fmla="*/ 604 h 5401"/>
                <a:gd name="T36" fmla="*/ 120 w 5127"/>
                <a:gd name="T37" fmla="*/ 1792 h 5401"/>
                <a:gd name="T38" fmla="*/ 686 w 5127"/>
                <a:gd name="T39" fmla="*/ 1672 h 5401"/>
                <a:gd name="T40" fmla="*/ 240 w 5127"/>
                <a:gd name="T41" fmla="*/ 1552 h 5401"/>
                <a:gd name="T42" fmla="*/ 604 w 5127"/>
                <a:gd name="T43" fmla="*/ 240 h 5401"/>
                <a:gd name="T44" fmla="*/ 968 w 5127"/>
                <a:gd name="T45" fmla="*/ 4179 h 5401"/>
                <a:gd name="T46" fmla="*/ 3904 w 5127"/>
                <a:gd name="T47" fmla="*/ 4879 h 5401"/>
                <a:gd name="T48" fmla="*/ 3904 w 5127"/>
                <a:gd name="T49" fmla="*/ 4639 h 5401"/>
                <a:gd name="T50" fmla="*/ 1208 w 5127"/>
                <a:gd name="T51" fmla="*/ 4179 h 5401"/>
                <a:gd name="T52" fmla="*/ 1086 w 5127"/>
                <a:gd name="T53" fmla="*/ 240 h 5401"/>
                <a:gd name="T54" fmla="*/ 4448 w 5127"/>
                <a:gd name="T55" fmla="*/ 700 h 5401"/>
                <a:gd name="T56" fmla="*/ 4568 w 5127"/>
                <a:gd name="T57" fmla="*/ 2000 h 5401"/>
                <a:gd name="T58" fmla="*/ 4568 w 5127"/>
                <a:gd name="T59" fmla="*/ 2240 h 5401"/>
                <a:gd name="T60" fmla="*/ 4887 w 5127"/>
                <a:gd name="T61" fmla="*/ 2340 h 5401"/>
                <a:gd name="T62" fmla="*/ 5007 w 5127"/>
                <a:gd name="T63" fmla="*/ 3838 h 5401"/>
                <a:gd name="T64" fmla="*/ 5127 w 5127"/>
                <a:gd name="T65" fmla="*/ 2340 h 5401"/>
                <a:gd name="T66" fmla="*/ 4568 w 5127"/>
                <a:gd name="T67" fmla="*/ 5139 h 5401"/>
                <a:gd name="T68" fmla="*/ 4448 w 5127"/>
                <a:gd name="T69" fmla="*/ 5281 h 5401"/>
                <a:gd name="T70" fmla="*/ 4688 w 5127"/>
                <a:gd name="T71" fmla="*/ 5281 h 5401"/>
                <a:gd name="T72" fmla="*/ 4568 w 5127"/>
                <a:gd name="T73" fmla="*/ 5139 h 5401"/>
                <a:gd name="T74" fmla="*/ 4448 w 5127"/>
                <a:gd name="T75" fmla="*/ 2559 h 5401"/>
                <a:gd name="T76" fmla="*/ 4568 w 5127"/>
                <a:gd name="T77" fmla="*/ 4974 h 5401"/>
                <a:gd name="T78" fmla="*/ 4688 w 5127"/>
                <a:gd name="T79" fmla="*/ 2559 h 54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5127" h="5401">
                  <a:moveTo>
                    <a:pt x="3473" y="1608"/>
                  </a:moveTo>
                  <a:cubicBezTo>
                    <a:pt x="3473" y="1674"/>
                    <a:pt x="3419" y="1728"/>
                    <a:pt x="3353" y="1728"/>
                  </a:cubicBezTo>
                  <a:lnTo>
                    <a:pt x="2303" y="1728"/>
                  </a:lnTo>
                  <a:cubicBezTo>
                    <a:pt x="2236" y="1728"/>
                    <a:pt x="2183" y="1674"/>
                    <a:pt x="2183" y="1608"/>
                  </a:cubicBezTo>
                  <a:cubicBezTo>
                    <a:pt x="2183" y="1542"/>
                    <a:pt x="2236" y="1488"/>
                    <a:pt x="2303" y="1488"/>
                  </a:cubicBezTo>
                  <a:lnTo>
                    <a:pt x="3353" y="1488"/>
                  </a:lnTo>
                  <a:cubicBezTo>
                    <a:pt x="3419" y="1488"/>
                    <a:pt x="3473" y="1542"/>
                    <a:pt x="3473" y="1608"/>
                  </a:cubicBezTo>
                  <a:close/>
                  <a:moveTo>
                    <a:pt x="3103" y="2231"/>
                  </a:moveTo>
                  <a:cubicBezTo>
                    <a:pt x="3170" y="2231"/>
                    <a:pt x="3223" y="2178"/>
                    <a:pt x="3223" y="2111"/>
                  </a:cubicBezTo>
                  <a:cubicBezTo>
                    <a:pt x="3223" y="2045"/>
                    <a:pt x="3170" y="1991"/>
                    <a:pt x="3103" y="1991"/>
                  </a:cubicBezTo>
                  <a:lnTo>
                    <a:pt x="2552" y="1991"/>
                  </a:lnTo>
                  <a:cubicBezTo>
                    <a:pt x="2486" y="1991"/>
                    <a:pt x="2432" y="2045"/>
                    <a:pt x="2432" y="2111"/>
                  </a:cubicBezTo>
                  <a:cubicBezTo>
                    <a:pt x="2432" y="2178"/>
                    <a:pt x="2486" y="2231"/>
                    <a:pt x="2552" y="2231"/>
                  </a:cubicBezTo>
                  <a:lnTo>
                    <a:pt x="3103" y="2231"/>
                  </a:lnTo>
                  <a:close/>
                  <a:moveTo>
                    <a:pt x="3473" y="2768"/>
                  </a:moveTo>
                  <a:cubicBezTo>
                    <a:pt x="3473" y="2701"/>
                    <a:pt x="3419" y="2648"/>
                    <a:pt x="3353" y="2648"/>
                  </a:cubicBezTo>
                  <a:lnTo>
                    <a:pt x="2303" y="2648"/>
                  </a:lnTo>
                  <a:cubicBezTo>
                    <a:pt x="2236" y="2648"/>
                    <a:pt x="2183" y="2701"/>
                    <a:pt x="2183" y="2768"/>
                  </a:cubicBezTo>
                  <a:cubicBezTo>
                    <a:pt x="2183" y="2834"/>
                    <a:pt x="2236" y="2888"/>
                    <a:pt x="2303" y="2888"/>
                  </a:cubicBezTo>
                  <a:lnTo>
                    <a:pt x="3353" y="2888"/>
                  </a:lnTo>
                  <a:cubicBezTo>
                    <a:pt x="3419" y="2888"/>
                    <a:pt x="3473" y="2834"/>
                    <a:pt x="3473" y="2768"/>
                  </a:cubicBezTo>
                  <a:close/>
                  <a:moveTo>
                    <a:pt x="2552" y="3151"/>
                  </a:moveTo>
                  <a:cubicBezTo>
                    <a:pt x="2486" y="3151"/>
                    <a:pt x="2432" y="3205"/>
                    <a:pt x="2432" y="3271"/>
                  </a:cubicBezTo>
                  <a:cubicBezTo>
                    <a:pt x="2432" y="3338"/>
                    <a:pt x="2486" y="3391"/>
                    <a:pt x="2552" y="3391"/>
                  </a:cubicBezTo>
                  <a:lnTo>
                    <a:pt x="3103" y="3391"/>
                  </a:lnTo>
                  <a:cubicBezTo>
                    <a:pt x="3170" y="3391"/>
                    <a:pt x="3223" y="3338"/>
                    <a:pt x="3223" y="3271"/>
                  </a:cubicBezTo>
                  <a:cubicBezTo>
                    <a:pt x="3223" y="3205"/>
                    <a:pt x="3170" y="3151"/>
                    <a:pt x="3103" y="3151"/>
                  </a:cubicBezTo>
                  <a:lnTo>
                    <a:pt x="2552" y="3151"/>
                  </a:lnTo>
                  <a:close/>
                  <a:moveTo>
                    <a:pt x="4448" y="700"/>
                  </a:moveTo>
                  <a:lnTo>
                    <a:pt x="4448" y="1442"/>
                  </a:lnTo>
                  <a:cubicBezTo>
                    <a:pt x="4448" y="1509"/>
                    <a:pt x="4501" y="1562"/>
                    <a:pt x="4568" y="1562"/>
                  </a:cubicBezTo>
                  <a:cubicBezTo>
                    <a:pt x="4634" y="1562"/>
                    <a:pt x="4688" y="1509"/>
                    <a:pt x="4688" y="1442"/>
                  </a:cubicBezTo>
                  <a:lnTo>
                    <a:pt x="4688" y="700"/>
                  </a:lnTo>
                  <a:cubicBezTo>
                    <a:pt x="4688" y="314"/>
                    <a:pt x="4374" y="0"/>
                    <a:pt x="3988" y="0"/>
                  </a:cubicBezTo>
                  <a:lnTo>
                    <a:pt x="604" y="0"/>
                  </a:lnTo>
                  <a:cubicBezTo>
                    <a:pt x="271" y="0"/>
                    <a:pt x="0" y="271"/>
                    <a:pt x="0" y="604"/>
                  </a:cubicBezTo>
                  <a:lnTo>
                    <a:pt x="0" y="1672"/>
                  </a:lnTo>
                  <a:cubicBezTo>
                    <a:pt x="0" y="1738"/>
                    <a:pt x="53" y="1792"/>
                    <a:pt x="120" y="1792"/>
                  </a:cubicBezTo>
                  <a:lnTo>
                    <a:pt x="566" y="1792"/>
                  </a:lnTo>
                  <a:cubicBezTo>
                    <a:pt x="632" y="1792"/>
                    <a:pt x="686" y="1738"/>
                    <a:pt x="686" y="1672"/>
                  </a:cubicBezTo>
                  <a:cubicBezTo>
                    <a:pt x="686" y="1606"/>
                    <a:pt x="632" y="1552"/>
                    <a:pt x="566" y="1552"/>
                  </a:cubicBezTo>
                  <a:lnTo>
                    <a:pt x="240" y="1552"/>
                  </a:lnTo>
                  <a:lnTo>
                    <a:pt x="240" y="604"/>
                  </a:lnTo>
                  <a:cubicBezTo>
                    <a:pt x="240" y="403"/>
                    <a:pt x="403" y="240"/>
                    <a:pt x="604" y="240"/>
                  </a:cubicBezTo>
                  <a:cubicBezTo>
                    <a:pt x="805" y="240"/>
                    <a:pt x="968" y="403"/>
                    <a:pt x="968" y="604"/>
                  </a:cubicBezTo>
                  <a:lnTo>
                    <a:pt x="968" y="4179"/>
                  </a:lnTo>
                  <a:cubicBezTo>
                    <a:pt x="968" y="4565"/>
                    <a:pt x="1282" y="4879"/>
                    <a:pt x="1668" y="4879"/>
                  </a:cubicBezTo>
                  <a:lnTo>
                    <a:pt x="3904" y="4879"/>
                  </a:lnTo>
                  <a:cubicBezTo>
                    <a:pt x="3970" y="4879"/>
                    <a:pt x="4024" y="4825"/>
                    <a:pt x="4024" y="4759"/>
                  </a:cubicBezTo>
                  <a:cubicBezTo>
                    <a:pt x="4024" y="4693"/>
                    <a:pt x="3970" y="4639"/>
                    <a:pt x="3904" y="4639"/>
                  </a:cubicBezTo>
                  <a:lnTo>
                    <a:pt x="1668" y="4639"/>
                  </a:lnTo>
                  <a:cubicBezTo>
                    <a:pt x="1415" y="4639"/>
                    <a:pt x="1208" y="4433"/>
                    <a:pt x="1208" y="4179"/>
                  </a:cubicBezTo>
                  <a:lnTo>
                    <a:pt x="1208" y="604"/>
                  </a:lnTo>
                  <a:cubicBezTo>
                    <a:pt x="1208" y="468"/>
                    <a:pt x="1163" y="341"/>
                    <a:pt x="1086" y="240"/>
                  </a:cubicBezTo>
                  <a:lnTo>
                    <a:pt x="3988" y="240"/>
                  </a:lnTo>
                  <a:cubicBezTo>
                    <a:pt x="4241" y="240"/>
                    <a:pt x="4448" y="446"/>
                    <a:pt x="4448" y="700"/>
                  </a:cubicBezTo>
                  <a:close/>
                  <a:moveTo>
                    <a:pt x="4787" y="2000"/>
                  </a:moveTo>
                  <a:lnTo>
                    <a:pt x="4568" y="2000"/>
                  </a:lnTo>
                  <a:cubicBezTo>
                    <a:pt x="4501" y="2000"/>
                    <a:pt x="4448" y="2054"/>
                    <a:pt x="4448" y="2120"/>
                  </a:cubicBezTo>
                  <a:cubicBezTo>
                    <a:pt x="4448" y="2187"/>
                    <a:pt x="4501" y="2240"/>
                    <a:pt x="4568" y="2240"/>
                  </a:cubicBezTo>
                  <a:lnTo>
                    <a:pt x="4787" y="2240"/>
                  </a:lnTo>
                  <a:cubicBezTo>
                    <a:pt x="4842" y="2240"/>
                    <a:pt x="4887" y="2285"/>
                    <a:pt x="4887" y="2340"/>
                  </a:cubicBezTo>
                  <a:lnTo>
                    <a:pt x="4887" y="3718"/>
                  </a:lnTo>
                  <a:cubicBezTo>
                    <a:pt x="4887" y="3785"/>
                    <a:pt x="4941" y="3838"/>
                    <a:pt x="5007" y="3838"/>
                  </a:cubicBezTo>
                  <a:cubicBezTo>
                    <a:pt x="5073" y="3838"/>
                    <a:pt x="5127" y="3785"/>
                    <a:pt x="5127" y="3718"/>
                  </a:cubicBezTo>
                  <a:lnTo>
                    <a:pt x="5127" y="2340"/>
                  </a:lnTo>
                  <a:cubicBezTo>
                    <a:pt x="5127" y="2153"/>
                    <a:pt x="4975" y="2000"/>
                    <a:pt x="4787" y="2000"/>
                  </a:cubicBezTo>
                  <a:close/>
                  <a:moveTo>
                    <a:pt x="4568" y="5139"/>
                  </a:moveTo>
                  <a:cubicBezTo>
                    <a:pt x="4501" y="5139"/>
                    <a:pt x="4448" y="5193"/>
                    <a:pt x="4448" y="5259"/>
                  </a:cubicBezTo>
                  <a:lnTo>
                    <a:pt x="4448" y="5281"/>
                  </a:lnTo>
                  <a:cubicBezTo>
                    <a:pt x="4448" y="5347"/>
                    <a:pt x="4501" y="5401"/>
                    <a:pt x="4568" y="5401"/>
                  </a:cubicBezTo>
                  <a:cubicBezTo>
                    <a:pt x="4634" y="5401"/>
                    <a:pt x="4688" y="5347"/>
                    <a:pt x="4688" y="5281"/>
                  </a:cubicBezTo>
                  <a:lnTo>
                    <a:pt x="4688" y="5259"/>
                  </a:lnTo>
                  <a:cubicBezTo>
                    <a:pt x="4688" y="5193"/>
                    <a:pt x="4634" y="5139"/>
                    <a:pt x="4568" y="5139"/>
                  </a:cubicBezTo>
                  <a:close/>
                  <a:moveTo>
                    <a:pt x="4568" y="2439"/>
                  </a:moveTo>
                  <a:cubicBezTo>
                    <a:pt x="4501" y="2439"/>
                    <a:pt x="4448" y="2492"/>
                    <a:pt x="4448" y="2559"/>
                  </a:cubicBezTo>
                  <a:lnTo>
                    <a:pt x="4448" y="4854"/>
                  </a:lnTo>
                  <a:cubicBezTo>
                    <a:pt x="4448" y="4920"/>
                    <a:pt x="4501" y="4974"/>
                    <a:pt x="4568" y="4974"/>
                  </a:cubicBezTo>
                  <a:cubicBezTo>
                    <a:pt x="4634" y="4974"/>
                    <a:pt x="4688" y="4920"/>
                    <a:pt x="4688" y="4854"/>
                  </a:cubicBezTo>
                  <a:lnTo>
                    <a:pt x="4688" y="2559"/>
                  </a:lnTo>
                  <a:cubicBezTo>
                    <a:pt x="4688" y="2492"/>
                    <a:pt x="4634" y="2439"/>
                    <a:pt x="4568" y="2439"/>
                  </a:cubicBezTo>
                  <a:close/>
                </a:path>
              </a:pathLst>
            </a:custGeom>
            <a:solidFill>
              <a:srgbClr val="D9D9D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dirty="0"/>
            </a:p>
          </p:txBody>
        </p:sp>
      </p:grpSp>
      <p:sp>
        <p:nvSpPr>
          <p:cNvPr id="11" name="内容占位符 10">
            <a:extLst>
              <a:ext uri="{FF2B5EF4-FFF2-40B4-BE49-F238E27FC236}">
                <a16:creationId xmlns="" xmlns:a16="http://schemas.microsoft.com/office/drawing/2014/main" id="{5EFB80EA-1C0D-45B6-A698-96B981D217CF}"/>
              </a:ext>
            </a:extLst>
          </p:cNvPr>
          <p:cNvSpPr>
            <a:spLocks noGrp="1"/>
          </p:cNvSpPr>
          <p:nvPr>
            <p:ph sz="quarter" idx="11"/>
          </p:nvPr>
        </p:nvSpPr>
        <p:spPr>
          <a:xfrm>
            <a:off x="3706832" y="1472484"/>
            <a:ext cx="6816725" cy="4167188"/>
          </a:xfrm>
        </p:spPr>
        <p:txBody>
          <a:bodyPr/>
          <a:lstStyle>
            <a:lvl1pPr marL="342900" indent="-342900">
              <a:lnSpc>
                <a:spcPct val="125000"/>
              </a:lnSpc>
              <a:defRPr kumimoji="0" lang="zh-CN" altLang="en-US" sz="1600" b="1" i="0" u="none" strike="noStrike" kern="1200" cap="none" spc="0" normalizeH="0" baseline="0" dirty="0" smtClean="0">
                <a:ln>
                  <a:noFill/>
                </a:ln>
                <a:solidFill>
                  <a:srgbClr val="000000"/>
                </a:solidFill>
                <a:effectLst/>
                <a:uLnTx/>
                <a:uFillTx/>
                <a:latin typeface="Arial" panose="020B0604020202020204" pitchFamily="34" charset="0"/>
                <a:ea typeface="微软雅黑" panose="020B0503020204020204" pitchFamily="34" charset="-122"/>
                <a:cs typeface="+mn-cs"/>
              </a:defRPr>
            </a:lvl1pPr>
            <a:lvl2pPr marL="800100" indent="-342900">
              <a:lnSpc>
                <a:spcPct val="125000"/>
              </a:lnSpc>
              <a:defRPr kumimoji="0" lang="zh-CN" altLang="en-US" sz="1400" b="0" i="0" u="none" strike="noStrike" kern="1200" cap="none" spc="0" normalizeH="0" baseline="0" dirty="0" smtClean="0">
                <a:ln>
                  <a:noFill/>
                </a:ln>
                <a:solidFill>
                  <a:srgbClr val="4D4D4D"/>
                </a:solidFill>
                <a:effectLst/>
                <a:uLnTx/>
                <a:uFillTx/>
                <a:latin typeface="Arial" panose="020B0604020202020204" pitchFamily="34" charset="0"/>
                <a:ea typeface="微软雅黑" panose="020B0503020204020204" pitchFamily="34" charset="-122"/>
                <a:cs typeface="+mn-cs"/>
              </a:defRPr>
            </a:lvl2pPr>
          </a:lstStyle>
          <a:p>
            <a:pPr marL="0" marR="0" lvl="0"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单击此处编辑母版文本样式</a:t>
            </a:r>
          </a:p>
          <a:p>
            <a:pPr marL="0" marR="0" lvl="1" indent="0" algn="l" defTabSz="914400" rtl="0" eaLnBrk="1" fontAlgn="base" latinLnBrk="0" hangingPunct="1">
              <a:lnSpc>
                <a:spcPct val="200000"/>
              </a:lnSpc>
              <a:spcBef>
                <a:spcPct val="0"/>
              </a:spcBef>
              <a:spcAft>
                <a:spcPct val="0"/>
              </a:spcAft>
              <a:buClrTx/>
              <a:buSzTx/>
              <a:buFont typeface="Arial" panose="020B0604020202020204" pitchFamily="34" charset="0"/>
              <a:buAutoNum type="arabicPeriod"/>
              <a:tabLst/>
            </a:pPr>
            <a:r>
              <a:rPr lang="zh-CN" altLang="en-US" smtClean="0"/>
              <a:t>第二级</a:t>
            </a:r>
          </a:p>
        </p:txBody>
      </p:sp>
    </p:spTree>
    <p:extLst>
      <p:ext uri="{BB962C8B-B14F-4D97-AF65-F5344CB8AC3E}">
        <p14:creationId xmlns:p14="http://schemas.microsoft.com/office/powerpoint/2010/main" val="12202405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末尾幻灯片">
    <p:spTree>
      <p:nvGrpSpPr>
        <p:cNvPr id="1" name=""/>
        <p:cNvGrpSpPr/>
        <p:nvPr/>
      </p:nvGrpSpPr>
      <p:grpSpPr>
        <a:xfrm>
          <a:off x="0" y="0"/>
          <a:ext cx="0" cy="0"/>
          <a:chOff x="0" y="0"/>
          <a:chExt cx="0" cy="0"/>
        </a:xfrm>
      </p:grpSpPr>
      <p:sp>
        <p:nvSpPr>
          <p:cNvPr id="5" name="矩形 4">
            <a:extLst>
              <a:ext uri="{FF2B5EF4-FFF2-40B4-BE49-F238E27FC236}">
                <a16:creationId xmlns="" xmlns:a16="http://schemas.microsoft.com/office/drawing/2014/main" id="{D1501A3B-3447-4F2B-ADAE-503830AA78F6}"/>
              </a:ext>
            </a:extLst>
          </p:cNvPr>
          <p:cNvSpPr/>
          <p:nvPr userDrawn="1"/>
        </p:nvSpPr>
        <p:spPr>
          <a:xfrm>
            <a:off x="0" y="0"/>
            <a:ext cx="12192000" cy="6858000"/>
          </a:xfrm>
          <a:prstGeom prst="rect">
            <a:avLst/>
          </a:prstGeom>
          <a:gradFill>
            <a:gsLst>
              <a:gs pos="0">
                <a:schemeClr val="accent1"/>
              </a:gs>
              <a:gs pos="100000">
                <a:schemeClr val="accent3"/>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endParaRPr lang="zh-CN" altLang="en-US" noProof="1"/>
          </a:p>
        </p:txBody>
      </p:sp>
      <p:sp>
        <p:nvSpPr>
          <p:cNvPr id="7" name="Freeform 100">
            <a:extLst>
              <a:ext uri="{FF2B5EF4-FFF2-40B4-BE49-F238E27FC236}">
                <a16:creationId xmlns="" xmlns:a16="http://schemas.microsoft.com/office/drawing/2014/main" id="{9E9B1B0A-F147-48AA-A5DE-03B8826F8FCB}"/>
              </a:ext>
            </a:extLst>
          </p:cNvPr>
          <p:cNvSpPr>
            <a:spLocks noChangeArrowheads="1"/>
          </p:cNvSpPr>
          <p:nvPr/>
        </p:nvSpPr>
        <p:spPr bwMode="auto">
          <a:xfrm>
            <a:off x="1698625" y="1476375"/>
            <a:ext cx="1931988" cy="1465263"/>
          </a:xfrm>
          <a:custGeom>
            <a:avLst/>
            <a:gdLst>
              <a:gd name="T0" fmla="*/ 465 w 467"/>
              <a:gd name="T1" fmla="*/ 354 h 354"/>
              <a:gd name="T2" fmla="*/ 463 w 467"/>
              <a:gd name="T3" fmla="*/ 352 h 354"/>
              <a:gd name="T4" fmla="*/ 463 w 467"/>
              <a:gd name="T5" fmla="*/ 105 h 354"/>
              <a:gd name="T6" fmla="*/ 362 w 467"/>
              <a:gd name="T7" fmla="*/ 4 h 354"/>
              <a:gd name="T8" fmla="*/ 2 w 467"/>
              <a:gd name="T9" fmla="*/ 4 h 354"/>
              <a:gd name="T10" fmla="*/ 0 w 467"/>
              <a:gd name="T11" fmla="*/ 2 h 354"/>
              <a:gd name="T12" fmla="*/ 2 w 467"/>
              <a:gd name="T13" fmla="*/ 0 h 354"/>
              <a:gd name="T14" fmla="*/ 362 w 467"/>
              <a:gd name="T15" fmla="*/ 0 h 354"/>
              <a:gd name="T16" fmla="*/ 467 w 467"/>
              <a:gd name="T17" fmla="*/ 105 h 354"/>
              <a:gd name="T18" fmla="*/ 467 w 467"/>
              <a:gd name="T19" fmla="*/ 352 h 354"/>
              <a:gd name="T20" fmla="*/ 465 w 467"/>
              <a:gd name="T21" fmla="*/ 354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67" h="354">
                <a:moveTo>
                  <a:pt x="465" y="354"/>
                </a:moveTo>
                <a:cubicBezTo>
                  <a:pt x="464" y="354"/>
                  <a:pt x="463" y="353"/>
                  <a:pt x="463" y="352"/>
                </a:cubicBezTo>
                <a:cubicBezTo>
                  <a:pt x="463" y="105"/>
                  <a:pt x="463" y="105"/>
                  <a:pt x="463" y="105"/>
                </a:cubicBezTo>
                <a:cubicBezTo>
                  <a:pt x="463" y="49"/>
                  <a:pt x="417" y="4"/>
                  <a:pt x="362" y="4"/>
                </a:cubicBezTo>
                <a:cubicBezTo>
                  <a:pt x="2" y="4"/>
                  <a:pt x="2" y="4"/>
                  <a:pt x="2" y="4"/>
                </a:cubicBezTo>
                <a:cubicBezTo>
                  <a:pt x="1" y="4"/>
                  <a:pt x="0" y="3"/>
                  <a:pt x="0" y="2"/>
                </a:cubicBezTo>
                <a:cubicBezTo>
                  <a:pt x="0" y="1"/>
                  <a:pt x="1" y="0"/>
                  <a:pt x="2" y="0"/>
                </a:cubicBezTo>
                <a:cubicBezTo>
                  <a:pt x="362" y="0"/>
                  <a:pt x="362" y="0"/>
                  <a:pt x="362" y="0"/>
                </a:cubicBezTo>
                <a:cubicBezTo>
                  <a:pt x="420" y="0"/>
                  <a:pt x="467" y="47"/>
                  <a:pt x="467" y="105"/>
                </a:cubicBezTo>
                <a:cubicBezTo>
                  <a:pt x="467" y="352"/>
                  <a:pt x="467" y="352"/>
                  <a:pt x="467" y="352"/>
                </a:cubicBezTo>
                <a:cubicBezTo>
                  <a:pt x="467" y="353"/>
                  <a:pt x="466" y="354"/>
                  <a:pt x="465" y="354"/>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 name="Freeform 101">
            <a:extLst>
              <a:ext uri="{FF2B5EF4-FFF2-40B4-BE49-F238E27FC236}">
                <a16:creationId xmlns="" xmlns:a16="http://schemas.microsoft.com/office/drawing/2014/main" id="{B754F84E-8490-4166-BFA5-A5D0332C0803}"/>
              </a:ext>
            </a:extLst>
          </p:cNvPr>
          <p:cNvSpPr>
            <a:spLocks noChangeArrowheads="1"/>
          </p:cNvSpPr>
          <p:nvPr/>
        </p:nvSpPr>
        <p:spPr bwMode="auto">
          <a:xfrm>
            <a:off x="2973388" y="1347788"/>
            <a:ext cx="774700" cy="1593850"/>
          </a:xfrm>
          <a:custGeom>
            <a:avLst/>
            <a:gdLst>
              <a:gd name="T0" fmla="*/ 185 w 187"/>
              <a:gd name="T1" fmla="*/ 385 h 385"/>
              <a:gd name="T2" fmla="*/ 183 w 187"/>
              <a:gd name="T3" fmla="*/ 383 h 385"/>
              <a:gd name="T4" fmla="*/ 183 w 187"/>
              <a:gd name="T5" fmla="*/ 131 h 385"/>
              <a:gd name="T6" fmla="*/ 56 w 187"/>
              <a:gd name="T7" fmla="*/ 4 h 385"/>
              <a:gd name="T8" fmla="*/ 2 w 187"/>
              <a:gd name="T9" fmla="*/ 4 h 385"/>
              <a:gd name="T10" fmla="*/ 0 w 187"/>
              <a:gd name="T11" fmla="*/ 2 h 385"/>
              <a:gd name="T12" fmla="*/ 2 w 187"/>
              <a:gd name="T13" fmla="*/ 0 h 385"/>
              <a:gd name="T14" fmla="*/ 56 w 187"/>
              <a:gd name="T15" fmla="*/ 0 h 385"/>
              <a:gd name="T16" fmla="*/ 187 w 187"/>
              <a:gd name="T17" fmla="*/ 131 h 385"/>
              <a:gd name="T18" fmla="*/ 187 w 187"/>
              <a:gd name="T19" fmla="*/ 383 h 385"/>
              <a:gd name="T20" fmla="*/ 185 w 187"/>
              <a:gd name="T21" fmla="*/ 385 h 3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87" h="385">
                <a:moveTo>
                  <a:pt x="185" y="385"/>
                </a:moveTo>
                <a:cubicBezTo>
                  <a:pt x="184" y="385"/>
                  <a:pt x="183" y="384"/>
                  <a:pt x="183" y="383"/>
                </a:cubicBezTo>
                <a:cubicBezTo>
                  <a:pt x="183" y="131"/>
                  <a:pt x="183" y="131"/>
                  <a:pt x="183" y="131"/>
                </a:cubicBezTo>
                <a:cubicBezTo>
                  <a:pt x="183" y="61"/>
                  <a:pt x="126" y="4"/>
                  <a:pt x="56" y="4"/>
                </a:cubicBezTo>
                <a:cubicBezTo>
                  <a:pt x="2" y="4"/>
                  <a:pt x="2" y="4"/>
                  <a:pt x="2" y="4"/>
                </a:cubicBezTo>
                <a:cubicBezTo>
                  <a:pt x="1" y="4"/>
                  <a:pt x="0" y="3"/>
                  <a:pt x="0" y="2"/>
                </a:cubicBezTo>
                <a:cubicBezTo>
                  <a:pt x="0" y="0"/>
                  <a:pt x="1" y="0"/>
                  <a:pt x="2" y="0"/>
                </a:cubicBezTo>
                <a:cubicBezTo>
                  <a:pt x="56" y="0"/>
                  <a:pt x="56" y="0"/>
                  <a:pt x="56" y="0"/>
                </a:cubicBezTo>
                <a:cubicBezTo>
                  <a:pt x="128" y="0"/>
                  <a:pt x="187" y="58"/>
                  <a:pt x="187" y="131"/>
                </a:cubicBezTo>
                <a:cubicBezTo>
                  <a:pt x="187" y="383"/>
                  <a:pt x="187" y="383"/>
                  <a:pt x="187" y="383"/>
                </a:cubicBezTo>
                <a:cubicBezTo>
                  <a:pt x="187" y="384"/>
                  <a:pt x="186" y="385"/>
                  <a:pt x="185" y="38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 name="Freeform 102">
            <a:extLst>
              <a:ext uri="{FF2B5EF4-FFF2-40B4-BE49-F238E27FC236}">
                <a16:creationId xmlns="" xmlns:a16="http://schemas.microsoft.com/office/drawing/2014/main" id="{A5859E9E-C291-4776-AD2A-547BB52A52F4}"/>
              </a:ext>
            </a:extLst>
          </p:cNvPr>
          <p:cNvSpPr>
            <a:spLocks noChangeArrowheads="1"/>
          </p:cNvSpPr>
          <p:nvPr/>
        </p:nvSpPr>
        <p:spPr bwMode="auto">
          <a:xfrm>
            <a:off x="2862263" y="1208088"/>
            <a:ext cx="1009650" cy="1733550"/>
          </a:xfrm>
          <a:custGeom>
            <a:avLst/>
            <a:gdLst>
              <a:gd name="T0" fmla="*/ 242 w 244"/>
              <a:gd name="T1" fmla="*/ 419 h 419"/>
              <a:gd name="T2" fmla="*/ 240 w 244"/>
              <a:gd name="T3" fmla="*/ 417 h 419"/>
              <a:gd name="T4" fmla="*/ 240 w 244"/>
              <a:gd name="T5" fmla="*/ 161 h 419"/>
              <a:gd name="T6" fmla="*/ 84 w 244"/>
              <a:gd name="T7" fmla="*/ 4 h 419"/>
              <a:gd name="T8" fmla="*/ 2 w 244"/>
              <a:gd name="T9" fmla="*/ 4 h 419"/>
              <a:gd name="T10" fmla="*/ 0 w 244"/>
              <a:gd name="T11" fmla="*/ 2 h 419"/>
              <a:gd name="T12" fmla="*/ 2 w 244"/>
              <a:gd name="T13" fmla="*/ 0 h 419"/>
              <a:gd name="T14" fmla="*/ 84 w 244"/>
              <a:gd name="T15" fmla="*/ 0 h 419"/>
              <a:gd name="T16" fmla="*/ 244 w 244"/>
              <a:gd name="T17" fmla="*/ 161 h 419"/>
              <a:gd name="T18" fmla="*/ 244 w 244"/>
              <a:gd name="T19" fmla="*/ 417 h 419"/>
              <a:gd name="T20" fmla="*/ 242 w 244"/>
              <a:gd name="T21" fmla="*/ 419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44" h="419">
                <a:moveTo>
                  <a:pt x="242" y="419"/>
                </a:moveTo>
                <a:cubicBezTo>
                  <a:pt x="241" y="419"/>
                  <a:pt x="240" y="418"/>
                  <a:pt x="240" y="417"/>
                </a:cubicBezTo>
                <a:cubicBezTo>
                  <a:pt x="240" y="161"/>
                  <a:pt x="240" y="161"/>
                  <a:pt x="240" y="161"/>
                </a:cubicBezTo>
                <a:cubicBezTo>
                  <a:pt x="240" y="74"/>
                  <a:pt x="170" y="4"/>
                  <a:pt x="84" y="4"/>
                </a:cubicBezTo>
                <a:cubicBezTo>
                  <a:pt x="2" y="4"/>
                  <a:pt x="2" y="4"/>
                  <a:pt x="2" y="4"/>
                </a:cubicBezTo>
                <a:cubicBezTo>
                  <a:pt x="0" y="4"/>
                  <a:pt x="0" y="3"/>
                  <a:pt x="0" y="2"/>
                </a:cubicBezTo>
                <a:cubicBezTo>
                  <a:pt x="0" y="1"/>
                  <a:pt x="0" y="0"/>
                  <a:pt x="2" y="0"/>
                </a:cubicBezTo>
                <a:cubicBezTo>
                  <a:pt x="84" y="0"/>
                  <a:pt x="84" y="0"/>
                  <a:pt x="84" y="0"/>
                </a:cubicBezTo>
                <a:cubicBezTo>
                  <a:pt x="172" y="0"/>
                  <a:pt x="244" y="72"/>
                  <a:pt x="244" y="161"/>
                </a:cubicBezTo>
                <a:cubicBezTo>
                  <a:pt x="244" y="417"/>
                  <a:pt x="244" y="417"/>
                  <a:pt x="244" y="417"/>
                </a:cubicBezTo>
                <a:cubicBezTo>
                  <a:pt x="244" y="418"/>
                  <a:pt x="243" y="419"/>
                  <a:pt x="242" y="419"/>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Freeform 103">
            <a:extLst>
              <a:ext uri="{FF2B5EF4-FFF2-40B4-BE49-F238E27FC236}">
                <a16:creationId xmlns="" xmlns:a16="http://schemas.microsoft.com/office/drawing/2014/main" id="{84012C9C-CCEF-4B10-BD34-2BA7046AE088}"/>
              </a:ext>
            </a:extLst>
          </p:cNvPr>
          <p:cNvSpPr>
            <a:spLocks noEditPoints="1" noChangeArrowheads="1"/>
          </p:cNvSpPr>
          <p:nvPr/>
        </p:nvSpPr>
        <p:spPr bwMode="auto">
          <a:xfrm>
            <a:off x="1636713" y="1446213"/>
            <a:ext cx="74612"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Freeform 104">
            <a:extLst>
              <a:ext uri="{FF2B5EF4-FFF2-40B4-BE49-F238E27FC236}">
                <a16:creationId xmlns="" xmlns:a16="http://schemas.microsoft.com/office/drawing/2014/main" id="{6C2C5392-8085-47E5-ADA2-0121AB423799}"/>
              </a:ext>
            </a:extLst>
          </p:cNvPr>
          <p:cNvSpPr>
            <a:spLocks noEditPoints="1" noChangeArrowheads="1"/>
          </p:cNvSpPr>
          <p:nvPr/>
        </p:nvSpPr>
        <p:spPr bwMode="auto">
          <a:xfrm>
            <a:off x="2911475" y="1319213"/>
            <a:ext cx="74613" cy="74612"/>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1"/>
                  <a:pt x="6" y="14"/>
                  <a:pt x="9" y="14"/>
                </a:cubicBezTo>
                <a:cubicBezTo>
                  <a:pt x="12" y="14"/>
                  <a:pt x="14" y="11"/>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 name="Freeform 105">
            <a:extLst>
              <a:ext uri="{FF2B5EF4-FFF2-40B4-BE49-F238E27FC236}">
                <a16:creationId xmlns="" xmlns:a16="http://schemas.microsoft.com/office/drawing/2014/main" id="{DEBD5C80-6B4B-4324-B775-6F17D2D0DE04}"/>
              </a:ext>
            </a:extLst>
          </p:cNvPr>
          <p:cNvSpPr>
            <a:spLocks noEditPoints="1" noChangeArrowheads="1"/>
          </p:cNvSpPr>
          <p:nvPr/>
        </p:nvSpPr>
        <p:spPr bwMode="auto">
          <a:xfrm>
            <a:off x="2800350" y="1177925"/>
            <a:ext cx="74613" cy="73025"/>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Freeform 106">
            <a:extLst>
              <a:ext uri="{FF2B5EF4-FFF2-40B4-BE49-F238E27FC236}">
                <a16:creationId xmlns="" xmlns:a16="http://schemas.microsoft.com/office/drawing/2014/main" id="{56C9CF85-CF6D-46EB-B1B9-359294F7F292}"/>
              </a:ext>
            </a:extLst>
          </p:cNvPr>
          <p:cNvSpPr>
            <a:spLocks noChangeArrowheads="1"/>
          </p:cNvSpPr>
          <p:nvPr/>
        </p:nvSpPr>
        <p:spPr bwMode="auto">
          <a:xfrm>
            <a:off x="2505075" y="1100138"/>
            <a:ext cx="1487488" cy="1841500"/>
          </a:xfrm>
          <a:custGeom>
            <a:avLst/>
            <a:gdLst>
              <a:gd name="T0" fmla="*/ 357 w 359"/>
              <a:gd name="T1" fmla="*/ 445 h 445"/>
              <a:gd name="T2" fmla="*/ 355 w 359"/>
              <a:gd name="T3" fmla="*/ 443 h 445"/>
              <a:gd name="T4" fmla="*/ 355 w 359"/>
              <a:gd name="T5" fmla="*/ 180 h 445"/>
              <a:gd name="T6" fmla="*/ 179 w 359"/>
              <a:gd name="T7" fmla="*/ 4 h 445"/>
              <a:gd name="T8" fmla="*/ 2 w 359"/>
              <a:gd name="T9" fmla="*/ 4 h 445"/>
              <a:gd name="T10" fmla="*/ 0 w 359"/>
              <a:gd name="T11" fmla="*/ 2 h 445"/>
              <a:gd name="T12" fmla="*/ 2 w 359"/>
              <a:gd name="T13" fmla="*/ 0 h 445"/>
              <a:gd name="T14" fmla="*/ 179 w 359"/>
              <a:gd name="T15" fmla="*/ 0 h 445"/>
              <a:gd name="T16" fmla="*/ 359 w 359"/>
              <a:gd name="T17" fmla="*/ 180 h 445"/>
              <a:gd name="T18" fmla="*/ 359 w 359"/>
              <a:gd name="T19" fmla="*/ 443 h 445"/>
              <a:gd name="T20" fmla="*/ 357 w 359"/>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59" h="445">
                <a:moveTo>
                  <a:pt x="357" y="445"/>
                </a:moveTo>
                <a:cubicBezTo>
                  <a:pt x="355" y="445"/>
                  <a:pt x="355" y="444"/>
                  <a:pt x="355" y="443"/>
                </a:cubicBezTo>
                <a:cubicBezTo>
                  <a:pt x="355" y="180"/>
                  <a:pt x="355" y="180"/>
                  <a:pt x="355" y="180"/>
                </a:cubicBezTo>
                <a:cubicBezTo>
                  <a:pt x="355" y="83"/>
                  <a:pt x="276" y="4"/>
                  <a:pt x="179" y="4"/>
                </a:cubicBezTo>
                <a:cubicBezTo>
                  <a:pt x="2" y="4"/>
                  <a:pt x="2" y="4"/>
                  <a:pt x="2" y="4"/>
                </a:cubicBezTo>
                <a:cubicBezTo>
                  <a:pt x="0" y="4"/>
                  <a:pt x="0" y="3"/>
                  <a:pt x="0" y="2"/>
                </a:cubicBezTo>
                <a:cubicBezTo>
                  <a:pt x="0" y="1"/>
                  <a:pt x="0" y="0"/>
                  <a:pt x="2" y="0"/>
                </a:cubicBezTo>
                <a:cubicBezTo>
                  <a:pt x="179" y="0"/>
                  <a:pt x="179" y="0"/>
                  <a:pt x="179" y="0"/>
                </a:cubicBezTo>
                <a:cubicBezTo>
                  <a:pt x="278" y="0"/>
                  <a:pt x="359" y="80"/>
                  <a:pt x="359" y="180"/>
                </a:cubicBezTo>
                <a:cubicBezTo>
                  <a:pt x="359" y="443"/>
                  <a:pt x="359" y="443"/>
                  <a:pt x="359" y="443"/>
                </a:cubicBezTo>
                <a:cubicBezTo>
                  <a:pt x="359" y="444"/>
                  <a:pt x="358" y="445"/>
                  <a:pt x="357"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6" name="Freeform 107">
            <a:extLst>
              <a:ext uri="{FF2B5EF4-FFF2-40B4-BE49-F238E27FC236}">
                <a16:creationId xmlns="" xmlns:a16="http://schemas.microsoft.com/office/drawing/2014/main" id="{D84B2DD6-3814-4F72-AA23-465C261DC725}"/>
              </a:ext>
            </a:extLst>
          </p:cNvPr>
          <p:cNvSpPr>
            <a:spLocks noEditPoints="1" noChangeArrowheads="1"/>
          </p:cNvSpPr>
          <p:nvPr/>
        </p:nvSpPr>
        <p:spPr bwMode="auto">
          <a:xfrm>
            <a:off x="244316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7" y="4"/>
                  <a:pt x="4" y="6"/>
                  <a:pt x="4" y="9"/>
                </a:cubicBezTo>
                <a:cubicBezTo>
                  <a:pt x="4" y="12"/>
                  <a:pt x="7"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08">
            <a:extLst>
              <a:ext uri="{FF2B5EF4-FFF2-40B4-BE49-F238E27FC236}">
                <a16:creationId xmlns="" xmlns:a16="http://schemas.microsoft.com/office/drawing/2014/main" id="{169DB64A-D1FB-4A03-A513-76F01D5894F2}"/>
              </a:ext>
            </a:extLst>
          </p:cNvPr>
          <p:cNvSpPr>
            <a:spLocks noChangeArrowheads="1"/>
          </p:cNvSpPr>
          <p:nvPr/>
        </p:nvSpPr>
        <p:spPr bwMode="auto">
          <a:xfrm>
            <a:off x="4103688" y="1100138"/>
            <a:ext cx="1052512" cy="1841500"/>
          </a:xfrm>
          <a:custGeom>
            <a:avLst/>
            <a:gdLst>
              <a:gd name="T0" fmla="*/ 2 w 254"/>
              <a:gd name="T1" fmla="*/ 445 h 445"/>
              <a:gd name="T2" fmla="*/ 0 w 254"/>
              <a:gd name="T3" fmla="*/ 443 h 445"/>
              <a:gd name="T4" fmla="*/ 0 w 254"/>
              <a:gd name="T5" fmla="*/ 180 h 445"/>
              <a:gd name="T6" fmla="*/ 180 w 254"/>
              <a:gd name="T7" fmla="*/ 0 h 445"/>
              <a:gd name="T8" fmla="*/ 252 w 254"/>
              <a:gd name="T9" fmla="*/ 0 h 445"/>
              <a:gd name="T10" fmla="*/ 254 w 254"/>
              <a:gd name="T11" fmla="*/ 2 h 445"/>
              <a:gd name="T12" fmla="*/ 252 w 254"/>
              <a:gd name="T13" fmla="*/ 4 h 445"/>
              <a:gd name="T14" fmla="*/ 180 w 254"/>
              <a:gd name="T15" fmla="*/ 4 h 445"/>
              <a:gd name="T16" fmla="*/ 4 w 254"/>
              <a:gd name="T17" fmla="*/ 180 h 445"/>
              <a:gd name="T18" fmla="*/ 4 w 254"/>
              <a:gd name="T19" fmla="*/ 443 h 445"/>
              <a:gd name="T20" fmla="*/ 2 w 254"/>
              <a:gd name="T21" fmla="*/ 445 h 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54" h="445">
                <a:moveTo>
                  <a:pt x="2" y="445"/>
                </a:moveTo>
                <a:cubicBezTo>
                  <a:pt x="1" y="445"/>
                  <a:pt x="0" y="444"/>
                  <a:pt x="0" y="443"/>
                </a:cubicBezTo>
                <a:cubicBezTo>
                  <a:pt x="0" y="180"/>
                  <a:pt x="0" y="180"/>
                  <a:pt x="0" y="180"/>
                </a:cubicBezTo>
                <a:cubicBezTo>
                  <a:pt x="0" y="80"/>
                  <a:pt x="81" y="0"/>
                  <a:pt x="180" y="0"/>
                </a:cubicBezTo>
                <a:cubicBezTo>
                  <a:pt x="252" y="0"/>
                  <a:pt x="252" y="0"/>
                  <a:pt x="252" y="0"/>
                </a:cubicBezTo>
                <a:cubicBezTo>
                  <a:pt x="253" y="0"/>
                  <a:pt x="254" y="1"/>
                  <a:pt x="254" y="2"/>
                </a:cubicBezTo>
                <a:cubicBezTo>
                  <a:pt x="254" y="3"/>
                  <a:pt x="253" y="4"/>
                  <a:pt x="252" y="4"/>
                </a:cubicBezTo>
                <a:cubicBezTo>
                  <a:pt x="180" y="4"/>
                  <a:pt x="180" y="4"/>
                  <a:pt x="180" y="4"/>
                </a:cubicBezTo>
                <a:cubicBezTo>
                  <a:pt x="83" y="4"/>
                  <a:pt x="4" y="83"/>
                  <a:pt x="4" y="180"/>
                </a:cubicBezTo>
                <a:cubicBezTo>
                  <a:pt x="4" y="443"/>
                  <a:pt x="4" y="443"/>
                  <a:pt x="4" y="443"/>
                </a:cubicBezTo>
                <a:cubicBezTo>
                  <a:pt x="4" y="444"/>
                  <a:pt x="3" y="445"/>
                  <a:pt x="2" y="445"/>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Freeform 109">
            <a:extLst>
              <a:ext uri="{FF2B5EF4-FFF2-40B4-BE49-F238E27FC236}">
                <a16:creationId xmlns="" xmlns:a16="http://schemas.microsoft.com/office/drawing/2014/main" id="{C761D5EA-1D1C-4992-9AF7-333C4BADAD3C}"/>
              </a:ext>
            </a:extLst>
          </p:cNvPr>
          <p:cNvSpPr>
            <a:spLocks noEditPoints="1" noChangeArrowheads="1"/>
          </p:cNvSpPr>
          <p:nvPr/>
        </p:nvSpPr>
        <p:spPr bwMode="auto">
          <a:xfrm>
            <a:off x="5140325" y="1069975"/>
            <a:ext cx="73025"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Freeform 110">
            <a:extLst>
              <a:ext uri="{FF2B5EF4-FFF2-40B4-BE49-F238E27FC236}">
                <a16:creationId xmlns="" xmlns:a16="http://schemas.microsoft.com/office/drawing/2014/main" id="{F6CFCDF6-27D8-4082-9743-1DDF02047326}"/>
              </a:ext>
            </a:extLst>
          </p:cNvPr>
          <p:cNvSpPr>
            <a:spLocks noEditPoints="1" noChangeArrowheads="1"/>
          </p:cNvSpPr>
          <p:nvPr/>
        </p:nvSpPr>
        <p:spPr bwMode="auto">
          <a:xfrm>
            <a:off x="5284788"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2" y="14"/>
                  <a:pt x="14" y="12"/>
                  <a:pt x="14" y="9"/>
                </a:cubicBezTo>
                <a:cubicBezTo>
                  <a:pt x="14" y="6"/>
                  <a:pt x="12"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0" name="Freeform 111">
            <a:extLst>
              <a:ext uri="{FF2B5EF4-FFF2-40B4-BE49-F238E27FC236}">
                <a16:creationId xmlns="" xmlns:a16="http://schemas.microsoft.com/office/drawing/2014/main" id="{5AF066AD-2A75-4CE0-9985-9E485D212BEB}"/>
              </a:ext>
            </a:extLst>
          </p:cNvPr>
          <p:cNvSpPr>
            <a:spLocks noEditPoints="1" noChangeArrowheads="1"/>
          </p:cNvSpPr>
          <p:nvPr/>
        </p:nvSpPr>
        <p:spPr bwMode="auto">
          <a:xfrm>
            <a:off x="5434013" y="1069975"/>
            <a:ext cx="74612" cy="74613"/>
          </a:xfrm>
          <a:custGeom>
            <a:avLst/>
            <a:gdLst>
              <a:gd name="T0" fmla="*/ 9 w 18"/>
              <a:gd name="T1" fmla="*/ 18 h 18"/>
              <a:gd name="T2" fmla="*/ 0 w 18"/>
              <a:gd name="T3" fmla="*/ 9 h 18"/>
              <a:gd name="T4" fmla="*/ 9 w 18"/>
              <a:gd name="T5" fmla="*/ 0 h 18"/>
              <a:gd name="T6" fmla="*/ 18 w 18"/>
              <a:gd name="T7" fmla="*/ 9 h 18"/>
              <a:gd name="T8" fmla="*/ 9 w 18"/>
              <a:gd name="T9" fmla="*/ 18 h 18"/>
              <a:gd name="T10" fmla="*/ 9 w 18"/>
              <a:gd name="T11" fmla="*/ 4 h 18"/>
              <a:gd name="T12" fmla="*/ 4 w 18"/>
              <a:gd name="T13" fmla="*/ 9 h 18"/>
              <a:gd name="T14" fmla="*/ 9 w 18"/>
              <a:gd name="T15" fmla="*/ 14 h 18"/>
              <a:gd name="T16" fmla="*/ 14 w 18"/>
              <a:gd name="T17" fmla="*/ 9 h 18"/>
              <a:gd name="T18" fmla="*/ 9 w 18"/>
              <a:gd name="T19" fmla="*/ 4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8"/>
                </a:moveTo>
                <a:cubicBezTo>
                  <a:pt x="4" y="18"/>
                  <a:pt x="0" y="14"/>
                  <a:pt x="0" y="9"/>
                </a:cubicBezTo>
                <a:cubicBezTo>
                  <a:pt x="0" y="4"/>
                  <a:pt x="4" y="0"/>
                  <a:pt x="9" y="0"/>
                </a:cubicBezTo>
                <a:cubicBezTo>
                  <a:pt x="14" y="0"/>
                  <a:pt x="18" y="4"/>
                  <a:pt x="18" y="9"/>
                </a:cubicBezTo>
                <a:cubicBezTo>
                  <a:pt x="18" y="14"/>
                  <a:pt x="14" y="18"/>
                  <a:pt x="9" y="18"/>
                </a:cubicBezTo>
                <a:close/>
                <a:moveTo>
                  <a:pt x="9" y="4"/>
                </a:moveTo>
                <a:cubicBezTo>
                  <a:pt x="6" y="4"/>
                  <a:pt x="4" y="6"/>
                  <a:pt x="4" y="9"/>
                </a:cubicBezTo>
                <a:cubicBezTo>
                  <a:pt x="4" y="12"/>
                  <a:pt x="6" y="14"/>
                  <a:pt x="9" y="14"/>
                </a:cubicBezTo>
                <a:cubicBezTo>
                  <a:pt x="11" y="14"/>
                  <a:pt x="14" y="12"/>
                  <a:pt x="14" y="9"/>
                </a:cubicBezTo>
                <a:cubicBezTo>
                  <a:pt x="14" y="6"/>
                  <a:pt x="11" y="4"/>
                  <a:pt x="9" y="4"/>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1" name="Freeform 112">
            <a:extLst>
              <a:ext uri="{FF2B5EF4-FFF2-40B4-BE49-F238E27FC236}">
                <a16:creationId xmlns="" xmlns:a16="http://schemas.microsoft.com/office/drawing/2014/main" id="{430A2212-C0FC-49AD-8682-A12C1F9D0EEC}"/>
              </a:ext>
            </a:extLst>
          </p:cNvPr>
          <p:cNvSpPr>
            <a:spLocks noEditPoints="1" noChangeArrowheads="1"/>
          </p:cNvSpPr>
          <p:nvPr/>
        </p:nvSpPr>
        <p:spPr bwMode="auto">
          <a:xfrm>
            <a:off x="5578475"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CD17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2" name="Freeform 113">
            <a:extLst>
              <a:ext uri="{FF2B5EF4-FFF2-40B4-BE49-F238E27FC236}">
                <a16:creationId xmlns="" xmlns:a16="http://schemas.microsoft.com/office/drawing/2014/main" id="{D046BB3D-BC01-42D9-BA04-8CCE94C1856A}"/>
              </a:ext>
            </a:extLst>
          </p:cNvPr>
          <p:cNvSpPr>
            <a:spLocks noEditPoints="1" noChangeArrowheads="1"/>
          </p:cNvSpPr>
          <p:nvPr/>
        </p:nvSpPr>
        <p:spPr bwMode="auto">
          <a:xfrm>
            <a:off x="5727700" y="1069975"/>
            <a:ext cx="74613"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1" y="4"/>
                  <a:pt x="14" y="6"/>
                  <a:pt x="14" y="9"/>
                </a:cubicBezTo>
                <a:cubicBezTo>
                  <a:pt x="14" y="12"/>
                  <a:pt x="11"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DB9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3" name="Freeform 114">
            <a:extLst>
              <a:ext uri="{FF2B5EF4-FFF2-40B4-BE49-F238E27FC236}">
                <a16:creationId xmlns="" xmlns:a16="http://schemas.microsoft.com/office/drawing/2014/main" id="{1A57CF94-A167-4B8C-9CAB-F801ED5A5EA5}"/>
              </a:ext>
            </a:extLst>
          </p:cNvPr>
          <p:cNvSpPr>
            <a:spLocks noEditPoints="1" noChangeArrowheads="1"/>
          </p:cNvSpPr>
          <p:nvPr/>
        </p:nvSpPr>
        <p:spPr bwMode="auto">
          <a:xfrm>
            <a:off x="5872163" y="1069975"/>
            <a:ext cx="74612" cy="746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9 w 18"/>
              <a:gd name="T15" fmla="*/ 18 h 18"/>
              <a:gd name="T16" fmla="*/ 18 w 18"/>
              <a:gd name="T17" fmla="*/ 9 h 18"/>
              <a:gd name="T18" fmla="*/ 9 w 18"/>
              <a:gd name="T19"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4"/>
                  <a:pt x="4" y="18"/>
                  <a:pt x="9" y="18"/>
                </a:cubicBezTo>
                <a:cubicBezTo>
                  <a:pt x="14" y="18"/>
                  <a:pt x="18" y="14"/>
                  <a:pt x="18" y="9"/>
                </a:cubicBezTo>
                <a:cubicBezTo>
                  <a:pt x="18" y="4"/>
                  <a:pt x="14" y="0"/>
                  <a:pt x="9" y="0"/>
                </a:cubicBezTo>
              </a:path>
            </a:pathLst>
          </a:custGeom>
          <a:solidFill>
            <a:srgbClr val="FDE5B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Freeform 117">
            <a:extLst>
              <a:ext uri="{FF2B5EF4-FFF2-40B4-BE49-F238E27FC236}">
                <a16:creationId xmlns="" xmlns:a16="http://schemas.microsoft.com/office/drawing/2014/main" id="{0AC5C741-51D7-459F-9144-1E944F3744F6}"/>
              </a:ext>
            </a:extLst>
          </p:cNvPr>
          <p:cNvSpPr>
            <a:spLocks noEditPoints="1" noChangeArrowheads="1"/>
          </p:cNvSpPr>
          <p:nvPr/>
        </p:nvSpPr>
        <p:spPr bwMode="auto">
          <a:xfrm>
            <a:off x="547688" y="2646363"/>
            <a:ext cx="5056187" cy="2938462"/>
          </a:xfrm>
          <a:custGeom>
            <a:avLst/>
            <a:gdLst>
              <a:gd name="T0" fmla="*/ 426 w 1221"/>
              <a:gd name="T1" fmla="*/ 710 h 710"/>
              <a:gd name="T2" fmla="*/ 400 w 1221"/>
              <a:gd name="T3" fmla="*/ 704 h 710"/>
              <a:gd name="T4" fmla="*/ 11 w 1221"/>
              <a:gd name="T5" fmla="*/ 479 h 710"/>
              <a:gd name="T6" fmla="*/ 0 w 1221"/>
              <a:gd name="T7" fmla="*/ 463 h 710"/>
              <a:gd name="T8" fmla="*/ 15 w 1221"/>
              <a:gd name="T9" fmla="*/ 443 h 710"/>
              <a:gd name="T10" fmla="*/ 762 w 1221"/>
              <a:gd name="T11" fmla="*/ 11 h 710"/>
              <a:gd name="T12" fmla="*/ 821 w 1221"/>
              <a:gd name="T13" fmla="*/ 9 h 710"/>
              <a:gd name="T14" fmla="*/ 1210 w 1221"/>
              <a:gd name="T15" fmla="*/ 234 h 710"/>
              <a:gd name="T16" fmla="*/ 1221 w 1221"/>
              <a:gd name="T17" fmla="*/ 250 h 710"/>
              <a:gd name="T18" fmla="*/ 1206 w 1221"/>
              <a:gd name="T19" fmla="*/ 270 h 710"/>
              <a:gd name="T20" fmla="*/ 459 w 1221"/>
              <a:gd name="T21" fmla="*/ 702 h 710"/>
              <a:gd name="T22" fmla="*/ 426 w 1221"/>
              <a:gd name="T23" fmla="*/ 710 h 710"/>
              <a:gd name="T24" fmla="*/ 795 w 1221"/>
              <a:gd name="T25" fmla="*/ 7 h 710"/>
              <a:gd name="T26" fmla="*/ 764 w 1221"/>
              <a:gd name="T27" fmla="*/ 15 h 710"/>
              <a:gd name="T28" fmla="*/ 17 w 1221"/>
              <a:gd name="T29" fmla="*/ 446 h 710"/>
              <a:gd name="T30" fmla="*/ 4 w 1221"/>
              <a:gd name="T31" fmla="*/ 463 h 710"/>
              <a:gd name="T32" fmla="*/ 13 w 1221"/>
              <a:gd name="T33" fmla="*/ 476 h 710"/>
              <a:gd name="T34" fmla="*/ 402 w 1221"/>
              <a:gd name="T35" fmla="*/ 701 h 710"/>
              <a:gd name="T36" fmla="*/ 457 w 1221"/>
              <a:gd name="T37" fmla="*/ 698 h 710"/>
              <a:gd name="T38" fmla="*/ 1204 w 1221"/>
              <a:gd name="T39" fmla="*/ 267 h 710"/>
              <a:gd name="T40" fmla="*/ 1217 w 1221"/>
              <a:gd name="T41" fmla="*/ 250 h 710"/>
              <a:gd name="T42" fmla="*/ 1208 w 1221"/>
              <a:gd name="T43" fmla="*/ 238 h 710"/>
              <a:gd name="T44" fmla="*/ 819 w 1221"/>
              <a:gd name="T45" fmla="*/ 13 h 710"/>
              <a:gd name="T46" fmla="*/ 795 w 1221"/>
              <a:gd name="T47" fmla="*/ 7 h 7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221" h="710">
                <a:moveTo>
                  <a:pt x="426" y="710"/>
                </a:moveTo>
                <a:cubicBezTo>
                  <a:pt x="416" y="710"/>
                  <a:pt x="407" y="708"/>
                  <a:pt x="400" y="704"/>
                </a:cubicBezTo>
                <a:cubicBezTo>
                  <a:pt x="11" y="479"/>
                  <a:pt x="11" y="479"/>
                  <a:pt x="11" y="479"/>
                </a:cubicBezTo>
                <a:cubicBezTo>
                  <a:pt x="4" y="475"/>
                  <a:pt x="0" y="469"/>
                  <a:pt x="0" y="463"/>
                </a:cubicBezTo>
                <a:cubicBezTo>
                  <a:pt x="0" y="456"/>
                  <a:pt x="5" y="448"/>
                  <a:pt x="15" y="443"/>
                </a:cubicBezTo>
                <a:cubicBezTo>
                  <a:pt x="762" y="11"/>
                  <a:pt x="762" y="11"/>
                  <a:pt x="762" y="11"/>
                </a:cubicBezTo>
                <a:cubicBezTo>
                  <a:pt x="779" y="1"/>
                  <a:pt x="805" y="0"/>
                  <a:pt x="821" y="9"/>
                </a:cubicBezTo>
                <a:cubicBezTo>
                  <a:pt x="1210" y="234"/>
                  <a:pt x="1210" y="234"/>
                  <a:pt x="1210" y="234"/>
                </a:cubicBezTo>
                <a:cubicBezTo>
                  <a:pt x="1217" y="238"/>
                  <a:pt x="1221" y="244"/>
                  <a:pt x="1221" y="250"/>
                </a:cubicBezTo>
                <a:cubicBezTo>
                  <a:pt x="1221" y="258"/>
                  <a:pt x="1216" y="265"/>
                  <a:pt x="1206" y="270"/>
                </a:cubicBezTo>
                <a:cubicBezTo>
                  <a:pt x="459" y="702"/>
                  <a:pt x="459" y="702"/>
                  <a:pt x="459" y="702"/>
                </a:cubicBezTo>
                <a:cubicBezTo>
                  <a:pt x="450" y="707"/>
                  <a:pt x="438" y="710"/>
                  <a:pt x="426" y="710"/>
                </a:cubicBezTo>
                <a:moveTo>
                  <a:pt x="795" y="7"/>
                </a:moveTo>
                <a:cubicBezTo>
                  <a:pt x="784" y="7"/>
                  <a:pt x="773" y="10"/>
                  <a:pt x="764" y="15"/>
                </a:cubicBezTo>
                <a:cubicBezTo>
                  <a:pt x="17" y="446"/>
                  <a:pt x="17" y="446"/>
                  <a:pt x="17" y="446"/>
                </a:cubicBezTo>
                <a:cubicBezTo>
                  <a:pt x="8" y="451"/>
                  <a:pt x="4" y="457"/>
                  <a:pt x="4" y="463"/>
                </a:cubicBezTo>
                <a:cubicBezTo>
                  <a:pt x="4" y="468"/>
                  <a:pt x="7" y="472"/>
                  <a:pt x="13" y="476"/>
                </a:cubicBezTo>
                <a:cubicBezTo>
                  <a:pt x="402" y="701"/>
                  <a:pt x="402" y="701"/>
                  <a:pt x="402" y="701"/>
                </a:cubicBezTo>
                <a:cubicBezTo>
                  <a:pt x="416" y="709"/>
                  <a:pt x="441" y="708"/>
                  <a:pt x="457" y="698"/>
                </a:cubicBezTo>
                <a:cubicBezTo>
                  <a:pt x="1204" y="267"/>
                  <a:pt x="1204" y="267"/>
                  <a:pt x="1204" y="267"/>
                </a:cubicBezTo>
                <a:cubicBezTo>
                  <a:pt x="1212" y="262"/>
                  <a:pt x="1217" y="256"/>
                  <a:pt x="1217" y="250"/>
                </a:cubicBezTo>
                <a:cubicBezTo>
                  <a:pt x="1217" y="245"/>
                  <a:pt x="1214" y="241"/>
                  <a:pt x="1208" y="238"/>
                </a:cubicBezTo>
                <a:cubicBezTo>
                  <a:pt x="819" y="13"/>
                  <a:pt x="819" y="13"/>
                  <a:pt x="819" y="13"/>
                </a:cubicBezTo>
                <a:cubicBezTo>
                  <a:pt x="812" y="9"/>
                  <a:pt x="804" y="7"/>
                  <a:pt x="795" y="7"/>
                </a:cubicBezTo>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5" name="Freeform 118">
            <a:extLst>
              <a:ext uri="{FF2B5EF4-FFF2-40B4-BE49-F238E27FC236}">
                <a16:creationId xmlns="" xmlns:a16="http://schemas.microsoft.com/office/drawing/2014/main" id="{86C4773B-B1B7-4080-BA05-440FB6AAC6CC}"/>
              </a:ext>
            </a:extLst>
          </p:cNvPr>
          <p:cNvSpPr>
            <a:spLocks noChangeArrowheads="1"/>
          </p:cNvSpPr>
          <p:nvPr/>
        </p:nvSpPr>
        <p:spPr bwMode="auto">
          <a:xfrm>
            <a:off x="442913" y="2295525"/>
            <a:ext cx="5260975" cy="2982913"/>
          </a:xfrm>
          <a:custGeom>
            <a:avLst/>
            <a:gdLst>
              <a:gd name="T0" fmla="*/ 1270 w 1270"/>
              <a:gd name="T1" fmla="*/ 210 h 721"/>
              <a:gd name="T2" fmla="*/ 1218 w 1270"/>
              <a:gd name="T3" fmla="*/ 219 h 721"/>
              <a:gd name="T4" fmla="*/ 854 w 1270"/>
              <a:gd name="T5" fmla="*/ 9 h 721"/>
              <a:gd name="T6" fmla="*/ 794 w 1270"/>
              <a:gd name="T7" fmla="*/ 11 h 721"/>
              <a:gd name="T8" fmla="*/ 92 w 1270"/>
              <a:gd name="T9" fmla="*/ 417 h 721"/>
              <a:gd name="T10" fmla="*/ 1 w 1270"/>
              <a:gd name="T11" fmla="*/ 433 h 721"/>
              <a:gd name="T12" fmla="*/ 1 w 1270"/>
              <a:gd name="T13" fmla="*/ 462 h 721"/>
              <a:gd name="T14" fmla="*/ 1 w 1270"/>
              <a:gd name="T15" fmla="*/ 462 h 721"/>
              <a:gd name="T16" fmla="*/ 11 w 1270"/>
              <a:gd name="T17" fmla="*/ 478 h 721"/>
              <a:gd name="T18" fmla="*/ 417 w 1270"/>
              <a:gd name="T19" fmla="*/ 712 h 721"/>
              <a:gd name="T20" fmla="*/ 477 w 1270"/>
              <a:gd name="T21" fmla="*/ 710 h 721"/>
              <a:gd name="T22" fmla="*/ 1256 w 1270"/>
              <a:gd name="T23" fmla="*/ 260 h 721"/>
              <a:gd name="T24" fmla="*/ 1270 w 1270"/>
              <a:gd name="T25" fmla="*/ 241 h 721"/>
              <a:gd name="T26" fmla="*/ 1270 w 1270"/>
              <a:gd name="T27" fmla="*/ 241 h 721"/>
              <a:gd name="T28" fmla="*/ 1270 w 1270"/>
              <a:gd name="T29" fmla="*/ 210 h 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270" h="721">
                <a:moveTo>
                  <a:pt x="1270" y="210"/>
                </a:moveTo>
                <a:cubicBezTo>
                  <a:pt x="1218" y="219"/>
                  <a:pt x="1218" y="219"/>
                  <a:pt x="1218" y="219"/>
                </a:cubicBezTo>
                <a:cubicBezTo>
                  <a:pt x="854" y="9"/>
                  <a:pt x="854" y="9"/>
                  <a:pt x="854" y="9"/>
                </a:cubicBezTo>
                <a:cubicBezTo>
                  <a:pt x="838" y="0"/>
                  <a:pt x="812" y="1"/>
                  <a:pt x="794" y="11"/>
                </a:cubicBezTo>
                <a:cubicBezTo>
                  <a:pt x="92" y="417"/>
                  <a:pt x="92" y="417"/>
                  <a:pt x="92" y="417"/>
                </a:cubicBezTo>
                <a:cubicBezTo>
                  <a:pt x="1" y="433"/>
                  <a:pt x="1" y="433"/>
                  <a:pt x="1" y="433"/>
                </a:cubicBezTo>
                <a:cubicBezTo>
                  <a:pt x="1" y="462"/>
                  <a:pt x="1" y="462"/>
                  <a:pt x="1" y="462"/>
                </a:cubicBezTo>
                <a:cubicBezTo>
                  <a:pt x="1" y="462"/>
                  <a:pt x="1" y="462"/>
                  <a:pt x="1" y="462"/>
                </a:cubicBezTo>
                <a:cubicBezTo>
                  <a:pt x="0" y="468"/>
                  <a:pt x="4" y="473"/>
                  <a:pt x="11" y="478"/>
                </a:cubicBezTo>
                <a:cubicBezTo>
                  <a:pt x="417" y="712"/>
                  <a:pt x="417" y="712"/>
                  <a:pt x="417" y="712"/>
                </a:cubicBezTo>
                <a:cubicBezTo>
                  <a:pt x="433" y="721"/>
                  <a:pt x="459" y="720"/>
                  <a:pt x="477" y="710"/>
                </a:cubicBezTo>
                <a:cubicBezTo>
                  <a:pt x="1256" y="260"/>
                  <a:pt x="1256" y="260"/>
                  <a:pt x="1256" y="260"/>
                </a:cubicBezTo>
                <a:cubicBezTo>
                  <a:pt x="1265" y="254"/>
                  <a:pt x="1270" y="247"/>
                  <a:pt x="1270" y="241"/>
                </a:cubicBezTo>
                <a:cubicBezTo>
                  <a:pt x="1270" y="241"/>
                  <a:pt x="1270" y="241"/>
                  <a:pt x="1270" y="241"/>
                </a:cubicBezTo>
                <a:cubicBezTo>
                  <a:pt x="1270" y="210"/>
                  <a:pt x="1270" y="210"/>
                  <a:pt x="1270" y="21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Freeform 119">
            <a:extLst>
              <a:ext uri="{FF2B5EF4-FFF2-40B4-BE49-F238E27FC236}">
                <a16:creationId xmlns="" xmlns:a16="http://schemas.microsoft.com/office/drawing/2014/main" id="{AC4D9720-5100-411A-901D-B888CE00D965}"/>
              </a:ext>
            </a:extLst>
          </p:cNvPr>
          <p:cNvSpPr>
            <a:spLocks noChangeArrowheads="1"/>
          </p:cNvSpPr>
          <p:nvPr/>
        </p:nvSpPr>
        <p:spPr bwMode="auto">
          <a:xfrm>
            <a:off x="442913" y="3168650"/>
            <a:ext cx="5260975" cy="2097088"/>
          </a:xfrm>
          <a:custGeom>
            <a:avLst/>
            <a:gdLst>
              <a:gd name="T0" fmla="*/ 1270 w 1270"/>
              <a:gd name="T1" fmla="*/ 0 h 507"/>
              <a:gd name="T2" fmla="*/ 1256 w 1270"/>
              <a:gd name="T3" fmla="*/ 19 h 507"/>
              <a:gd name="T4" fmla="*/ 477 w 1270"/>
              <a:gd name="T5" fmla="*/ 469 h 507"/>
              <a:gd name="T6" fmla="*/ 443 w 1270"/>
              <a:gd name="T7" fmla="*/ 477 h 507"/>
              <a:gd name="T8" fmla="*/ 417 w 1270"/>
              <a:gd name="T9" fmla="*/ 471 h 507"/>
              <a:gd name="T10" fmla="*/ 11 w 1270"/>
              <a:gd name="T11" fmla="*/ 236 h 507"/>
              <a:gd name="T12" fmla="*/ 1 w 1270"/>
              <a:gd name="T13" fmla="*/ 222 h 507"/>
              <a:gd name="T14" fmla="*/ 1 w 1270"/>
              <a:gd name="T15" fmla="*/ 251 h 507"/>
              <a:gd name="T16" fmla="*/ 1 w 1270"/>
              <a:gd name="T17" fmla="*/ 251 h 507"/>
              <a:gd name="T18" fmla="*/ 1 w 1270"/>
              <a:gd name="T19" fmla="*/ 251 h 507"/>
              <a:gd name="T20" fmla="*/ 1 w 1270"/>
              <a:gd name="T21" fmla="*/ 252 h 507"/>
              <a:gd name="T22" fmla="*/ 11 w 1270"/>
              <a:gd name="T23" fmla="*/ 267 h 507"/>
              <a:gd name="T24" fmla="*/ 417 w 1270"/>
              <a:gd name="T25" fmla="*/ 501 h 507"/>
              <a:gd name="T26" fmla="*/ 443 w 1270"/>
              <a:gd name="T27" fmla="*/ 507 h 507"/>
              <a:gd name="T28" fmla="*/ 477 w 1270"/>
              <a:gd name="T29" fmla="*/ 499 h 507"/>
              <a:gd name="T30" fmla="*/ 1256 w 1270"/>
              <a:gd name="T31" fmla="*/ 49 h 507"/>
              <a:gd name="T32" fmla="*/ 1270 w 1270"/>
              <a:gd name="T33" fmla="*/ 30 h 507"/>
              <a:gd name="T34" fmla="*/ 1270 w 1270"/>
              <a:gd name="T35" fmla="*/ 30 h 507"/>
              <a:gd name="T36" fmla="*/ 1270 w 1270"/>
              <a:gd name="T37" fmla="*/ 19 h 507"/>
              <a:gd name="T38" fmla="*/ 1270 w 1270"/>
              <a:gd name="T39" fmla="*/ 19 h 507"/>
              <a:gd name="T40" fmla="*/ 1256 w 1270"/>
              <a:gd name="T41" fmla="*/ 38 h 507"/>
              <a:gd name="T42" fmla="*/ 477 w 1270"/>
              <a:gd name="T43" fmla="*/ 488 h 507"/>
              <a:gd name="T44" fmla="*/ 443 w 1270"/>
              <a:gd name="T45" fmla="*/ 497 h 507"/>
              <a:gd name="T46" fmla="*/ 417 w 1270"/>
              <a:gd name="T47" fmla="*/ 491 h 507"/>
              <a:gd name="T48" fmla="*/ 11 w 1270"/>
              <a:gd name="T49" fmla="*/ 256 h 507"/>
              <a:gd name="T50" fmla="*/ 1 w 1270"/>
              <a:gd name="T51" fmla="*/ 241 h 507"/>
              <a:gd name="T52" fmla="*/ 1 w 1270"/>
              <a:gd name="T53" fmla="*/ 241 h 507"/>
              <a:gd name="T54" fmla="*/ 1 w 1270"/>
              <a:gd name="T55" fmla="*/ 233 h 507"/>
              <a:gd name="T56" fmla="*/ 1 w 1270"/>
              <a:gd name="T57" fmla="*/ 233 h 507"/>
              <a:gd name="T58" fmla="*/ 11 w 1270"/>
              <a:gd name="T59" fmla="*/ 248 h 507"/>
              <a:gd name="T60" fmla="*/ 417 w 1270"/>
              <a:gd name="T61" fmla="*/ 483 h 507"/>
              <a:gd name="T62" fmla="*/ 443 w 1270"/>
              <a:gd name="T63" fmla="*/ 489 h 507"/>
              <a:gd name="T64" fmla="*/ 477 w 1270"/>
              <a:gd name="T65" fmla="*/ 480 h 507"/>
              <a:gd name="T66" fmla="*/ 1256 w 1270"/>
              <a:gd name="T67" fmla="*/ 31 h 507"/>
              <a:gd name="T68" fmla="*/ 1270 w 1270"/>
              <a:gd name="T69" fmla="*/ 11 h 507"/>
              <a:gd name="T70" fmla="*/ 1270 w 1270"/>
              <a:gd name="T71" fmla="*/ 11 h 507"/>
              <a:gd name="T72" fmla="*/ 1270 w 1270"/>
              <a:gd name="T73" fmla="*/ 0 h 5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270" h="507">
                <a:moveTo>
                  <a:pt x="1270" y="0"/>
                </a:moveTo>
                <a:cubicBezTo>
                  <a:pt x="1270" y="6"/>
                  <a:pt x="1265" y="13"/>
                  <a:pt x="1256" y="19"/>
                </a:cubicBezTo>
                <a:cubicBezTo>
                  <a:pt x="477" y="469"/>
                  <a:pt x="477" y="469"/>
                  <a:pt x="477" y="469"/>
                </a:cubicBezTo>
                <a:cubicBezTo>
                  <a:pt x="467" y="474"/>
                  <a:pt x="455" y="477"/>
                  <a:pt x="443" y="477"/>
                </a:cubicBezTo>
                <a:cubicBezTo>
                  <a:pt x="433" y="477"/>
                  <a:pt x="424" y="475"/>
                  <a:pt x="417" y="471"/>
                </a:cubicBezTo>
                <a:cubicBezTo>
                  <a:pt x="11" y="236"/>
                  <a:pt x="11" y="236"/>
                  <a:pt x="11" y="236"/>
                </a:cubicBezTo>
                <a:cubicBezTo>
                  <a:pt x="4" y="232"/>
                  <a:pt x="1" y="227"/>
                  <a:pt x="1" y="222"/>
                </a:cubicBezTo>
                <a:cubicBezTo>
                  <a:pt x="1" y="251"/>
                  <a:pt x="1" y="251"/>
                  <a:pt x="1" y="251"/>
                </a:cubicBezTo>
                <a:cubicBezTo>
                  <a:pt x="1" y="251"/>
                  <a:pt x="1" y="251"/>
                  <a:pt x="1" y="251"/>
                </a:cubicBezTo>
                <a:cubicBezTo>
                  <a:pt x="1" y="251"/>
                  <a:pt x="1" y="251"/>
                  <a:pt x="1" y="251"/>
                </a:cubicBezTo>
                <a:cubicBezTo>
                  <a:pt x="1" y="251"/>
                  <a:pt x="1" y="252"/>
                  <a:pt x="1" y="252"/>
                </a:cubicBezTo>
                <a:cubicBezTo>
                  <a:pt x="1" y="257"/>
                  <a:pt x="4" y="263"/>
                  <a:pt x="11" y="267"/>
                </a:cubicBezTo>
                <a:cubicBezTo>
                  <a:pt x="417" y="501"/>
                  <a:pt x="417" y="501"/>
                  <a:pt x="417" y="501"/>
                </a:cubicBezTo>
                <a:cubicBezTo>
                  <a:pt x="424" y="505"/>
                  <a:pt x="433" y="507"/>
                  <a:pt x="443" y="507"/>
                </a:cubicBezTo>
                <a:cubicBezTo>
                  <a:pt x="455" y="507"/>
                  <a:pt x="467" y="504"/>
                  <a:pt x="477" y="499"/>
                </a:cubicBezTo>
                <a:cubicBezTo>
                  <a:pt x="1256" y="49"/>
                  <a:pt x="1256" y="49"/>
                  <a:pt x="1256" y="49"/>
                </a:cubicBezTo>
                <a:cubicBezTo>
                  <a:pt x="1265" y="43"/>
                  <a:pt x="1270" y="36"/>
                  <a:pt x="1270" y="30"/>
                </a:cubicBezTo>
                <a:cubicBezTo>
                  <a:pt x="1270" y="30"/>
                  <a:pt x="1270" y="30"/>
                  <a:pt x="1270" y="30"/>
                </a:cubicBezTo>
                <a:cubicBezTo>
                  <a:pt x="1270" y="19"/>
                  <a:pt x="1270" y="19"/>
                  <a:pt x="1270" y="19"/>
                </a:cubicBezTo>
                <a:cubicBezTo>
                  <a:pt x="1270" y="19"/>
                  <a:pt x="1270" y="19"/>
                  <a:pt x="1270" y="19"/>
                </a:cubicBezTo>
                <a:cubicBezTo>
                  <a:pt x="1270" y="26"/>
                  <a:pt x="1265" y="33"/>
                  <a:pt x="1256" y="38"/>
                </a:cubicBezTo>
                <a:cubicBezTo>
                  <a:pt x="477" y="488"/>
                  <a:pt x="477" y="488"/>
                  <a:pt x="477" y="488"/>
                </a:cubicBezTo>
                <a:cubicBezTo>
                  <a:pt x="467" y="494"/>
                  <a:pt x="455" y="497"/>
                  <a:pt x="443" y="497"/>
                </a:cubicBezTo>
                <a:cubicBezTo>
                  <a:pt x="433" y="497"/>
                  <a:pt x="424" y="495"/>
                  <a:pt x="417" y="491"/>
                </a:cubicBezTo>
                <a:cubicBezTo>
                  <a:pt x="11" y="256"/>
                  <a:pt x="11" y="256"/>
                  <a:pt x="11" y="256"/>
                </a:cubicBezTo>
                <a:cubicBezTo>
                  <a:pt x="4" y="252"/>
                  <a:pt x="0" y="246"/>
                  <a:pt x="1" y="241"/>
                </a:cubicBezTo>
                <a:cubicBezTo>
                  <a:pt x="1" y="241"/>
                  <a:pt x="1" y="241"/>
                  <a:pt x="1" y="241"/>
                </a:cubicBezTo>
                <a:cubicBezTo>
                  <a:pt x="1" y="233"/>
                  <a:pt x="1" y="233"/>
                  <a:pt x="1" y="233"/>
                </a:cubicBezTo>
                <a:cubicBezTo>
                  <a:pt x="1" y="233"/>
                  <a:pt x="1" y="233"/>
                  <a:pt x="1" y="233"/>
                </a:cubicBezTo>
                <a:cubicBezTo>
                  <a:pt x="0" y="239"/>
                  <a:pt x="4" y="244"/>
                  <a:pt x="11" y="248"/>
                </a:cubicBezTo>
                <a:cubicBezTo>
                  <a:pt x="417" y="483"/>
                  <a:pt x="417" y="483"/>
                  <a:pt x="417" y="483"/>
                </a:cubicBezTo>
                <a:cubicBezTo>
                  <a:pt x="424" y="487"/>
                  <a:pt x="433" y="489"/>
                  <a:pt x="443" y="489"/>
                </a:cubicBezTo>
                <a:cubicBezTo>
                  <a:pt x="455" y="489"/>
                  <a:pt x="467" y="486"/>
                  <a:pt x="477" y="480"/>
                </a:cubicBezTo>
                <a:cubicBezTo>
                  <a:pt x="1256" y="31"/>
                  <a:pt x="1256" y="31"/>
                  <a:pt x="1256" y="31"/>
                </a:cubicBezTo>
                <a:cubicBezTo>
                  <a:pt x="1265" y="25"/>
                  <a:pt x="1270" y="18"/>
                  <a:pt x="1270" y="11"/>
                </a:cubicBezTo>
                <a:cubicBezTo>
                  <a:pt x="1270" y="11"/>
                  <a:pt x="1270" y="11"/>
                  <a:pt x="1270" y="11"/>
                </a:cubicBezTo>
                <a:cubicBezTo>
                  <a:pt x="1270" y="0"/>
                  <a:pt x="1270" y="0"/>
                  <a:pt x="127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7" name="Freeform 120">
            <a:extLst>
              <a:ext uri="{FF2B5EF4-FFF2-40B4-BE49-F238E27FC236}">
                <a16:creationId xmlns="" xmlns:a16="http://schemas.microsoft.com/office/drawing/2014/main" id="{C18E6281-1439-4738-A204-527A0E2495D8}"/>
              </a:ext>
            </a:extLst>
          </p:cNvPr>
          <p:cNvSpPr>
            <a:spLocks noChangeArrowheads="1"/>
          </p:cNvSpPr>
          <p:nvPr/>
        </p:nvSpPr>
        <p:spPr bwMode="auto">
          <a:xfrm>
            <a:off x="442913" y="3214688"/>
            <a:ext cx="5260975" cy="2017712"/>
          </a:xfrm>
          <a:custGeom>
            <a:avLst/>
            <a:gdLst>
              <a:gd name="T0" fmla="*/ 1256 w 1270"/>
              <a:gd name="T1" fmla="*/ 20 h 488"/>
              <a:gd name="T2" fmla="*/ 477 w 1270"/>
              <a:gd name="T3" fmla="*/ 469 h 488"/>
              <a:gd name="T4" fmla="*/ 417 w 1270"/>
              <a:gd name="T5" fmla="*/ 472 h 488"/>
              <a:gd name="T6" fmla="*/ 11 w 1270"/>
              <a:gd name="T7" fmla="*/ 237 h 488"/>
              <a:gd name="T8" fmla="*/ 1 w 1270"/>
              <a:gd name="T9" fmla="*/ 222 h 488"/>
              <a:gd name="T10" fmla="*/ 1 w 1270"/>
              <a:gd name="T11" fmla="*/ 222 h 488"/>
              <a:gd name="T12" fmla="*/ 1 w 1270"/>
              <a:gd name="T13" fmla="*/ 230 h 488"/>
              <a:gd name="T14" fmla="*/ 1 w 1270"/>
              <a:gd name="T15" fmla="*/ 230 h 488"/>
              <a:gd name="T16" fmla="*/ 11 w 1270"/>
              <a:gd name="T17" fmla="*/ 245 h 488"/>
              <a:gd name="T18" fmla="*/ 417 w 1270"/>
              <a:gd name="T19" fmla="*/ 480 h 488"/>
              <a:gd name="T20" fmla="*/ 477 w 1270"/>
              <a:gd name="T21" fmla="*/ 477 h 488"/>
              <a:gd name="T22" fmla="*/ 1256 w 1270"/>
              <a:gd name="T23" fmla="*/ 27 h 488"/>
              <a:gd name="T24" fmla="*/ 1270 w 1270"/>
              <a:gd name="T25" fmla="*/ 8 h 488"/>
              <a:gd name="T26" fmla="*/ 1270 w 1270"/>
              <a:gd name="T27" fmla="*/ 8 h 488"/>
              <a:gd name="T28" fmla="*/ 1270 w 1270"/>
              <a:gd name="T29" fmla="*/ 0 h 488"/>
              <a:gd name="T30" fmla="*/ 1270 w 1270"/>
              <a:gd name="T31" fmla="*/ 0 h 488"/>
              <a:gd name="T32" fmla="*/ 1256 w 1270"/>
              <a:gd name="T33" fmla="*/ 20 h 4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488">
                <a:moveTo>
                  <a:pt x="1256" y="20"/>
                </a:moveTo>
                <a:cubicBezTo>
                  <a:pt x="477" y="469"/>
                  <a:pt x="477" y="469"/>
                  <a:pt x="477" y="469"/>
                </a:cubicBezTo>
                <a:cubicBezTo>
                  <a:pt x="459" y="480"/>
                  <a:pt x="433" y="481"/>
                  <a:pt x="417" y="472"/>
                </a:cubicBezTo>
                <a:cubicBezTo>
                  <a:pt x="11" y="237"/>
                  <a:pt x="11" y="237"/>
                  <a:pt x="11" y="237"/>
                </a:cubicBezTo>
                <a:cubicBezTo>
                  <a:pt x="4" y="233"/>
                  <a:pt x="0" y="228"/>
                  <a:pt x="1" y="222"/>
                </a:cubicBezTo>
                <a:cubicBezTo>
                  <a:pt x="1" y="222"/>
                  <a:pt x="1" y="222"/>
                  <a:pt x="1" y="222"/>
                </a:cubicBezTo>
                <a:cubicBezTo>
                  <a:pt x="1" y="230"/>
                  <a:pt x="1" y="230"/>
                  <a:pt x="1" y="230"/>
                </a:cubicBezTo>
                <a:cubicBezTo>
                  <a:pt x="1" y="230"/>
                  <a:pt x="1" y="230"/>
                  <a:pt x="1" y="230"/>
                </a:cubicBezTo>
                <a:cubicBezTo>
                  <a:pt x="0" y="235"/>
                  <a:pt x="4" y="241"/>
                  <a:pt x="11" y="245"/>
                </a:cubicBezTo>
                <a:cubicBezTo>
                  <a:pt x="417" y="480"/>
                  <a:pt x="417" y="480"/>
                  <a:pt x="417" y="480"/>
                </a:cubicBezTo>
                <a:cubicBezTo>
                  <a:pt x="433" y="488"/>
                  <a:pt x="459" y="487"/>
                  <a:pt x="477" y="477"/>
                </a:cubicBezTo>
                <a:cubicBezTo>
                  <a:pt x="1256" y="27"/>
                  <a:pt x="1256" y="27"/>
                  <a:pt x="1256" y="27"/>
                </a:cubicBezTo>
                <a:cubicBezTo>
                  <a:pt x="1265" y="22"/>
                  <a:pt x="1270" y="15"/>
                  <a:pt x="1270" y="8"/>
                </a:cubicBezTo>
                <a:cubicBezTo>
                  <a:pt x="1270" y="8"/>
                  <a:pt x="1270" y="8"/>
                  <a:pt x="1270" y="8"/>
                </a:cubicBezTo>
                <a:cubicBezTo>
                  <a:pt x="1270" y="0"/>
                  <a:pt x="1270" y="0"/>
                  <a:pt x="1270" y="0"/>
                </a:cubicBezTo>
                <a:cubicBezTo>
                  <a:pt x="1270" y="0"/>
                  <a:pt x="1270" y="0"/>
                  <a:pt x="1270" y="0"/>
                </a:cubicBezTo>
                <a:cubicBezTo>
                  <a:pt x="1270" y="7"/>
                  <a:pt x="1265" y="14"/>
                  <a:pt x="1256" y="20"/>
                </a:cubicBezTo>
              </a:path>
            </a:pathLst>
          </a:custGeom>
          <a:gradFill rotWithShape="1">
            <a:gsLst>
              <a:gs pos="0">
                <a:srgbClr val="44E3DF"/>
              </a:gs>
              <a:gs pos="100000">
                <a:srgbClr val="3CABC4"/>
              </a:gs>
            </a:gsLst>
            <a:lin ang="54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Freeform 121">
            <a:extLst>
              <a:ext uri="{FF2B5EF4-FFF2-40B4-BE49-F238E27FC236}">
                <a16:creationId xmlns="" xmlns:a16="http://schemas.microsoft.com/office/drawing/2014/main" id="{A80684C8-BD2D-4F8B-AE79-EF0E6623ACA8}"/>
              </a:ext>
            </a:extLst>
          </p:cNvPr>
          <p:cNvSpPr>
            <a:spLocks noChangeArrowheads="1"/>
          </p:cNvSpPr>
          <p:nvPr/>
        </p:nvSpPr>
        <p:spPr bwMode="auto">
          <a:xfrm>
            <a:off x="427038" y="2097088"/>
            <a:ext cx="5295900" cy="3057525"/>
          </a:xfrm>
          <a:custGeom>
            <a:avLst/>
            <a:gdLst>
              <a:gd name="T0" fmla="*/ 421 w 1279"/>
              <a:gd name="T1" fmla="*/ 730 h 739"/>
              <a:gd name="T2" fmla="*/ 15 w 1279"/>
              <a:gd name="T3" fmla="*/ 495 h 739"/>
              <a:gd name="T4" fmla="*/ 19 w 1279"/>
              <a:gd name="T5" fmla="*/ 461 h 739"/>
              <a:gd name="T6" fmla="*/ 798 w 1279"/>
              <a:gd name="T7" fmla="*/ 11 h 739"/>
              <a:gd name="T8" fmla="*/ 858 w 1279"/>
              <a:gd name="T9" fmla="*/ 9 h 739"/>
              <a:gd name="T10" fmla="*/ 1264 w 1279"/>
              <a:gd name="T11" fmla="*/ 243 h 739"/>
              <a:gd name="T12" fmla="*/ 1260 w 1279"/>
              <a:gd name="T13" fmla="*/ 278 h 739"/>
              <a:gd name="T14" fmla="*/ 481 w 1279"/>
              <a:gd name="T15" fmla="*/ 728 h 739"/>
              <a:gd name="T16" fmla="*/ 421 w 1279"/>
              <a:gd name="T17" fmla="*/ 730 h 7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79" h="739">
                <a:moveTo>
                  <a:pt x="421" y="730"/>
                </a:moveTo>
                <a:cubicBezTo>
                  <a:pt x="15" y="495"/>
                  <a:pt x="15" y="495"/>
                  <a:pt x="15" y="495"/>
                </a:cubicBezTo>
                <a:cubicBezTo>
                  <a:pt x="0" y="487"/>
                  <a:pt x="2" y="471"/>
                  <a:pt x="19" y="461"/>
                </a:cubicBezTo>
                <a:cubicBezTo>
                  <a:pt x="798" y="11"/>
                  <a:pt x="798" y="11"/>
                  <a:pt x="798" y="11"/>
                </a:cubicBezTo>
                <a:cubicBezTo>
                  <a:pt x="816" y="1"/>
                  <a:pt x="842" y="0"/>
                  <a:pt x="858" y="9"/>
                </a:cubicBezTo>
                <a:cubicBezTo>
                  <a:pt x="1264" y="243"/>
                  <a:pt x="1264" y="243"/>
                  <a:pt x="1264" y="243"/>
                </a:cubicBezTo>
                <a:cubicBezTo>
                  <a:pt x="1279" y="252"/>
                  <a:pt x="1277" y="268"/>
                  <a:pt x="1260" y="278"/>
                </a:cubicBezTo>
                <a:cubicBezTo>
                  <a:pt x="481" y="728"/>
                  <a:pt x="481" y="728"/>
                  <a:pt x="481" y="728"/>
                </a:cubicBezTo>
                <a:cubicBezTo>
                  <a:pt x="463" y="738"/>
                  <a:pt x="437" y="739"/>
                  <a:pt x="421" y="73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Freeform 122">
            <a:extLst>
              <a:ext uri="{FF2B5EF4-FFF2-40B4-BE49-F238E27FC236}">
                <a16:creationId xmlns="" xmlns:a16="http://schemas.microsoft.com/office/drawing/2014/main" id="{FC982295-AF39-446F-8B26-A196A5A1048C}"/>
              </a:ext>
            </a:extLst>
          </p:cNvPr>
          <p:cNvSpPr>
            <a:spLocks noChangeArrowheads="1"/>
          </p:cNvSpPr>
          <p:nvPr/>
        </p:nvSpPr>
        <p:spPr bwMode="auto">
          <a:xfrm>
            <a:off x="1722438" y="4905375"/>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Freeform 123">
            <a:extLst>
              <a:ext uri="{FF2B5EF4-FFF2-40B4-BE49-F238E27FC236}">
                <a16:creationId xmlns="" xmlns:a16="http://schemas.microsoft.com/office/drawing/2014/main" id="{3DE41D60-69F3-4AD8-A3C4-DB5F6C6B8BB7}"/>
              </a:ext>
            </a:extLst>
          </p:cNvPr>
          <p:cNvSpPr>
            <a:spLocks noChangeArrowheads="1"/>
          </p:cNvSpPr>
          <p:nvPr/>
        </p:nvSpPr>
        <p:spPr bwMode="auto">
          <a:xfrm>
            <a:off x="1798638" y="4948238"/>
            <a:ext cx="34925" cy="57150"/>
          </a:xfrm>
          <a:custGeom>
            <a:avLst/>
            <a:gdLst>
              <a:gd name="T0" fmla="*/ 9 w 9"/>
              <a:gd name="T1" fmla="*/ 10 h 14"/>
              <a:gd name="T2" fmla="*/ 4 w 9"/>
              <a:gd name="T3" fmla="*/ 12 h 14"/>
              <a:gd name="T4" fmla="*/ 0 w 9"/>
              <a:gd name="T5" fmla="*/ 4 h 14"/>
              <a:gd name="T6" fmla="*/ 4 w 9"/>
              <a:gd name="T7" fmla="*/ 2 h 14"/>
              <a:gd name="T8" fmla="*/ 9 w 9"/>
              <a:gd name="T9" fmla="*/ 10 h 14"/>
            </a:gdLst>
            <a:ahLst/>
            <a:cxnLst>
              <a:cxn ang="0">
                <a:pos x="T0" y="T1"/>
              </a:cxn>
              <a:cxn ang="0">
                <a:pos x="T2" y="T3"/>
              </a:cxn>
              <a:cxn ang="0">
                <a:pos x="T4" y="T5"/>
              </a:cxn>
              <a:cxn ang="0">
                <a:pos x="T6" y="T7"/>
              </a:cxn>
              <a:cxn ang="0">
                <a:pos x="T8" y="T9"/>
              </a:cxn>
            </a:cxnLst>
            <a:rect l="0" t="0" r="r" b="b"/>
            <a:pathLst>
              <a:path w="9" h="14">
                <a:moveTo>
                  <a:pt x="9" y="10"/>
                </a:moveTo>
                <a:cubicBezTo>
                  <a:pt x="9" y="13"/>
                  <a:pt x="7" y="14"/>
                  <a:pt x="4" y="12"/>
                </a:cubicBezTo>
                <a:cubicBezTo>
                  <a:pt x="2" y="11"/>
                  <a:pt x="0" y="7"/>
                  <a:pt x="0" y="4"/>
                </a:cubicBezTo>
                <a:cubicBezTo>
                  <a:pt x="0" y="1"/>
                  <a:pt x="2" y="0"/>
                  <a:pt x="4" y="2"/>
                </a:cubicBezTo>
                <a:cubicBezTo>
                  <a:pt x="7" y="3"/>
                  <a:pt x="9" y="7"/>
                  <a:pt x="9"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1" name="Freeform 124">
            <a:extLst>
              <a:ext uri="{FF2B5EF4-FFF2-40B4-BE49-F238E27FC236}">
                <a16:creationId xmlns="" xmlns:a16="http://schemas.microsoft.com/office/drawing/2014/main" id="{671B2D73-DE1F-4F18-A735-6ED7EF0D803B}"/>
              </a:ext>
            </a:extLst>
          </p:cNvPr>
          <p:cNvSpPr>
            <a:spLocks noChangeArrowheads="1"/>
          </p:cNvSpPr>
          <p:nvPr/>
        </p:nvSpPr>
        <p:spPr bwMode="auto">
          <a:xfrm>
            <a:off x="1871663" y="4992688"/>
            <a:ext cx="38100" cy="53975"/>
          </a:xfrm>
          <a:custGeom>
            <a:avLst/>
            <a:gdLst>
              <a:gd name="T0" fmla="*/ 9 w 9"/>
              <a:gd name="T1" fmla="*/ 9 h 13"/>
              <a:gd name="T2" fmla="*/ 4 w 9"/>
              <a:gd name="T3" fmla="*/ 12 h 13"/>
              <a:gd name="T4" fmla="*/ 0 w 9"/>
              <a:gd name="T5" fmla="*/ 4 h 13"/>
              <a:gd name="T6" fmla="*/ 4 w 9"/>
              <a:gd name="T7" fmla="*/ 1 h 13"/>
              <a:gd name="T8" fmla="*/ 9 w 9"/>
              <a:gd name="T9" fmla="*/ 9 h 13"/>
            </a:gdLst>
            <a:ahLst/>
            <a:cxnLst>
              <a:cxn ang="0">
                <a:pos x="T0" y="T1"/>
              </a:cxn>
              <a:cxn ang="0">
                <a:pos x="T2" y="T3"/>
              </a:cxn>
              <a:cxn ang="0">
                <a:pos x="T4" y="T5"/>
              </a:cxn>
              <a:cxn ang="0">
                <a:pos x="T6" y="T7"/>
              </a:cxn>
              <a:cxn ang="0">
                <a:pos x="T8" y="T9"/>
              </a:cxn>
            </a:cxnLst>
            <a:rect l="0" t="0" r="r" b="b"/>
            <a:pathLst>
              <a:path w="9" h="13">
                <a:moveTo>
                  <a:pt x="9" y="9"/>
                </a:moveTo>
                <a:cubicBezTo>
                  <a:pt x="9" y="12"/>
                  <a:pt x="7" y="13"/>
                  <a:pt x="4" y="12"/>
                </a:cubicBezTo>
                <a:cubicBezTo>
                  <a:pt x="2" y="10"/>
                  <a:pt x="0" y="7"/>
                  <a:pt x="0" y="4"/>
                </a:cubicBezTo>
                <a:cubicBezTo>
                  <a:pt x="0" y="1"/>
                  <a:pt x="2" y="0"/>
                  <a:pt x="4" y="1"/>
                </a:cubicBezTo>
                <a:cubicBezTo>
                  <a:pt x="7" y="3"/>
                  <a:pt x="9" y="6"/>
                  <a:pt x="9"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Freeform 125">
            <a:extLst>
              <a:ext uri="{FF2B5EF4-FFF2-40B4-BE49-F238E27FC236}">
                <a16:creationId xmlns="" xmlns:a16="http://schemas.microsoft.com/office/drawing/2014/main" id="{5FE95CCB-A33F-4C44-B0FE-66461995981F}"/>
              </a:ext>
            </a:extLst>
          </p:cNvPr>
          <p:cNvSpPr>
            <a:spLocks noChangeArrowheads="1"/>
          </p:cNvSpPr>
          <p:nvPr/>
        </p:nvSpPr>
        <p:spPr bwMode="auto">
          <a:xfrm>
            <a:off x="696913" y="4314825"/>
            <a:ext cx="39687" cy="52388"/>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8" y="13"/>
                  <a:pt x="5" y="12"/>
                </a:cubicBezTo>
                <a:cubicBezTo>
                  <a:pt x="2" y="11"/>
                  <a:pt x="0" y="7"/>
                  <a:pt x="0" y="4"/>
                </a:cubicBezTo>
                <a:cubicBezTo>
                  <a:pt x="0" y="1"/>
                  <a:pt x="2" y="0"/>
                  <a:pt x="5" y="1"/>
                </a:cubicBezTo>
                <a:cubicBezTo>
                  <a:pt x="8"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3" name="Freeform 126">
            <a:extLst>
              <a:ext uri="{FF2B5EF4-FFF2-40B4-BE49-F238E27FC236}">
                <a16:creationId xmlns="" xmlns:a16="http://schemas.microsoft.com/office/drawing/2014/main" id="{BF592E61-56AC-4BBC-9A71-C2A7F75729FD}"/>
              </a:ext>
            </a:extLst>
          </p:cNvPr>
          <p:cNvSpPr>
            <a:spLocks noChangeArrowheads="1"/>
          </p:cNvSpPr>
          <p:nvPr/>
        </p:nvSpPr>
        <p:spPr bwMode="auto">
          <a:xfrm>
            <a:off x="769938" y="4356100"/>
            <a:ext cx="42862" cy="57150"/>
          </a:xfrm>
          <a:custGeom>
            <a:avLst/>
            <a:gdLst>
              <a:gd name="T0" fmla="*/ 10 w 10"/>
              <a:gd name="T1" fmla="*/ 10 h 14"/>
              <a:gd name="T2" fmla="*/ 5 w 10"/>
              <a:gd name="T3" fmla="*/ 12 h 14"/>
              <a:gd name="T4" fmla="*/ 0 w 10"/>
              <a:gd name="T5" fmla="*/ 5 h 14"/>
              <a:gd name="T6" fmla="*/ 5 w 10"/>
              <a:gd name="T7" fmla="*/ 2 h 14"/>
              <a:gd name="T8" fmla="*/ 10 w 10"/>
              <a:gd name="T9" fmla="*/ 10 h 14"/>
            </a:gdLst>
            <a:ahLst/>
            <a:cxnLst>
              <a:cxn ang="0">
                <a:pos x="T0" y="T1"/>
              </a:cxn>
              <a:cxn ang="0">
                <a:pos x="T2" y="T3"/>
              </a:cxn>
              <a:cxn ang="0">
                <a:pos x="T4" y="T5"/>
              </a:cxn>
              <a:cxn ang="0">
                <a:pos x="T6" y="T7"/>
              </a:cxn>
              <a:cxn ang="0">
                <a:pos x="T8" y="T9"/>
              </a:cxn>
            </a:cxnLst>
            <a:rect l="0" t="0" r="r" b="b"/>
            <a:pathLst>
              <a:path w="10" h="14">
                <a:moveTo>
                  <a:pt x="10" y="10"/>
                </a:moveTo>
                <a:cubicBezTo>
                  <a:pt x="10" y="13"/>
                  <a:pt x="7" y="14"/>
                  <a:pt x="5" y="12"/>
                </a:cubicBezTo>
                <a:cubicBezTo>
                  <a:pt x="2" y="11"/>
                  <a:pt x="0" y="7"/>
                  <a:pt x="0" y="5"/>
                </a:cubicBezTo>
                <a:cubicBezTo>
                  <a:pt x="0" y="2"/>
                  <a:pt x="2" y="0"/>
                  <a:pt x="5" y="2"/>
                </a:cubicBezTo>
                <a:cubicBezTo>
                  <a:pt x="7" y="3"/>
                  <a:pt x="10" y="7"/>
                  <a:pt x="10" y="1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4" name="Freeform 127">
            <a:extLst>
              <a:ext uri="{FF2B5EF4-FFF2-40B4-BE49-F238E27FC236}">
                <a16:creationId xmlns="" xmlns:a16="http://schemas.microsoft.com/office/drawing/2014/main" id="{1DD08F44-ADCA-4FAA-BCDB-D45DFC4327AD}"/>
              </a:ext>
            </a:extLst>
          </p:cNvPr>
          <p:cNvSpPr>
            <a:spLocks noChangeArrowheads="1"/>
          </p:cNvSpPr>
          <p:nvPr/>
        </p:nvSpPr>
        <p:spPr bwMode="auto">
          <a:xfrm>
            <a:off x="846138" y="4402138"/>
            <a:ext cx="39687" cy="53975"/>
          </a:xfrm>
          <a:custGeom>
            <a:avLst/>
            <a:gdLst>
              <a:gd name="T0" fmla="*/ 10 w 10"/>
              <a:gd name="T1" fmla="*/ 9 h 13"/>
              <a:gd name="T2" fmla="*/ 5 w 10"/>
              <a:gd name="T3" fmla="*/ 12 h 13"/>
              <a:gd name="T4" fmla="*/ 0 w 10"/>
              <a:gd name="T5" fmla="*/ 4 h 13"/>
              <a:gd name="T6" fmla="*/ 5 w 10"/>
              <a:gd name="T7" fmla="*/ 1 h 13"/>
              <a:gd name="T8" fmla="*/ 10 w 10"/>
              <a:gd name="T9" fmla="*/ 9 h 13"/>
            </a:gdLst>
            <a:ahLst/>
            <a:cxnLst>
              <a:cxn ang="0">
                <a:pos x="T0" y="T1"/>
              </a:cxn>
              <a:cxn ang="0">
                <a:pos x="T2" y="T3"/>
              </a:cxn>
              <a:cxn ang="0">
                <a:pos x="T4" y="T5"/>
              </a:cxn>
              <a:cxn ang="0">
                <a:pos x="T6" y="T7"/>
              </a:cxn>
              <a:cxn ang="0">
                <a:pos x="T8" y="T9"/>
              </a:cxn>
            </a:cxnLst>
            <a:rect l="0" t="0" r="r" b="b"/>
            <a:pathLst>
              <a:path w="10" h="13">
                <a:moveTo>
                  <a:pt x="10" y="9"/>
                </a:moveTo>
                <a:cubicBezTo>
                  <a:pt x="10" y="12"/>
                  <a:pt x="7" y="13"/>
                  <a:pt x="5" y="12"/>
                </a:cubicBezTo>
                <a:cubicBezTo>
                  <a:pt x="2" y="10"/>
                  <a:pt x="0" y="7"/>
                  <a:pt x="0" y="4"/>
                </a:cubicBezTo>
                <a:cubicBezTo>
                  <a:pt x="0" y="1"/>
                  <a:pt x="2" y="0"/>
                  <a:pt x="5" y="1"/>
                </a:cubicBezTo>
                <a:cubicBezTo>
                  <a:pt x="7" y="3"/>
                  <a:pt x="10" y="6"/>
                  <a:pt x="10" y="9"/>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Freeform 128">
            <a:extLst>
              <a:ext uri="{FF2B5EF4-FFF2-40B4-BE49-F238E27FC236}">
                <a16:creationId xmlns="" xmlns:a16="http://schemas.microsoft.com/office/drawing/2014/main" id="{1F8B2D33-8F37-4844-96B6-DCD16473B33C}"/>
              </a:ext>
            </a:extLst>
          </p:cNvPr>
          <p:cNvSpPr>
            <a:spLocks noEditPoints="1" noChangeArrowheads="1"/>
          </p:cNvSpPr>
          <p:nvPr/>
        </p:nvSpPr>
        <p:spPr bwMode="auto">
          <a:xfrm>
            <a:off x="3043238" y="2084388"/>
            <a:ext cx="833437" cy="438150"/>
          </a:xfrm>
          <a:custGeom>
            <a:avLst/>
            <a:gdLst>
              <a:gd name="T0" fmla="*/ 138 w 201"/>
              <a:gd name="T1" fmla="*/ 24 h 106"/>
              <a:gd name="T2" fmla="*/ 0 w 201"/>
              <a:gd name="T3" fmla="*/ 104 h 106"/>
              <a:gd name="T4" fmla="*/ 3 w 201"/>
              <a:gd name="T5" fmla="*/ 106 h 106"/>
              <a:gd name="T6" fmla="*/ 138 w 201"/>
              <a:gd name="T7" fmla="*/ 28 h 106"/>
              <a:gd name="T8" fmla="*/ 138 w 201"/>
              <a:gd name="T9" fmla="*/ 24 h 106"/>
              <a:gd name="T10" fmla="*/ 166 w 201"/>
              <a:gd name="T11" fmla="*/ 8 h 106"/>
              <a:gd name="T12" fmla="*/ 142 w 201"/>
              <a:gd name="T13" fmla="*/ 22 h 106"/>
              <a:gd name="T14" fmla="*/ 142 w 201"/>
              <a:gd name="T15" fmla="*/ 26 h 106"/>
              <a:gd name="T16" fmla="*/ 166 w 201"/>
              <a:gd name="T17" fmla="*/ 12 h 106"/>
              <a:gd name="T18" fmla="*/ 166 w 201"/>
              <a:gd name="T19" fmla="*/ 8 h 106"/>
              <a:gd name="T20" fmla="*/ 196 w 201"/>
              <a:gd name="T21" fmla="*/ 0 h 106"/>
              <a:gd name="T22" fmla="*/ 170 w 201"/>
              <a:gd name="T23" fmla="*/ 6 h 106"/>
              <a:gd name="T24" fmla="*/ 170 w 201"/>
              <a:gd name="T25" fmla="*/ 10 h 106"/>
              <a:gd name="T26" fmla="*/ 173 w 201"/>
              <a:gd name="T27" fmla="*/ 8 h 106"/>
              <a:gd name="T28" fmla="*/ 196 w 201"/>
              <a:gd name="T29" fmla="*/ 0 h 106"/>
              <a:gd name="T30" fmla="*/ 196 w 201"/>
              <a:gd name="T31" fmla="*/ 0 h 106"/>
              <a:gd name="T32" fmla="*/ 200 w 201"/>
              <a:gd name="T33" fmla="*/ 0 h 106"/>
              <a:gd name="T34" fmla="*/ 200 w 201"/>
              <a:gd name="T35" fmla="*/ 0 h 106"/>
              <a:gd name="T36" fmla="*/ 201 w 201"/>
              <a:gd name="T37" fmla="*/ 0 h 106"/>
              <a:gd name="T38" fmla="*/ 200 w 201"/>
              <a:gd name="T39" fmla="*/ 0 h 1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01" h="106">
                <a:moveTo>
                  <a:pt x="138" y="24"/>
                </a:moveTo>
                <a:cubicBezTo>
                  <a:pt x="0" y="104"/>
                  <a:pt x="0" y="104"/>
                  <a:pt x="0" y="104"/>
                </a:cubicBezTo>
                <a:cubicBezTo>
                  <a:pt x="3" y="106"/>
                  <a:pt x="3" y="106"/>
                  <a:pt x="3" y="106"/>
                </a:cubicBezTo>
                <a:cubicBezTo>
                  <a:pt x="138" y="28"/>
                  <a:pt x="138" y="28"/>
                  <a:pt x="138" y="28"/>
                </a:cubicBezTo>
                <a:cubicBezTo>
                  <a:pt x="138" y="24"/>
                  <a:pt x="138" y="24"/>
                  <a:pt x="138" y="24"/>
                </a:cubicBezTo>
                <a:moveTo>
                  <a:pt x="166" y="8"/>
                </a:moveTo>
                <a:cubicBezTo>
                  <a:pt x="142" y="22"/>
                  <a:pt x="142" y="22"/>
                  <a:pt x="142" y="22"/>
                </a:cubicBezTo>
                <a:cubicBezTo>
                  <a:pt x="142" y="26"/>
                  <a:pt x="142" y="26"/>
                  <a:pt x="142" y="26"/>
                </a:cubicBezTo>
                <a:cubicBezTo>
                  <a:pt x="166" y="12"/>
                  <a:pt x="166" y="12"/>
                  <a:pt x="166" y="12"/>
                </a:cubicBezTo>
                <a:cubicBezTo>
                  <a:pt x="166" y="8"/>
                  <a:pt x="166" y="8"/>
                  <a:pt x="166" y="8"/>
                </a:cubicBezTo>
                <a:moveTo>
                  <a:pt x="196" y="0"/>
                </a:moveTo>
                <a:cubicBezTo>
                  <a:pt x="187" y="0"/>
                  <a:pt x="178" y="2"/>
                  <a:pt x="170" y="6"/>
                </a:cubicBezTo>
                <a:cubicBezTo>
                  <a:pt x="170" y="10"/>
                  <a:pt x="170" y="10"/>
                  <a:pt x="170" y="10"/>
                </a:cubicBezTo>
                <a:cubicBezTo>
                  <a:pt x="173" y="8"/>
                  <a:pt x="173" y="8"/>
                  <a:pt x="173" y="8"/>
                </a:cubicBezTo>
                <a:cubicBezTo>
                  <a:pt x="180" y="4"/>
                  <a:pt x="188" y="1"/>
                  <a:pt x="196" y="0"/>
                </a:cubicBezTo>
                <a:cubicBezTo>
                  <a:pt x="196" y="0"/>
                  <a:pt x="196" y="0"/>
                  <a:pt x="196" y="0"/>
                </a:cubicBezTo>
                <a:moveTo>
                  <a:pt x="200" y="0"/>
                </a:moveTo>
                <a:cubicBezTo>
                  <a:pt x="200" y="0"/>
                  <a:pt x="200" y="0"/>
                  <a:pt x="200" y="0"/>
                </a:cubicBezTo>
                <a:cubicBezTo>
                  <a:pt x="200" y="0"/>
                  <a:pt x="200" y="0"/>
                  <a:pt x="201" y="0"/>
                </a:cubicBezTo>
                <a:cubicBezTo>
                  <a:pt x="200" y="0"/>
                  <a:pt x="200" y="0"/>
                  <a:pt x="200"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6" name="Freeform 129">
            <a:extLst>
              <a:ext uri="{FF2B5EF4-FFF2-40B4-BE49-F238E27FC236}">
                <a16:creationId xmlns="" xmlns:a16="http://schemas.microsoft.com/office/drawing/2014/main" id="{E472FF78-17E6-4FCD-9B8C-E836EAED9F4B}"/>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close/>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130">
            <a:extLst>
              <a:ext uri="{FF2B5EF4-FFF2-40B4-BE49-F238E27FC236}">
                <a16:creationId xmlns="" xmlns:a16="http://schemas.microsoft.com/office/drawing/2014/main" id="{9FCFE153-0A16-4933-B53D-FE9BF4F63B47}"/>
              </a:ext>
            </a:extLst>
          </p:cNvPr>
          <p:cNvSpPr>
            <a:spLocks noChangeArrowheads="1"/>
          </p:cNvSpPr>
          <p:nvPr/>
        </p:nvSpPr>
        <p:spPr bwMode="auto">
          <a:xfrm>
            <a:off x="3614738" y="2176463"/>
            <a:ext cx="15875" cy="23812"/>
          </a:xfrm>
          <a:custGeom>
            <a:avLst/>
            <a:gdLst>
              <a:gd name="T0" fmla="*/ 8 w 8"/>
              <a:gd name="T1" fmla="*/ 0 h 12"/>
              <a:gd name="T2" fmla="*/ 0 w 8"/>
              <a:gd name="T3" fmla="*/ 4 h 12"/>
              <a:gd name="T4" fmla="*/ 0 w 8"/>
              <a:gd name="T5" fmla="*/ 12 h 12"/>
              <a:gd name="T6" fmla="*/ 8 w 8"/>
              <a:gd name="T7" fmla="*/ 8 h 12"/>
              <a:gd name="T8" fmla="*/ 8 w 8"/>
              <a:gd name="T9" fmla="*/ 0 h 12"/>
            </a:gdLst>
            <a:ahLst/>
            <a:cxnLst>
              <a:cxn ang="0">
                <a:pos x="T0" y="T1"/>
              </a:cxn>
              <a:cxn ang="0">
                <a:pos x="T2" y="T3"/>
              </a:cxn>
              <a:cxn ang="0">
                <a:pos x="T4" y="T5"/>
              </a:cxn>
              <a:cxn ang="0">
                <a:pos x="T6" y="T7"/>
              </a:cxn>
              <a:cxn ang="0">
                <a:pos x="T8" y="T9"/>
              </a:cxn>
            </a:cxnLst>
            <a:rect l="0" t="0" r="r" b="b"/>
            <a:pathLst>
              <a:path w="8" h="12">
                <a:moveTo>
                  <a:pt x="8" y="0"/>
                </a:moveTo>
                <a:lnTo>
                  <a:pt x="0" y="4"/>
                </a:lnTo>
                <a:lnTo>
                  <a:pt x="0" y="12"/>
                </a:lnTo>
                <a:lnTo>
                  <a:pt x="8" y="8"/>
                </a:lnTo>
                <a:lnTo>
                  <a:pt x="8"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Freeform 131">
            <a:extLst>
              <a:ext uri="{FF2B5EF4-FFF2-40B4-BE49-F238E27FC236}">
                <a16:creationId xmlns="" xmlns:a16="http://schemas.microsoft.com/office/drawing/2014/main" id="{5B4D1BD2-208D-43AE-BA49-8B14AECE7687}"/>
              </a:ext>
            </a:extLst>
          </p:cNvPr>
          <p:cNvSpPr>
            <a:spLocks noChangeArrowheads="1"/>
          </p:cNvSpPr>
          <p:nvPr/>
        </p:nvSpPr>
        <p:spPr bwMode="auto">
          <a:xfrm>
            <a:off x="3730625" y="2108200"/>
            <a:ext cx="17463" cy="25400"/>
          </a:xfrm>
          <a:custGeom>
            <a:avLst/>
            <a:gdLst>
              <a:gd name="T0" fmla="*/ 4 w 4"/>
              <a:gd name="T1" fmla="*/ 0 h 6"/>
              <a:gd name="T2" fmla="*/ 0 w 4"/>
              <a:gd name="T3" fmla="*/ 2 h 6"/>
              <a:gd name="T4" fmla="*/ 0 w 4"/>
              <a:gd name="T5" fmla="*/ 2 h 6"/>
              <a:gd name="T6" fmla="*/ 0 w 4"/>
              <a:gd name="T7" fmla="*/ 6 h 6"/>
              <a:gd name="T8" fmla="*/ 4 w 4"/>
              <a:gd name="T9" fmla="*/ 4 h 6"/>
              <a:gd name="T10" fmla="*/ 4 w 4"/>
              <a:gd name="T11" fmla="*/ 0 h 6"/>
            </a:gdLst>
            <a:ahLst/>
            <a:cxnLst>
              <a:cxn ang="0">
                <a:pos x="T0" y="T1"/>
              </a:cxn>
              <a:cxn ang="0">
                <a:pos x="T2" y="T3"/>
              </a:cxn>
              <a:cxn ang="0">
                <a:pos x="T4" y="T5"/>
              </a:cxn>
              <a:cxn ang="0">
                <a:pos x="T6" y="T7"/>
              </a:cxn>
              <a:cxn ang="0">
                <a:pos x="T8" y="T9"/>
              </a:cxn>
              <a:cxn ang="0">
                <a:pos x="T10" y="T11"/>
              </a:cxn>
            </a:cxnLst>
            <a:rect l="0" t="0" r="r" b="b"/>
            <a:pathLst>
              <a:path w="4" h="6">
                <a:moveTo>
                  <a:pt x="4" y="0"/>
                </a:moveTo>
                <a:cubicBezTo>
                  <a:pt x="3" y="1"/>
                  <a:pt x="1" y="1"/>
                  <a:pt x="0" y="2"/>
                </a:cubicBezTo>
                <a:cubicBezTo>
                  <a:pt x="0" y="2"/>
                  <a:pt x="0" y="2"/>
                  <a:pt x="0" y="2"/>
                </a:cubicBezTo>
                <a:cubicBezTo>
                  <a:pt x="0" y="6"/>
                  <a:pt x="0" y="6"/>
                  <a:pt x="0" y="6"/>
                </a:cubicBezTo>
                <a:cubicBezTo>
                  <a:pt x="4" y="4"/>
                  <a:pt x="4" y="4"/>
                  <a:pt x="4" y="4"/>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9" name="Freeform 132">
            <a:extLst>
              <a:ext uri="{FF2B5EF4-FFF2-40B4-BE49-F238E27FC236}">
                <a16:creationId xmlns="" xmlns:a16="http://schemas.microsoft.com/office/drawing/2014/main" id="{2CB22EA3-BADB-4384-BFA3-C06DF35E56EC}"/>
              </a:ext>
            </a:extLst>
          </p:cNvPr>
          <p:cNvSpPr>
            <a:spLocks noChangeArrowheads="1"/>
          </p:cNvSpPr>
          <p:nvPr/>
        </p:nvSpPr>
        <p:spPr bwMode="auto">
          <a:xfrm>
            <a:off x="3856038" y="2084388"/>
            <a:ext cx="15875" cy="0"/>
          </a:xfrm>
          <a:custGeom>
            <a:avLst/>
            <a:gdLst>
              <a:gd name="T0" fmla="*/ 4 w 4"/>
              <a:gd name="T1" fmla="*/ 0 h 1"/>
              <a:gd name="T2" fmla="*/ 0 w 4"/>
              <a:gd name="T3" fmla="*/ 0 h 1"/>
              <a:gd name="T4" fmla="*/ 0 w 4"/>
              <a:gd name="T5" fmla="*/ 0 h 1"/>
              <a:gd name="T6" fmla="*/ 4 w 4"/>
              <a:gd name="T7" fmla="*/ 0 h 1"/>
              <a:gd name="T8" fmla="*/ 4 w 4"/>
              <a:gd name="T9" fmla="*/ 0 h 1"/>
              <a:gd name="T10" fmla="*/ 4 w 4"/>
              <a:gd name="T11" fmla="*/ 0 h 1"/>
            </a:gdLst>
            <a:ahLst/>
            <a:cxnLst>
              <a:cxn ang="0">
                <a:pos x="T0" y="T1"/>
              </a:cxn>
              <a:cxn ang="0">
                <a:pos x="T2" y="T3"/>
              </a:cxn>
              <a:cxn ang="0">
                <a:pos x="T4" y="T5"/>
              </a:cxn>
              <a:cxn ang="0">
                <a:pos x="T6" y="T7"/>
              </a:cxn>
              <a:cxn ang="0">
                <a:pos x="T8" y="T9"/>
              </a:cxn>
              <a:cxn ang="0">
                <a:pos x="T10" y="T11"/>
              </a:cxn>
            </a:cxnLst>
            <a:rect l="0" t="0" r="r" b="b"/>
            <a:pathLst>
              <a:path w="4" h="1">
                <a:moveTo>
                  <a:pt x="4" y="0"/>
                </a:moveTo>
                <a:cubicBezTo>
                  <a:pt x="2" y="0"/>
                  <a:pt x="1" y="0"/>
                  <a:pt x="0" y="0"/>
                </a:cubicBezTo>
                <a:cubicBezTo>
                  <a:pt x="0" y="0"/>
                  <a:pt x="0" y="0"/>
                  <a:pt x="0" y="0"/>
                </a:cubicBezTo>
                <a:cubicBezTo>
                  <a:pt x="1" y="0"/>
                  <a:pt x="3" y="0"/>
                  <a:pt x="4" y="0"/>
                </a:cubicBezTo>
                <a:cubicBezTo>
                  <a:pt x="4" y="0"/>
                  <a:pt x="4" y="0"/>
                  <a:pt x="4" y="0"/>
                </a:cubicBezTo>
                <a:cubicBezTo>
                  <a:pt x="4" y="0"/>
                  <a:pt x="4" y="0"/>
                  <a:pt x="4" y="0"/>
                </a:cubicBezTo>
              </a:path>
            </a:pathLst>
          </a:custGeom>
          <a:solidFill>
            <a:srgbClr val="6CFAE6"/>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Freeform 133">
            <a:extLst>
              <a:ext uri="{FF2B5EF4-FFF2-40B4-BE49-F238E27FC236}">
                <a16:creationId xmlns="" xmlns:a16="http://schemas.microsoft.com/office/drawing/2014/main" id="{43AE9CDA-2392-437A-AB8F-27E81AB57E3A}"/>
              </a:ext>
            </a:extLst>
          </p:cNvPr>
          <p:cNvSpPr>
            <a:spLocks noChangeArrowheads="1"/>
          </p:cNvSpPr>
          <p:nvPr/>
        </p:nvSpPr>
        <p:spPr bwMode="auto">
          <a:xfrm>
            <a:off x="439738" y="2882900"/>
            <a:ext cx="1970087" cy="1187450"/>
          </a:xfrm>
          <a:custGeom>
            <a:avLst/>
            <a:gdLst>
              <a:gd name="T0" fmla="*/ 475 w 476"/>
              <a:gd name="T1" fmla="*/ 0 h 287"/>
              <a:gd name="T2" fmla="*/ 16 w 476"/>
              <a:gd name="T3" fmla="*/ 265 h 287"/>
              <a:gd name="T4" fmla="*/ 2 w 476"/>
              <a:gd name="T5" fmla="*/ 287 h 287"/>
              <a:gd name="T6" fmla="*/ 8 w 476"/>
              <a:gd name="T7" fmla="*/ 277 h 287"/>
              <a:gd name="T8" fmla="*/ 23 w 476"/>
              <a:gd name="T9" fmla="*/ 265 h 287"/>
              <a:gd name="T10" fmla="*/ 476 w 476"/>
              <a:gd name="T11" fmla="*/ 3 h 287"/>
              <a:gd name="T12" fmla="*/ 473 w 476"/>
              <a:gd name="T13" fmla="*/ 1 h 287"/>
              <a:gd name="T14" fmla="*/ 475 w 476"/>
              <a:gd name="T15" fmla="*/ 0 h 287"/>
              <a:gd name="T16" fmla="*/ 475 w 476"/>
              <a:gd name="T17" fmla="*/ 0 h 2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76" h="287">
                <a:moveTo>
                  <a:pt x="475" y="0"/>
                </a:moveTo>
                <a:cubicBezTo>
                  <a:pt x="16" y="265"/>
                  <a:pt x="16" y="265"/>
                  <a:pt x="16" y="265"/>
                </a:cubicBezTo>
                <a:cubicBezTo>
                  <a:pt x="5" y="271"/>
                  <a:pt x="0" y="280"/>
                  <a:pt x="2" y="287"/>
                </a:cubicBezTo>
                <a:cubicBezTo>
                  <a:pt x="3" y="284"/>
                  <a:pt x="5" y="280"/>
                  <a:pt x="8" y="277"/>
                </a:cubicBezTo>
                <a:cubicBezTo>
                  <a:pt x="10" y="273"/>
                  <a:pt x="15" y="269"/>
                  <a:pt x="23" y="265"/>
                </a:cubicBezTo>
                <a:cubicBezTo>
                  <a:pt x="476" y="3"/>
                  <a:pt x="476" y="3"/>
                  <a:pt x="476" y="3"/>
                </a:cubicBezTo>
                <a:cubicBezTo>
                  <a:pt x="473" y="1"/>
                  <a:pt x="473" y="1"/>
                  <a:pt x="473" y="1"/>
                </a:cubicBezTo>
                <a:cubicBezTo>
                  <a:pt x="475" y="0"/>
                  <a:pt x="475" y="0"/>
                  <a:pt x="475" y="0"/>
                </a:cubicBezTo>
                <a:cubicBezTo>
                  <a:pt x="475" y="0"/>
                  <a:pt x="475" y="0"/>
                  <a:pt x="475" y="0"/>
                </a:cubicBezTo>
              </a:path>
            </a:pathLst>
          </a:custGeom>
          <a:solidFill>
            <a:srgbClr val="6CFFF4"/>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Freeform 134">
            <a:extLst>
              <a:ext uri="{FF2B5EF4-FFF2-40B4-BE49-F238E27FC236}">
                <a16:creationId xmlns="" xmlns:a16="http://schemas.microsoft.com/office/drawing/2014/main" id="{ACE168ED-DDF0-450D-ABFA-09DDD993483A}"/>
              </a:ext>
            </a:extLst>
          </p:cNvPr>
          <p:cNvSpPr>
            <a:spLocks noChangeArrowheads="1"/>
          </p:cNvSpPr>
          <p:nvPr/>
        </p:nvSpPr>
        <p:spPr bwMode="auto">
          <a:xfrm>
            <a:off x="447675" y="4029075"/>
            <a:ext cx="1854200" cy="1087438"/>
          </a:xfrm>
          <a:custGeom>
            <a:avLst/>
            <a:gdLst>
              <a:gd name="T0" fmla="*/ 6 w 448"/>
              <a:gd name="T1" fmla="*/ 0 h 263"/>
              <a:gd name="T2" fmla="*/ 0 w 448"/>
              <a:gd name="T3" fmla="*/ 10 h 263"/>
              <a:gd name="T4" fmla="*/ 10 w 448"/>
              <a:gd name="T5" fmla="*/ 22 h 263"/>
              <a:gd name="T6" fmla="*/ 416 w 448"/>
              <a:gd name="T7" fmla="*/ 257 h 263"/>
              <a:gd name="T8" fmla="*/ 442 w 448"/>
              <a:gd name="T9" fmla="*/ 263 h 263"/>
              <a:gd name="T10" fmla="*/ 448 w 448"/>
              <a:gd name="T11" fmla="*/ 262 h 263"/>
              <a:gd name="T12" fmla="*/ 423 w 448"/>
              <a:gd name="T13" fmla="*/ 257 h 263"/>
              <a:gd name="T14" fmla="*/ 17 w 448"/>
              <a:gd name="T15" fmla="*/ 22 h 263"/>
              <a:gd name="T16" fmla="*/ 6 w 448"/>
              <a:gd name="T17" fmla="*/ 0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448" h="263">
                <a:moveTo>
                  <a:pt x="6" y="0"/>
                </a:moveTo>
                <a:cubicBezTo>
                  <a:pt x="3" y="3"/>
                  <a:pt x="1" y="7"/>
                  <a:pt x="0" y="10"/>
                </a:cubicBezTo>
                <a:cubicBezTo>
                  <a:pt x="1" y="15"/>
                  <a:pt x="4" y="19"/>
                  <a:pt x="10" y="22"/>
                </a:cubicBezTo>
                <a:cubicBezTo>
                  <a:pt x="416" y="257"/>
                  <a:pt x="416" y="257"/>
                  <a:pt x="416" y="257"/>
                </a:cubicBezTo>
                <a:cubicBezTo>
                  <a:pt x="423" y="261"/>
                  <a:pt x="432" y="263"/>
                  <a:pt x="442" y="263"/>
                </a:cubicBezTo>
                <a:cubicBezTo>
                  <a:pt x="444" y="263"/>
                  <a:pt x="446" y="263"/>
                  <a:pt x="448" y="262"/>
                </a:cubicBezTo>
                <a:cubicBezTo>
                  <a:pt x="439" y="262"/>
                  <a:pt x="430" y="260"/>
                  <a:pt x="423" y="257"/>
                </a:cubicBezTo>
                <a:cubicBezTo>
                  <a:pt x="17" y="22"/>
                  <a:pt x="17" y="22"/>
                  <a:pt x="17" y="22"/>
                </a:cubicBezTo>
                <a:cubicBezTo>
                  <a:pt x="6" y="15"/>
                  <a:pt x="1" y="8"/>
                  <a:pt x="6" y="0"/>
                </a:cubicBezTo>
              </a:path>
            </a:pathLst>
          </a:custGeom>
          <a:solidFill>
            <a:srgbClr val="58EAE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42" name="组合 41">
            <a:extLst>
              <a:ext uri="{FF2B5EF4-FFF2-40B4-BE49-F238E27FC236}">
                <a16:creationId xmlns="" xmlns:a16="http://schemas.microsoft.com/office/drawing/2014/main" id="{FC671DB3-08A4-49B5-B985-6EFAFAFCBA2D}"/>
              </a:ext>
            </a:extLst>
          </p:cNvPr>
          <p:cNvGrpSpPr>
            <a:grpSpLocks/>
          </p:cNvGrpSpPr>
          <p:nvPr/>
        </p:nvGrpSpPr>
        <p:grpSpPr bwMode="auto">
          <a:xfrm>
            <a:off x="388938" y="2109788"/>
            <a:ext cx="5316537" cy="3054350"/>
            <a:chOff x="7564437" y="4244495"/>
            <a:chExt cx="4236358" cy="2433801"/>
          </a:xfrm>
        </p:grpSpPr>
        <p:sp>
          <p:nvSpPr>
            <p:cNvPr id="43" name="Freeform 238">
              <a:extLst>
                <a:ext uri="{FF2B5EF4-FFF2-40B4-BE49-F238E27FC236}">
                  <a16:creationId xmlns="" xmlns:a16="http://schemas.microsoft.com/office/drawing/2014/main" id="{DC4B81A3-97E6-4707-A466-F92F06ECEC5B}"/>
                </a:ext>
              </a:extLst>
            </p:cNvPr>
            <p:cNvSpPr>
              <a:spLocks noChangeArrowheads="1"/>
            </p:cNvSpPr>
            <p:nvPr/>
          </p:nvSpPr>
          <p:spPr bwMode="auto">
            <a:xfrm>
              <a:off x="7573963" y="4260534"/>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4" name="Freeform 238">
              <a:extLst>
                <a:ext uri="{FF2B5EF4-FFF2-40B4-BE49-F238E27FC236}">
                  <a16:creationId xmlns="" xmlns:a16="http://schemas.microsoft.com/office/drawing/2014/main" id="{A050C75A-8D86-4374-AC65-4FF5830730AE}"/>
                </a:ext>
              </a:extLst>
            </p:cNvPr>
            <p:cNvSpPr>
              <a:spLocks noChangeArrowheads="1"/>
            </p:cNvSpPr>
            <p:nvPr/>
          </p:nvSpPr>
          <p:spPr bwMode="auto">
            <a:xfrm>
              <a:off x="7564437"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solidFill>
              <a:srgbClr val="312A91">
                <a:alpha val="39999"/>
              </a:srgbClr>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5" name="Freeform 238">
              <a:extLst>
                <a:ext uri="{FF2B5EF4-FFF2-40B4-BE49-F238E27FC236}">
                  <a16:creationId xmlns="" xmlns:a16="http://schemas.microsoft.com/office/drawing/2014/main" id="{99E7C69A-9566-4E8E-B735-842F824F59F8}"/>
                </a:ext>
              </a:extLst>
            </p:cNvPr>
            <p:cNvSpPr>
              <a:spLocks noChangeArrowheads="1"/>
            </p:cNvSpPr>
            <p:nvPr/>
          </p:nvSpPr>
          <p:spPr bwMode="auto">
            <a:xfrm>
              <a:off x="7573963" y="4250216"/>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2E275D">
                    <a:alpha val="70000"/>
                  </a:srgbClr>
                </a:gs>
                <a:gs pos="100000">
                  <a:srgbClr val="49B2B2">
                    <a:alpha val="70000"/>
                  </a:srgbClr>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6" name="Freeform 238">
              <a:extLst>
                <a:ext uri="{FF2B5EF4-FFF2-40B4-BE49-F238E27FC236}">
                  <a16:creationId xmlns="" xmlns:a16="http://schemas.microsoft.com/office/drawing/2014/main" id="{E67EB1E3-0B58-4ADF-B968-E2ECABB43FA3}"/>
                </a:ext>
              </a:extLst>
            </p:cNvPr>
            <p:cNvSpPr>
              <a:spLocks noChangeArrowheads="1"/>
            </p:cNvSpPr>
            <p:nvPr/>
          </p:nvSpPr>
          <p:spPr bwMode="auto">
            <a:xfrm>
              <a:off x="7574870" y="4244495"/>
              <a:ext cx="4225925" cy="2417762"/>
            </a:xfrm>
            <a:custGeom>
              <a:avLst/>
              <a:gdLst>
                <a:gd name="T0" fmla="*/ 833 w 1280"/>
                <a:gd name="T1" fmla="*/ 0 h 732"/>
                <a:gd name="T2" fmla="*/ 800 w 1280"/>
                <a:gd name="T3" fmla="*/ 8 h 732"/>
                <a:gd name="T4" fmla="*/ 19 w 1280"/>
                <a:gd name="T5" fmla="*/ 456 h 732"/>
                <a:gd name="T6" fmla="*/ 15 w 1280"/>
                <a:gd name="T7" fmla="*/ 490 h 732"/>
                <a:gd name="T8" fmla="*/ 421 w 1280"/>
                <a:gd name="T9" fmla="*/ 726 h 732"/>
                <a:gd name="T10" fmla="*/ 447 w 1280"/>
                <a:gd name="T11" fmla="*/ 732 h 732"/>
                <a:gd name="T12" fmla="*/ 480 w 1280"/>
                <a:gd name="T13" fmla="*/ 724 h 732"/>
                <a:gd name="T14" fmla="*/ 1261 w 1280"/>
                <a:gd name="T15" fmla="*/ 276 h 732"/>
                <a:gd name="T16" fmla="*/ 1265 w 1280"/>
                <a:gd name="T17" fmla="*/ 242 h 732"/>
                <a:gd name="T18" fmla="*/ 859 w 1280"/>
                <a:gd name="T19" fmla="*/ 6 h 732"/>
                <a:gd name="T20" fmla="*/ 833 w 1280"/>
                <a:gd name="T21" fmla="*/ 0 h 7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280" h="732">
                  <a:moveTo>
                    <a:pt x="833" y="0"/>
                  </a:moveTo>
                  <a:cubicBezTo>
                    <a:pt x="822" y="0"/>
                    <a:pt x="809" y="3"/>
                    <a:pt x="800" y="8"/>
                  </a:cubicBezTo>
                  <a:cubicBezTo>
                    <a:pt x="19" y="456"/>
                    <a:pt x="19" y="456"/>
                    <a:pt x="19" y="456"/>
                  </a:cubicBezTo>
                  <a:cubicBezTo>
                    <a:pt x="2" y="466"/>
                    <a:pt x="0" y="481"/>
                    <a:pt x="15" y="490"/>
                  </a:cubicBezTo>
                  <a:cubicBezTo>
                    <a:pt x="421" y="726"/>
                    <a:pt x="421" y="726"/>
                    <a:pt x="421" y="726"/>
                  </a:cubicBezTo>
                  <a:cubicBezTo>
                    <a:pt x="428" y="730"/>
                    <a:pt x="437" y="732"/>
                    <a:pt x="447" y="732"/>
                  </a:cubicBezTo>
                  <a:cubicBezTo>
                    <a:pt x="458" y="732"/>
                    <a:pt x="470" y="729"/>
                    <a:pt x="480" y="724"/>
                  </a:cubicBezTo>
                  <a:cubicBezTo>
                    <a:pt x="1261" y="276"/>
                    <a:pt x="1261" y="276"/>
                    <a:pt x="1261" y="276"/>
                  </a:cubicBezTo>
                  <a:cubicBezTo>
                    <a:pt x="1278" y="266"/>
                    <a:pt x="1280" y="251"/>
                    <a:pt x="1265" y="242"/>
                  </a:cubicBezTo>
                  <a:cubicBezTo>
                    <a:pt x="859" y="6"/>
                    <a:pt x="859" y="6"/>
                    <a:pt x="859" y="6"/>
                  </a:cubicBezTo>
                  <a:cubicBezTo>
                    <a:pt x="852" y="2"/>
                    <a:pt x="843" y="0"/>
                    <a:pt x="833" y="0"/>
                  </a:cubicBezTo>
                </a:path>
              </a:pathLst>
            </a:custGeom>
            <a:gradFill rotWithShape="1">
              <a:gsLst>
                <a:gs pos="0">
                  <a:srgbClr val="1F256F"/>
                </a:gs>
                <a:gs pos="100000">
                  <a:srgbClr val="3CABC4"/>
                </a:gs>
              </a:gsLst>
              <a:lin ang="96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47" name="Freeform 135">
            <a:extLst>
              <a:ext uri="{FF2B5EF4-FFF2-40B4-BE49-F238E27FC236}">
                <a16:creationId xmlns="" xmlns:a16="http://schemas.microsoft.com/office/drawing/2014/main" id="{9AA94A5D-629E-483B-B93F-E0C4A658EF00}"/>
              </a:ext>
            </a:extLst>
          </p:cNvPr>
          <p:cNvSpPr>
            <a:spLocks noEditPoints="1" noChangeArrowheads="1"/>
          </p:cNvSpPr>
          <p:nvPr/>
        </p:nvSpPr>
        <p:spPr bwMode="auto">
          <a:xfrm>
            <a:off x="2898775" y="3843338"/>
            <a:ext cx="1114425" cy="649287"/>
          </a:xfrm>
          <a:custGeom>
            <a:avLst/>
            <a:gdLst>
              <a:gd name="T0" fmla="*/ 0 w 269"/>
              <a:gd name="T1" fmla="*/ 120 h 157"/>
              <a:gd name="T2" fmla="*/ 0 w 269"/>
              <a:gd name="T3" fmla="*/ 120 h 157"/>
              <a:gd name="T4" fmla="*/ 0 w 269"/>
              <a:gd name="T5" fmla="*/ 120 h 157"/>
              <a:gd name="T6" fmla="*/ 0 w 269"/>
              <a:gd name="T7" fmla="*/ 120 h 157"/>
              <a:gd name="T8" fmla="*/ 34 w 269"/>
              <a:gd name="T9" fmla="*/ 102 h 157"/>
              <a:gd name="T10" fmla="*/ 4 w 269"/>
              <a:gd name="T11" fmla="*/ 120 h 157"/>
              <a:gd name="T12" fmla="*/ 4 w 269"/>
              <a:gd name="T13" fmla="*/ 119 h 157"/>
              <a:gd name="T14" fmla="*/ 2 w 269"/>
              <a:gd name="T15" fmla="*/ 120 h 157"/>
              <a:gd name="T16" fmla="*/ 66 w 269"/>
              <a:gd name="T17" fmla="*/ 120 h 157"/>
              <a:gd name="T18" fmla="*/ 34 w 269"/>
              <a:gd name="T19" fmla="*/ 102 h 157"/>
              <a:gd name="T20" fmla="*/ 136 w 269"/>
              <a:gd name="T21" fmla="*/ 0 h 157"/>
              <a:gd name="T22" fmla="*/ 136 w 269"/>
              <a:gd name="T23" fmla="*/ 132 h 157"/>
              <a:gd name="T24" fmla="*/ 136 w 269"/>
              <a:gd name="T25" fmla="*/ 132 h 157"/>
              <a:gd name="T26" fmla="*/ 136 w 269"/>
              <a:gd name="T27" fmla="*/ 132 h 157"/>
              <a:gd name="T28" fmla="*/ 133 w 269"/>
              <a:gd name="T29" fmla="*/ 139 h 157"/>
              <a:gd name="T30" fmla="*/ 133 w 269"/>
              <a:gd name="T31" fmla="*/ 139 h 157"/>
              <a:gd name="T32" fmla="*/ 133 w 269"/>
              <a:gd name="T33" fmla="*/ 139 h 157"/>
              <a:gd name="T34" fmla="*/ 133 w 269"/>
              <a:gd name="T35" fmla="*/ 139 h 157"/>
              <a:gd name="T36" fmla="*/ 123 w 269"/>
              <a:gd name="T37" fmla="*/ 144 h 157"/>
              <a:gd name="T38" fmla="*/ 120 w 269"/>
              <a:gd name="T39" fmla="*/ 146 h 157"/>
              <a:gd name="T40" fmla="*/ 118 w 269"/>
              <a:gd name="T41" fmla="*/ 147 h 157"/>
              <a:gd name="T42" fmla="*/ 115 w 269"/>
              <a:gd name="T43" fmla="*/ 148 h 157"/>
              <a:gd name="T44" fmla="*/ 114 w 269"/>
              <a:gd name="T45" fmla="*/ 147 h 157"/>
              <a:gd name="T46" fmla="*/ 130 w 269"/>
              <a:gd name="T47" fmla="*/ 157 h 157"/>
              <a:gd name="T48" fmla="*/ 269 w 269"/>
              <a:gd name="T49" fmla="*/ 77 h 157"/>
              <a:gd name="T50" fmla="*/ 136 w 269"/>
              <a:gd name="T51" fmla="*/ 0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69" h="157">
                <a:moveTo>
                  <a:pt x="0" y="120"/>
                </a:moveTo>
                <a:cubicBezTo>
                  <a:pt x="0" y="120"/>
                  <a:pt x="0" y="120"/>
                  <a:pt x="0" y="120"/>
                </a:cubicBezTo>
                <a:cubicBezTo>
                  <a:pt x="0" y="120"/>
                  <a:pt x="0" y="120"/>
                  <a:pt x="0" y="120"/>
                </a:cubicBezTo>
                <a:cubicBezTo>
                  <a:pt x="0" y="120"/>
                  <a:pt x="0" y="120"/>
                  <a:pt x="0" y="120"/>
                </a:cubicBezTo>
                <a:moveTo>
                  <a:pt x="34" y="102"/>
                </a:moveTo>
                <a:cubicBezTo>
                  <a:pt x="4" y="120"/>
                  <a:pt x="4" y="120"/>
                  <a:pt x="4" y="120"/>
                </a:cubicBezTo>
                <a:cubicBezTo>
                  <a:pt x="4" y="119"/>
                  <a:pt x="4" y="119"/>
                  <a:pt x="4" y="119"/>
                </a:cubicBezTo>
                <a:cubicBezTo>
                  <a:pt x="2" y="120"/>
                  <a:pt x="2" y="120"/>
                  <a:pt x="2" y="120"/>
                </a:cubicBezTo>
                <a:cubicBezTo>
                  <a:pt x="66" y="120"/>
                  <a:pt x="66" y="120"/>
                  <a:pt x="66" y="120"/>
                </a:cubicBezTo>
                <a:cubicBezTo>
                  <a:pt x="34" y="102"/>
                  <a:pt x="34" y="102"/>
                  <a:pt x="34" y="102"/>
                </a:cubicBezTo>
                <a:moveTo>
                  <a:pt x="136" y="0"/>
                </a:moveTo>
                <a:cubicBezTo>
                  <a:pt x="136" y="132"/>
                  <a:pt x="136" y="132"/>
                  <a:pt x="136" y="132"/>
                </a:cubicBezTo>
                <a:cubicBezTo>
                  <a:pt x="136" y="132"/>
                  <a:pt x="136" y="132"/>
                  <a:pt x="136" y="132"/>
                </a:cubicBezTo>
                <a:cubicBezTo>
                  <a:pt x="136" y="132"/>
                  <a:pt x="136" y="132"/>
                  <a:pt x="136" y="132"/>
                </a:cubicBezTo>
                <a:cubicBezTo>
                  <a:pt x="136" y="135"/>
                  <a:pt x="135" y="137"/>
                  <a:pt x="133" y="139"/>
                </a:cubicBezTo>
                <a:cubicBezTo>
                  <a:pt x="133" y="139"/>
                  <a:pt x="133" y="139"/>
                  <a:pt x="133" y="139"/>
                </a:cubicBezTo>
                <a:cubicBezTo>
                  <a:pt x="133" y="139"/>
                  <a:pt x="133" y="139"/>
                  <a:pt x="133" y="139"/>
                </a:cubicBezTo>
                <a:cubicBezTo>
                  <a:pt x="133" y="139"/>
                  <a:pt x="133" y="139"/>
                  <a:pt x="133" y="139"/>
                </a:cubicBezTo>
                <a:cubicBezTo>
                  <a:pt x="123" y="144"/>
                  <a:pt x="123" y="144"/>
                  <a:pt x="123" y="144"/>
                </a:cubicBezTo>
                <a:cubicBezTo>
                  <a:pt x="123" y="145"/>
                  <a:pt x="121" y="146"/>
                  <a:pt x="120" y="146"/>
                </a:cubicBezTo>
                <a:cubicBezTo>
                  <a:pt x="118" y="147"/>
                  <a:pt x="118" y="147"/>
                  <a:pt x="118" y="147"/>
                </a:cubicBezTo>
                <a:cubicBezTo>
                  <a:pt x="118" y="147"/>
                  <a:pt x="117" y="148"/>
                  <a:pt x="115" y="148"/>
                </a:cubicBezTo>
                <a:cubicBezTo>
                  <a:pt x="115" y="148"/>
                  <a:pt x="114" y="148"/>
                  <a:pt x="114" y="147"/>
                </a:cubicBezTo>
                <a:cubicBezTo>
                  <a:pt x="130" y="157"/>
                  <a:pt x="130" y="157"/>
                  <a:pt x="130" y="157"/>
                </a:cubicBezTo>
                <a:cubicBezTo>
                  <a:pt x="269" y="77"/>
                  <a:pt x="269" y="77"/>
                  <a:pt x="269" y="77"/>
                </a:cubicBezTo>
                <a:cubicBezTo>
                  <a:pt x="136" y="0"/>
                  <a:pt x="136" y="0"/>
                  <a:pt x="136"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8" name="Freeform 137">
            <a:extLst>
              <a:ext uri="{FF2B5EF4-FFF2-40B4-BE49-F238E27FC236}">
                <a16:creationId xmlns="" xmlns:a16="http://schemas.microsoft.com/office/drawing/2014/main" id="{DAC70147-8692-4FF3-B7EB-2157CCD7A066}"/>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close/>
              </a:path>
            </a:pathLst>
          </a:custGeom>
          <a:solidFill>
            <a:srgbClr val="6D678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136">
            <a:extLst>
              <a:ext uri="{FF2B5EF4-FFF2-40B4-BE49-F238E27FC236}">
                <a16:creationId xmlns="" xmlns:a16="http://schemas.microsoft.com/office/drawing/2014/main" id="{385E68FE-5D09-432B-99FC-CC88F37D5BBA}"/>
              </a:ext>
            </a:extLst>
          </p:cNvPr>
          <p:cNvSpPr>
            <a:spLocks noEditPoints="1" noChangeArrowheads="1"/>
          </p:cNvSpPr>
          <p:nvPr/>
        </p:nvSpPr>
        <p:spPr bwMode="auto">
          <a:xfrm>
            <a:off x="3963988" y="3127375"/>
            <a:ext cx="1295400" cy="644525"/>
          </a:xfrm>
          <a:custGeom>
            <a:avLst/>
            <a:gdLst>
              <a:gd name="T0" fmla="*/ 78 w 313"/>
              <a:gd name="T1" fmla="*/ 101 h 156"/>
              <a:gd name="T2" fmla="*/ 48 w 313"/>
              <a:gd name="T3" fmla="*/ 119 h 156"/>
              <a:gd name="T4" fmla="*/ 48 w 313"/>
              <a:gd name="T5" fmla="*/ 118 h 156"/>
              <a:gd name="T6" fmla="*/ 46 w 313"/>
              <a:gd name="T7" fmla="*/ 120 h 156"/>
              <a:gd name="T8" fmla="*/ 46 w 313"/>
              <a:gd name="T9" fmla="*/ 120 h 156"/>
              <a:gd name="T10" fmla="*/ 46 w 313"/>
              <a:gd name="T11" fmla="*/ 120 h 156"/>
              <a:gd name="T12" fmla="*/ 111 w 313"/>
              <a:gd name="T13" fmla="*/ 120 h 156"/>
              <a:gd name="T14" fmla="*/ 142 w 313"/>
              <a:gd name="T15" fmla="*/ 138 h 156"/>
              <a:gd name="T16" fmla="*/ 78 w 313"/>
              <a:gd name="T17" fmla="*/ 101 h 156"/>
              <a:gd name="T18" fmla="*/ 0 w 313"/>
              <a:gd name="T19" fmla="*/ 56 h 156"/>
              <a:gd name="T20" fmla="*/ 11 w 313"/>
              <a:gd name="T21" fmla="*/ 62 h 156"/>
              <a:gd name="T22" fmla="*/ 11 w 313"/>
              <a:gd name="T23" fmla="*/ 62 h 156"/>
              <a:gd name="T24" fmla="*/ 0 w 313"/>
              <a:gd name="T25" fmla="*/ 56 h 156"/>
              <a:gd name="T26" fmla="*/ 180 w 313"/>
              <a:gd name="T27" fmla="*/ 0 h 156"/>
              <a:gd name="T28" fmla="*/ 180 w 313"/>
              <a:gd name="T29" fmla="*/ 131 h 156"/>
              <a:gd name="T30" fmla="*/ 180 w 313"/>
              <a:gd name="T31" fmla="*/ 131 h 156"/>
              <a:gd name="T32" fmla="*/ 180 w 313"/>
              <a:gd name="T33" fmla="*/ 131 h 156"/>
              <a:gd name="T34" fmla="*/ 177 w 313"/>
              <a:gd name="T35" fmla="*/ 138 h 156"/>
              <a:gd name="T36" fmla="*/ 177 w 313"/>
              <a:gd name="T37" fmla="*/ 138 h 156"/>
              <a:gd name="T38" fmla="*/ 177 w 313"/>
              <a:gd name="T39" fmla="*/ 138 h 156"/>
              <a:gd name="T40" fmla="*/ 177 w 313"/>
              <a:gd name="T41" fmla="*/ 138 h 156"/>
              <a:gd name="T42" fmla="*/ 167 w 313"/>
              <a:gd name="T43" fmla="*/ 143 h 156"/>
              <a:gd name="T44" fmla="*/ 164 w 313"/>
              <a:gd name="T45" fmla="*/ 145 h 156"/>
              <a:gd name="T46" fmla="*/ 162 w 313"/>
              <a:gd name="T47" fmla="*/ 146 h 156"/>
              <a:gd name="T48" fmla="*/ 159 w 313"/>
              <a:gd name="T49" fmla="*/ 147 h 156"/>
              <a:gd name="T50" fmla="*/ 154 w 313"/>
              <a:gd name="T51" fmla="*/ 145 h 156"/>
              <a:gd name="T52" fmla="*/ 174 w 313"/>
              <a:gd name="T53" fmla="*/ 156 h 156"/>
              <a:gd name="T54" fmla="*/ 313 w 313"/>
              <a:gd name="T55" fmla="*/ 76 h 156"/>
              <a:gd name="T56" fmla="*/ 180 w 313"/>
              <a:gd name="T57" fmla="*/ 0 h 1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313" h="156">
                <a:moveTo>
                  <a:pt x="78" y="101"/>
                </a:moveTo>
                <a:cubicBezTo>
                  <a:pt x="48" y="119"/>
                  <a:pt x="48" y="119"/>
                  <a:pt x="48" y="119"/>
                </a:cubicBezTo>
                <a:cubicBezTo>
                  <a:pt x="48" y="118"/>
                  <a:pt x="48" y="118"/>
                  <a:pt x="48" y="118"/>
                </a:cubicBezTo>
                <a:cubicBezTo>
                  <a:pt x="46" y="120"/>
                  <a:pt x="46" y="120"/>
                  <a:pt x="46" y="120"/>
                </a:cubicBezTo>
                <a:cubicBezTo>
                  <a:pt x="46" y="120"/>
                  <a:pt x="46" y="120"/>
                  <a:pt x="46" y="120"/>
                </a:cubicBezTo>
                <a:cubicBezTo>
                  <a:pt x="46" y="120"/>
                  <a:pt x="46" y="120"/>
                  <a:pt x="46" y="120"/>
                </a:cubicBezTo>
                <a:cubicBezTo>
                  <a:pt x="111" y="120"/>
                  <a:pt x="111" y="120"/>
                  <a:pt x="111" y="120"/>
                </a:cubicBezTo>
                <a:cubicBezTo>
                  <a:pt x="142" y="138"/>
                  <a:pt x="142" y="138"/>
                  <a:pt x="142" y="138"/>
                </a:cubicBezTo>
                <a:cubicBezTo>
                  <a:pt x="78" y="101"/>
                  <a:pt x="78" y="101"/>
                  <a:pt x="78" y="101"/>
                </a:cubicBezTo>
                <a:moveTo>
                  <a:pt x="0" y="56"/>
                </a:moveTo>
                <a:cubicBezTo>
                  <a:pt x="11" y="62"/>
                  <a:pt x="11" y="62"/>
                  <a:pt x="11" y="62"/>
                </a:cubicBezTo>
                <a:cubicBezTo>
                  <a:pt x="11" y="62"/>
                  <a:pt x="11" y="62"/>
                  <a:pt x="11" y="62"/>
                </a:cubicBezTo>
                <a:cubicBezTo>
                  <a:pt x="0" y="56"/>
                  <a:pt x="0" y="56"/>
                  <a:pt x="0" y="56"/>
                </a:cubicBezTo>
                <a:moveTo>
                  <a:pt x="180" y="0"/>
                </a:moveTo>
                <a:cubicBezTo>
                  <a:pt x="180" y="131"/>
                  <a:pt x="180" y="131"/>
                  <a:pt x="180" y="131"/>
                </a:cubicBezTo>
                <a:cubicBezTo>
                  <a:pt x="180" y="131"/>
                  <a:pt x="180" y="131"/>
                  <a:pt x="180" y="131"/>
                </a:cubicBezTo>
                <a:cubicBezTo>
                  <a:pt x="180" y="131"/>
                  <a:pt x="180" y="131"/>
                  <a:pt x="180" y="131"/>
                </a:cubicBezTo>
                <a:cubicBezTo>
                  <a:pt x="180" y="134"/>
                  <a:pt x="179" y="136"/>
                  <a:pt x="177" y="138"/>
                </a:cubicBezTo>
                <a:cubicBezTo>
                  <a:pt x="177" y="138"/>
                  <a:pt x="177" y="138"/>
                  <a:pt x="177" y="138"/>
                </a:cubicBezTo>
                <a:cubicBezTo>
                  <a:pt x="177" y="138"/>
                  <a:pt x="177" y="138"/>
                  <a:pt x="177" y="138"/>
                </a:cubicBezTo>
                <a:cubicBezTo>
                  <a:pt x="177" y="138"/>
                  <a:pt x="177" y="138"/>
                  <a:pt x="177" y="138"/>
                </a:cubicBezTo>
                <a:cubicBezTo>
                  <a:pt x="167" y="143"/>
                  <a:pt x="167" y="143"/>
                  <a:pt x="167" y="143"/>
                </a:cubicBezTo>
                <a:cubicBezTo>
                  <a:pt x="166" y="144"/>
                  <a:pt x="165" y="145"/>
                  <a:pt x="164" y="145"/>
                </a:cubicBezTo>
                <a:cubicBezTo>
                  <a:pt x="162" y="146"/>
                  <a:pt x="162" y="146"/>
                  <a:pt x="162" y="146"/>
                </a:cubicBezTo>
                <a:cubicBezTo>
                  <a:pt x="161" y="146"/>
                  <a:pt x="160" y="147"/>
                  <a:pt x="159" y="147"/>
                </a:cubicBezTo>
                <a:cubicBezTo>
                  <a:pt x="158" y="147"/>
                  <a:pt x="156" y="146"/>
                  <a:pt x="154" y="145"/>
                </a:cubicBezTo>
                <a:cubicBezTo>
                  <a:pt x="174" y="156"/>
                  <a:pt x="174" y="156"/>
                  <a:pt x="174" y="156"/>
                </a:cubicBezTo>
                <a:cubicBezTo>
                  <a:pt x="313" y="76"/>
                  <a:pt x="313" y="76"/>
                  <a:pt x="313" y="76"/>
                </a:cubicBezTo>
                <a:cubicBezTo>
                  <a:pt x="180" y="0"/>
                  <a:pt x="180" y="0"/>
                  <a:pt x="180"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Freeform 138">
            <a:extLst>
              <a:ext uri="{FF2B5EF4-FFF2-40B4-BE49-F238E27FC236}">
                <a16:creationId xmlns="" xmlns:a16="http://schemas.microsoft.com/office/drawing/2014/main" id="{96058411-3529-4DC4-BB4A-0DF91714A5B0}"/>
              </a:ext>
            </a:extLst>
          </p:cNvPr>
          <p:cNvSpPr>
            <a:spLocks noChangeArrowheads="1"/>
          </p:cNvSpPr>
          <p:nvPr/>
        </p:nvSpPr>
        <p:spPr bwMode="auto">
          <a:xfrm>
            <a:off x="2409825" y="2890838"/>
            <a:ext cx="22225" cy="7937"/>
          </a:xfrm>
          <a:custGeom>
            <a:avLst/>
            <a:gdLst>
              <a:gd name="T0" fmla="*/ 6 w 11"/>
              <a:gd name="T1" fmla="*/ 0 h 4"/>
              <a:gd name="T2" fmla="*/ 0 w 11"/>
              <a:gd name="T3" fmla="*/ 2 h 4"/>
              <a:gd name="T4" fmla="*/ 4 w 11"/>
              <a:gd name="T5" fmla="*/ 4 h 4"/>
              <a:gd name="T6" fmla="*/ 11 w 11"/>
              <a:gd name="T7" fmla="*/ 2 h 4"/>
              <a:gd name="T8" fmla="*/ 6 w 11"/>
              <a:gd name="T9" fmla="*/ 0 h 4"/>
            </a:gdLst>
            <a:ahLst/>
            <a:cxnLst>
              <a:cxn ang="0">
                <a:pos x="T0" y="T1"/>
              </a:cxn>
              <a:cxn ang="0">
                <a:pos x="T2" y="T3"/>
              </a:cxn>
              <a:cxn ang="0">
                <a:pos x="T4" y="T5"/>
              </a:cxn>
              <a:cxn ang="0">
                <a:pos x="T6" y="T7"/>
              </a:cxn>
              <a:cxn ang="0">
                <a:pos x="T8" y="T9"/>
              </a:cxn>
            </a:cxnLst>
            <a:rect l="0" t="0" r="r" b="b"/>
            <a:pathLst>
              <a:path w="11" h="4">
                <a:moveTo>
                  <a:pt x="6" y="0"/>
                </a:moveTo>
                <a:lnTo>
                  <a:pt x="0" y="2"/>
                </a:lnTo>
                <a:lnTo>
                  <a:pt x="4" y="4"/>
                </a:lnTo>
                <a:lnTo>
                  <a:pt x="11" y="2"/>
                </a:lnTo>
                <a:lnTo>
                  <a:pt x="6"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Freeform 139">
            <a:extLst>
              <a:ext uri="{FF2B5EF4-FFF2-40B4-BE49-F238E27FC236}">
                <a16:creationId xmlns="" xmlns:a16="http://schemas.microsoft.com/office/drawing/2014/main" id="{D1C2EABB-03C2-40C9-BA63-A0170D6132BC}"/>
              </a:ext>
            </a:extLst>
          </p:cNvPr>
          <p:cNvSpPr>
            <a:spLocks noEditPoints="1" noChangeArrowheads="1"/>
          </p:cNvSpPr>
          <p:nvPr/>
        </p:nvSpPr>
        <p:spPr bwMode="auto">
          <a:xfrm>
            <a:off x="2417763" y="2695575"/>
            <a:ext cx="1250950" cy="687388"/>
          </a:xfrm>
          <a:custGeom>
            <a:avLst/>
            <a:gdLst>
              <a:gd name="T0" fmla="*/ 3 w 302"/>
              <a:gd name="T1" fmla="*/ 48 h 166"/>
              <a:gd name="T2" fmla="*/ 0 w 302"/>
              <a:gd name="T3" fmla="*/ 49 h 166"/>
              <a:gd name="T4" fmla="*/ 26 w 302"/>
              <a:gd name="T5" fmla="*/ 64 h 166"/>
              <a:gd name="T6" fmla="*/ 24 w 302"/>
              <a:gd name="T7" fmla="*/ 60 h 166"/>
              <a:gd name="T8" fmla="*/ 3 w 302"/>
              <a:gd name="T9" fmla="*/ 48 h 166"/>
              <a:gd name="T10" fmla="*/ 193 w 302"/>
              <a:gd name="T11" fmla="*/ 0 h 166"/>
              <a:gd name="T12" fmla="*/ 193 w 302"/>
              <a:gd name="T13" fmla="*/ 128 h 166"/>
              <a:gd name="T14" fmla="*/ 193 w 302"/>
              <a:gd name="T15" fmla="*/ 128 h 166"/>
              <a:gd name="T16" fmla="*/ 193 w 302"/>
              <a:gd name="T17" fmla="*/ 128 h 166"/>
              <a:gd name="T18" fmla="*/ 190 w 302"/>
              <a:gd name="T19" fmla="*/ 135 h 166"/>
              <a:gd name="T20" fmla="*/ 190 w 302"/>
              <a:gd name="T21" fmla="*/ 135 h 166"/>
              <a:gd name="T22" fmla="*/ 190 w 302"/>
              <a:gd name="T23" fmla="*/ 135 h 166"/>
              <a:gd name="T24" fmla="*/ 190 w 302"/>
              <a:gd name="T25" fmla="*/ 135 h 166"/>
              <a:gd name="T26" fmla="*/ 176 w 302"/>
              <a:gd name="T27" fmla="*/ 144 h 166"/>
              <a:gd name="T28" fmla="*/ 173 w 302"/>
              <a:gd name="T29" fmla="*/ 144 h 166"/>
              <a:gd name="T30" fmla="*/ 168 w 302"/>
              <a:gd name="T31" fmla="*/ 143 h 166"/>
              <a:gd name="T32" fmla="*/ 91 w 302"/>
              <a:gd name="T33" fmla="*/ 99 h 166"/>
              <a:gd name="T34" fmla="*/ 72 w 302"/>
              <a:gd name="T35" fmla="*/ 110 h 166"/>
              <a:gd name="T36" fmla="*/ 72 w 302"/>
              <a:gd name="T37" fmla="*/ 110 h 166"/>
              <a:gd name="T38" fmla="*/ 58 w 302"/>
              <a:gd name="T39" fmla="*/ 118 h 166"/>
              <a:gd name="T40" fmla="*/ 57 w 302"/>
              <a:gd name="T41" fmla="*/ 116 h 166"/>
              <a:gd name="T42" fmla="*/ 56 w 302"/>
              <a:gd name="T43" fmla="*/ 116 h 166"/>
              <a:gd name="T44" fmla="*/ 55 w 302"/>
              <a:gd name="T45" fmla="*/ 114 h 166"/>
              <a:gd name="T46" fmla="*/ 55 w 302"/>
              <a:gd name="T47" fmla="*/ 118 h 166"/>
              <a:gd name="T48" fmla="*/ 55 w 302"/>
              <a:gd name="T49" fmla="*/ 118 h 166"/>
              <a:gd name="T50" fmla="*/ 56 w 302"/>
              <a:gd name="T51" fmla="*/ 119 h 166"/>
              <a:gd name="T52" fmla="*/ 56 w 302"/>
              <a:gd name="T53" fmla="*/ 120 h 166"/>
              <a:gd name="T54" fmla="*/ 122 w 302"/>
              <a:gd name="T55" fmla="*/ 120 h 166"/>
              <a:gd name="T56" fmla="*/ 199 w 302"/>
              <a:gd name="T57" fmla="*/ 164 h 166"/>
              <a:gd name="T58" fmla="*/ 209 w 302"/>
              <a:gd name="T59" fmla="*/ 166 h 166"/>
              <a:gd name="T60" fmla="*/ 220 w 302"/>
              <a:gd name="T61" fmla="*/ 164 h 166"/>
              <a:gd name="T62" fmla="*/ 302 w 302"/>
              <a:gd name="T63" fmla="*/ 117 h 166"/>
              <a:gd name="T64" fmla="*/ 296 w 302"/>
              <a:gd name="T65" fmla="*/ 103 h 166"/>
              <a:gd name="T66" fmla="*/ 296 w 302"/>
              <a:gd name="T67" fmla="*/ 60 h 166"/>
              <a:gd name="T68" fmla="*/ 193 w 302"/>
              <a:gd name="T69" fmla="*/ 0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302" h="166">
                <a:moveTo>
                  <a:pt x="3" y="48"/>
                </a:moveTo>
                <a:cubicBezTo>
                  <a:pt x="0" y="49"/>
                  <a:pt x="0" y="49"/>
                  <a:pt x="0" y="49"/>
                </a:cubicBezTo>
                <a:cubicBezTo>
                  <a:pt x="26" y="64"/>
                  <a:pt x="26" y="64"/>
                  <a:pt x="26" y="64"/>
                </a:cubicBezTo>
                <a:cubicBezTo>
                  <a:pt x="24" y="60"/>
                  <a:pt x="24" y="60"/>
                  <a:pt x="24" y="60"/>
                </a:cubicBezTo>
                <a:cubicBezTo>
                  <a:pt x="3" y="48"/>
                  <a:pt x="3" y="48"/>
                  <a:pt x="3" y="48"/>
                </a:cubicBezTo>
                <a:moveTo>
                  <a:pt x="193" y="0"/>
                </a:moveTo>
                <a:cubicBezTo>
                  <a:pt x="193" y="128"/>
                  <a:pt x="193" y="128"/>
                  <a:pt x="193" y="128"/>
                </a:cubicBezTo>
                <a:cubicBezTo>
                  <a:pt x="193" y="128"/>
                  <a:pt x="193" y="128"/>
                  <a:pt x="193" y="128"/>
                </a:cubicBezTo>
                <a:cubicBezTo>
                  <a:pt x="193" y="128"/>
                  <a:pt x="193" y="128"/>
                  <a:pt x="193" y="128"/>
                </a:cubicBezTo>
                <a:cubicBezTo>
                  <a:pt x="193" y="132"/>
                  <a:pt x="192" y="134"/>
                  <a:pt x="190" y="135"/>
                </a:cubicBezTo>
                <a:cubicBezTo>
                  <a:pt x="190" y="135"/>
                  <a:pt x="190" y="135"/>
                  <a:pt x="190" y="135"/>
                </a:cubicBezTo>
                <a:cubicBezTo>
                  <a:pt x="190" y="135"/>
                  <a:pt x="190" y="135"/>
                  <a:pt x="190" y="135"/>
                </a:cubicBezTo>
                <a:cubicBezTo>
                  <a:pt x="190" y="135"/>
                  <a:pt x="190" y="135"/>
                  <a:pt x="190" y="135"/>
                </a:cubicBezTo>
                <a:cubicBezTo>
                  <a:pt x="176" y="144"/>
                  <a:pt x="176" y="144"/>
                  <a:pt x="176" y="144"/>
                </a:cubicBezTo>
                <a:cubicBezTo>
                  <a:pt x="175" y="144"/>
                  <a:pt x="174" y="144"/>
                  <a:pt x="173" y="144"/>
                </a:cubicBezTo>
                <a:cubicBezTo>
                  <a:pt x="171" y="144"/>
                  <a:pt x="169" y="144"/>
                  <a:pt x="168" y="143"/>
                </a:cubicBezTo>
                <a:cubicBezTo>
                  <a:pt x="91" y="99"/>
                  <a:pt x="91" y="99"/>
                  <a:pt x="91" y="99"/>
                </a:cubicBezTo>
                <a:cubicBezTo>
                  <a:pt x="72" y="110"/>
                  <a:pt x="72" y="110"/>
                  <a:pt x="72" y="110"/>
                </a:cubicBezTo>
                <a:cubicBezTo>
                  <a:pt x="72" y="110"/>
                  <a:pt x="72" y="110"/>
                  <a:pt x="72" y="110"/>
                </a:cubicBezTo>
                <a:cubicBezTo>
                  <a:pt x="58" y="118"/>
                  <a:pt x="58" y="118"/>
                  <a:pt x="58" y="118"/>
                </a:cubicBezTo>
                <a:cubicBezTo>
                  <a:pt x="57" y="116"/>
                  <a:pt x="57" y="116"/>
                  <a:pt x="57" y="116"/>
                </a:cubicBezTo>
                <a:cubicBezTo>
                  <a:pt x="56" y="116"/>
                  <a:pt x="56" y="116"/>
                  <a:pt x="56" y="116"/>
                </a:cubicBezTo>
                <a:cubicBezTo>
                  <a:pt x="55" y="114"/>
                  <a:pt x="55" y="114"/>
                  <a:pt x="55" y="114"/>
                </a:cubicBezTo>
                <a:cubicBezTo>
                  <a:pt x="55" y="118"/>
                  <a:pt x="55" y="118"/>
                  <a:pt x="55" y="118"/>
                </a:cubicBezTo>
                <a:cubicBezTo>
                  <a:pt x="55" y="118"/>
                  <a:pt x="55" y="118"/>
                  <a:pt x="55" y="118"/>
                </a:cubicBezTo>
                <a:cubicBezTo>
                  <a:pt x="56" y="118"/>
                  <a:pt x="56" y="118"/>
                  <a:pt x="56" y="119"/>
                </a:cubicBezTo>
                <a:cubicBezTo>
                  <a:pt x="56" y="119"/>
                  <a:pt x="56" y="119"/>
                  <a:pt x="56" y="120"/>
                </a:cubicBezTo>
                <a:cubicBezTo>
                  <a:pt x="122" y="120"/>
                  <a:pt x="122" y="120"/>
                  <a:pt x="122" y="120"/>
                </a:cubicBezTo>
                <a:cubicBezTo>
                  <a:pt x="199" y="164"/>
                  <a:pt x="199" y="164"/>
                  <a:pt x="199" y="164"/>
                </a:cubicBezTo>
                <a:cubicBezTo>
                  <a:pt x="202" y="166"/>
                  <a:pt x="206" y="166"/>
                  <a:pt x="209" y="166"/>
                </a:cubicBezTo>
                <a:cubicBezTo>
                  <a:pt x="213" y="166"/>
                  <a:pt x="217" y="166"/>
                  <a:pt x="220" y="164"/>
                </a:cubicBezTo>
                <a:cubicBezTo>
                  <a:pt x="302" y="117"/>
                  <a:pt x="302" y="117"/>
                  <a:pt x="302" y="117"/>
                </a:cubicBezTo>
                <a:cubicBezTo>
                  <a:pt x="298" y="113"/>
                  <a:pt x="296" y="108"/>
                  <a:pt x="296" y="103"/>
                </a:cubicBezTo>
                <a:cubicBezTo>
                  <a:pt x="296" y="60"/>
                  <a:pt x="296" y="60"/>
                  <a:pt x="296" y="60"/>
                </a:cubicBezTo>
                <a:cubicBezTo>
                  <a:pt x="193" y="0"/>
                  <a:pt x="193" y="0"/>
                  <a:pt x="193" y="0"/>
                </a:cubicBezTo>
              </a:path>
            </a:pathLst>
          </a:custGeom>
          <a:solidFill>
            <a:srgbClr val="1A126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Freeform 140">
            <a:extLst>
              <a:ext uri="{FF2B5EF4-FFF2-40B4-BE49-F238E27FC236}">
                <a16:creationId xmlns="" xmlns:a16="http://schemas.microsoft.com/office/drawing/2014/main" id="{8FE2AB22-B85D-41F0-810B-7B738A0CBDDF}"/>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close/>
              </a:path>
            </a:pathLst>
          </a:custGeom>
          <a:solidFill>
            <a:srgbClr val="31678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Freeform 141">
            <a:extLst>
              <a:ext uri="{FF2B5EF4-FFF2-40B4-BE49-F238E27FC236}">
                <a16:creationId xmlns="" xmlns:a16="http://schemas.microsoft.com/office/drawing/2014/main" id="{E76382D2-16F2-4D91-9ACF-85956555B37C}"/>
              </a:ext>
            </a:extLst>
          </p:cNvPr>
          <p:cNvSpPr>
            <a:spLocks noChangeArrowheads="1"/>
          </p:cNvSpPr>
          <p:nvPr/>
        </p:nvSpPr>
        <p:spPr bwMode="auto">
          <a:xfrm>
            <a:off x="2398713" y="2882900"/>
            <a:ext cx="23812" cy="12700"/>
          </a:xfrm>
          <a:custGeom>
            <a:avLst/>
            <a:gdLst>
              <a:gd name="T0" fmla="*/ 4 w 12"/>
              <a:gd name="T1" fmla="*/ 0 h 6"/>
              <a:gd name="T2" fmla="*/ 0 w 12"/>
              <a:gd name="T3" fmla="*/ 2 h 6"/>
              <a:gd name="T4" fmla="*/ 6 w 12"/>
              <a:gd name="T5" fmla="*/ 6 h 6"/>
              <a:gd name="T6" fmla="*/ 12 w 12"/>
              <a:gd name="T7" fmla="*/ 4 h 6"/>
              <a:gd name="T8" fmla="*/ 4 w 12"/>
              <a:gd name="T9" fmla="*/ 0 h 6"/>
            </a:gdLst>
            <a:ahLst/>
            <a:cxnLst>
              <a:cxn ang="0">
                <a:pos x="T0" y="T1"/>
              </a:cxn>
              <a:cxn ang="0">
                <a:pos x="T2" y="T3"/>
              </a:cxn>
              <a:cxn ang="0">
                <a:pos x="T4" y="T5"/>
              </a:cxn>
              <a:cxn ang="0">
                <a:pos x="T6" y="T7"/>
              </a:cxn>
              <a:cxn ang="0">
                <a:pos x="T8" y="T9"/>
              </a:cxn>
            </a:cxnLst>
            <a:rect l="0" t="0" r="r" b="b"/>
            <a:pathLst>
              <a:path w="12" h="6">
                <a:moveTo>
                  <a:pt x="4" y="0"/>
                </a:moveTo>
                <a:lnTo>
                  <a:pt x="0" y="2"/>
                </a:lnTo>
                <a:lnTo>
                  <a:pt x="6" y="6"/>
                </a:lnTo>
                <a:lnTo>
                  <a:pt x="12" y="4"/>
                </a:lnTo>
                <a:lnTo>
                  <a:pt x="4"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Freeform 142">
            <a:extLst>
              <a:ext uri="{FF2B5EF4-FFF2-40B4-BE49-F238E27FC236}">
                <a16:creationId xmlns="" xmlns:a16="http://schemas.microsoft.com/office/drawing/2014/main" id="{CEAFC3E1-B3B7-42DC-95D4-56F40F86F6D4}"/>
              </a:ext>
            </a:extLst>
          </p:cNvPr>
          <p:cNvSpPr>
            <a:spLocks noChangeArrowheads="1"/>
          </p:cNvSpPr>
          <p:nvPr/>
        </p:nvSpPr>
        <p:spPr bwMode="auto">
          <a:xfrm>
            <a:off x="1295400" y="4489450"/>
            <a:ext cx="153988" cy="180975"/>
          </a:xfrm>
          <a:custGeom>
            <a:avLst/>
            <a:gdLst>
              <a:gd name="T0" fmla="*/ 3 w 37"/>
              <a:gd name="T1" fmla="*/ 44 h 44"/>
              <a:gd name="T2" fmla="*/ 0 w 37"/>
              <a:gd name="T3" fmla="*/ 44 h 44"/>
              <a:gd name="T4" fmla="*/ 0 w 37"/>
              <a:gd name="T5" fmla="*/ 23 h 44"/>
              <a:gd name="T6" fmla="*/ 3 w 37"/>
              <a:gd name="T7" fmla="*/ 18 h 44"/>
              <a:gd name="T8" fmla="*/ 35 w 37"/>
              <a:gd name="T9" fmla="*/ 0 h 44"/>
              <a:gd name="T10" fmla="*/ 37 w 37"/>
              <a:gd name="T11" fmla="*/ 2 h 44"/>
              <a:gd name="T12" fmla="*/ 4 w 37"/>
              <a:gd name="T13" fmla="*/ 21 h 44"/>
              <a:gd name="T14" fmla="*/ 3 w 37"/>
              <a:gd name="T15" fmla="*/ 23 h 44"/>
              <a:gd name="T16" fmla="*/ 3 w 37"/>
              <a:gd name="T17" fmla="*/ 44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7" h="44">
                <a:moveTo>
                  <a:pt x="3" y="44"/>
                </a:moveTo>
                <a:cubicBezTo>
                  <a:pt x="0" y="44"/>
                  <a:pt x="0" y="44"/>
                  <a:pt x="0" y="44"/>
                </a:cubicBezTo>
                <a:cubicBezTo>
                  <a:pt x="0" y="23"/>
                  <a:pt x="0" y="23"/>
                  <a:pt x="0" y="23"/>
                </a:cubicBezTo>
                <a:cubicBezTo>
                  <a:pt x="0" y="21"/>
                  <a:pt x="1" y="19"/>
                  <a:pt x="3" y="18"/>
                </a:cubicBezTo>
                <a:cubicBezTo>
                  <a:pt x="35" y="0"/>
                  <a:pt x="35" y="0"/>
                  <a:pt x="35" y="0"/>
                </a:cubicBezTo>
                <a:cubicBezTo>
                  <a:pt x="37" y="2"/>
                  <a:pt x="37" y="2"/>
                  <a:pt x="37" y="2"/>
                </a:cubicBezTo>
                <a:cubicBezTo>
                  <a:pt x="4" y="21"/>
                  <a:pt x="4" y="21"/>
                  <a:pt x="4" y="21"/>
                </a:cubicBezTo>
                <a:cubicBezTo>
                  <a:pt x="4" y="21"/>
                  <a:pt x="3" y="22"/>
                  <a:pt x="3" y="23"/>
                </a:cubicBezTo>
                <a:lnTo>
                  <a:pt x="3" y="44"/>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5" name="Freeform 143">
            <a:extLst>
              <a:ext uri="{FF2B5EF4-FFF2-40B4-BE49-F238E27FC236}">
                <a16:creationId xmlns="" xmlns:a16="http://schemas.microsoft.com/office/drawing/2014/main" id="{1CA4E850-99C0-4684-AD7B-26F1AD43AD90}"/>
              </a:ext>
            </a:extLst>
          </p:cNvPr>
          <p:cNvSpPr>
            <a:spLocks noChangeArrowheads="1"/>
          </p:cNvSpPr>
          <p:nvPr/>
        </p:nvSpPr>
        <p:spPr bwMode="auto">
          <a:xfrm>
            <a:off x="1219200" y="4608513"/>
            <a:ext cx="173038" cy="144462"/>
          </a:xfrm>
          <a:custGeom>
            <a:avLst/>
            <a:gdLst>
              <a:gd name="T0" fmla="*/ 42 w 42"/>
              <a:gd name="T1" fmla="*/ 30 h 35"/>
              <a:gd name="T2" fmla="*/ 42 w 42"/>
              <a:gd name="T3" fmla="*/ 30 h 35"/>
              <a:gd name="T4" fmla="*/ 37 w 42"/>
              <a:gd name="T5" fmla="*/ 33 h 35"/>
              <a:gd name="T6" fmla="*/ 5 w 42"/>
              <a:gd name="T7" fmla="*/ 15 h 35"/>
              <a:gd name="T8" fmla="*/ 0 w 42"/>
              <a:gd name="T9" fmla="*/ 6 h 35"/>
              <a:gd name="T10" fmla="*/ 5 w 42"/>
              <a:gd name="T11" fmla="*/ 2 h 35"/>
              <a:gd name="T12" fmla="*/ 37 w 42"/>
              <a:gd name="T13" fmla="*/ 20 h 35"/>
              <a:gd name="T14" fmla="*/ 42 w 42"/>
              <a:gd name="T15" fmla="*/ 30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2" h="35">
                <a:moveTo>
                  <a:pt x="42" y="30"/>
                </a:moveTo>
                <a:cubicBezTo>
                  <a:pt x="42" y="30"/>
                  <a:pt x="42" y="30"/>
                  <a:pt x="42" y="30"/>
                </a:cubicBezTo>
                <a:cubicBezTo>
                  <a:pt x="42" y="33"/>
                  <a:pt x="39" y="35"/>
                  <a:pt x="37" y="33"/>
                </a:cubicBezTo>
                <a:cubicBezTo>
                  <a:pt x="5" y="15"/>
                  <a:pt x="5" y="15"/>
                  <a:pt x="5" y="15"/>
                </a:cubicBezTo>
                <a:cubicBezTo>
                  <a:pt x="2" y="13"/>
                  <a:pt x="0" y="9"/>
                  <a:pt x="0" y="6"/>
                </a:cubicBezTo>
                <a:cubicBezTo>
                  <a:pt x="0" y="2"/>
                  <a:pt x="2" y="0"/>
                  <a:pt x="5" y="2"/>
                </a:cubicBezTo>
                <a:cubicBezTo>
                  <a:pt x="37" y="20"/>
                  <a:pt x="37" y="20"/>
                  <a:pt x="37" y="20"/>
                </a:cubicBezTo>
                <a:cubicBezTo>
                  <a:pt x="39" y="22"/>
                  <a:pt x="42" y="26"/>
                  <a:pt x="42" y="30"/>
                </a:cubicBezTo>
                <a:close/>
              </a:path>
            </a:pathLst>
          </a:custGeom>
          <a:solidFill>
            <a:srgbClr val="180D5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 name="Freeform 144">
            <a:extLst>
              <a:ext uri="{FF2B5EF4-FFF2-40B4-BE49-F238E27FC236}">
                <a16:creationId xmlns="" xmlns:a16="http://schemas.microsoft.com/office/drawing/2014/main" id="{FDEF00B1-D549-4C91-ACC5-CBA5D12AFDA1}"/>
              </a:ext>
            </a:extLst>
          </p:cNvPr>
          <p:cNvSpPr>
            <a:spLocks noChangeArrowheads="1"/>
          </p:cNvSpPr>
          <p:nvPr/>
        </p:nvSpPr>
        <p:spPr bwMode="auto">
          <a:xfrm>
            <a:off x="1395413" y="4314825"/>
            <a:ext cx="1508125" cy="355600"/>
          </a:xfrm>
          <a:custGeom>
            <a:avLst/>
            <a:gdLst>
              <a:gd name="T0" fmla="*/ 227 w 364"/>
              <a:gd name="T1" fmla="*/ 86 h 86"/>
              <a:gd name="T2" fmla="*/ 227 w 364"/>
              <a:gd name="T3" fmla="*/ 86 h 86"/>
              <a:gd name="T4" fmla="*/ 83 w 364"/>
              <a:gd name="T5" fmla="*/ 3 h 86"/>
              <a:gd name="T6" fmla="*/ 3 w 364"/>
              <a:gd name="T7" fmla="*/ 50 h 86"/>
              <a:gd name="T8" fmla="*/ 1 w 364"/>
              <a:gd name="T9" fmla="*/ 49 h 86"/>
              <a:gd name="T10" fmla="*/ 1 w 364"/>
              <a:gd name="T11" fmla="*/ 47 h 86"/>
              <a:gd name="T12" fmla="*/ 83 w 364"/>
              <a:gd name="T13" fmla="*/ 0 h 86"/>
              <a:gd name="T14" fmla="*/ 84 w 364"/>
              <a:gd name="T15" fmla="*/ 0 h 86"/>
              <a:gd name="T16" fmla="*/ 227 w 364"/>
              <a:gd name="T17" fmla="*/ 83 h 86"/>
              <a:gd name="T18" fmla="*/ 362 w 364"/>
              <a:gd name="T19" fmla="*/ 5 h 86"/>
              <a:gd name="T20" fmla="*/ 364 w 364"/>
              <a:gd name="T21" fmla="*/ 6 h 86"/>
              <a:gd name="T22" fmla="*/ 363 w 364"/>
              <a:gd name="T23" fmla="*/ 7 h 86"/>
              <a:gd name="T24" fmla="*/ 228 w 364"/>
              <a:gd name="T25" fmla="*/ 86 h 86"/>
              <a:gd name="T26" fmla="*/ 227 w 364"/>
              <a:gd name="T27" fmla="*/ 86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64" h="86">
                <a:moveTo>
                  <a:pt x="227" y="86"/>
                </a:moveTo>
                <a:cubicBezTo>
                  <a:pt x="227" y="86"/>
                  <a:pt x="227" y="86"/>
                  <a:pt x="227" y="86"/>
                </a:cubicBezTo>
                <a:cubicBezTo>
                  <a:pt x="83" y="3"/>
                  <a:pt x="83" y="3"/>
                  <a:pt x="83" y="3"/>
                </a:cubicBezTo>
                <a:cubicBezTo>
                  <a:pt x="3" y="50"/>
                  <a:pt x="3" y="50"/>
                  <a:pt x="3" y="50"/>
                </a:cubicBezTo>
                <a:cubicBezTo>
                  <a:pt x="2" y="50"/>
                  <a:pt x="1" y="50"/>
                  <a:pt x="1" y="49"/>
                </a:cubicBezTo>
                <a:cubicBezTo>
                  <a:pt x="0" y="49"/>
                  <a:pt x="0" y="48"/>
                  <a:pt x="1" y="47"/>
                </a:cubicBezTo>
                <a:cubicBezTo>
                  <a:pt x="83" y="0"/>
                  <a:pt x="83" y="0"/>
                  <a:pt x="83" y="0"/>
                </a:cubicBezTo>
                <a:cubicBezTo>
                  <a:pt x="83" y="0"/>
                  <a:pt x="84" y="0"/>
                  <a:pt x="84" y="0"/>
                </a:cubicBezTo>
                <a:cubicBezTo>
                  <a:pt x="227" y="83"/>
                  <a:pt x="227" y="83"/>
                  <a:pt x="227" y="83"/>
                </a:cubicBezTo>
                <a:cubicBezTo>
                  <a:pt x="362" y="5"/>
                  <a:pt x="362" y="5"/>
                  <a:pt x="362" y="5"/>
                </a:cubicBezTo>
                <a:cubicBezTo>
                  <a:pt x="363" y="5"/>
                  <a:pt x="363" y="5"/>
                  <a:pt x="364" y="6"/>
                </a:cubicBezTo>
                <a:cubicBezTo>
                  <a:pt x="364" y="6"/>
                  <a:pt x="364" y="7"/>
                  <a:pt x="363" y="7"/>
                </a:cubicBezTo>
                <a:cubicBezTo>
                  <a:pt x="228" y="86"/>
                  <a:pt x="228" y="86"/>
                  <a:pt x="228" y="86"/>
                </a:cubicBezTo>
                <a:lnTo>
                  <a:pt x="227" y="86"/>
                </a:lnTo>
                <a:close/>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 name="Freeform 145">
            <a:extLst>
              <a:ext uri="{FF2B5EF4-FFF2-40B4-BE49-F238E27FC236}">
                <a16:creationId xmlns="" xmlns:a16="http://schemas.microsoft.com/office/drawing/2014/main" id="{9A4E88C2-79ED-46D3-8955-2EA725F4CCAE}"/>
              </a:ext>
            </a:extLst>
          </p:cNvPr>
          <p:cNvSpPr>
            <a:spLocks noChangeArrowheads="1"/>
          </p:cNvSpPr>
          <p:nvPr/>
        </p:nvSpPr>
        <p:spPr bwMode="auto">
          <a:xfrm>
            <a:off x="1735138" y="3184525"/>
            <a:ext cx="919162" cy="1143000"/>
          </a:xfrm>
          <a:custGeom>
            <a:avLst/>
            <a:gdLst>
              <a:gd name="T0" fmla="*/ 1 w 222"/>
              <a:gd name="T1" fmla="*/ 276 h 276"/>
              <a:gd name="T2" fmla="*/ 0 w 222"/>
              <a:gd name="T3" fmla="*/ 275 h 276"/>
              <a:gd name="T4" fmla="*/ 1 w 222"/>
              <a:gd name="T5" fmla="*/ 273 h 276"/>
              <a:gd name="T6" fmla="*/ 201 w 222"/>
              <a:gd name="T7" fmla="*/ 158 h 276"/>
              <a:gd name="T8" fmla="*/ 76 w 222"/>
              <a:gd name="T9" fmla="*/ 85 h 276"/>
              <a:gd name="T10" fmla="*/ 76 w 222"/>
              <a:gd name="T11" fmla="*/ 84 h 276"/>
              <a:gd name="T12" fmla="*/ 76 w 222"/>
              <a:gd name="T13" fmla="*/ 82 h 276"/>
              <a:gd name="T14" fmla="*/ 219 w 222"/>
              <a:gd name="T15" fmla="*/ 0 h 276"/>
              <a:gd name="T16" fmla="*/ 221 w 222"/>
              <a:gd name="T17" fmla="*/ 1 h 276"/>
              <a:gd name="T18" fmla="*/ 221 w 222"/>
              <a:gd name="T19" fmla="*/ 3 h 276"/>
              <a:gd name="T20" fmla="*/ 80 w 222"/>
              <a:gd name="T21" fmla="*/ 84 h 276"/>
              <a:gd name="T22" fmla="*/ 204 w 222"/>
              <a:gd name="T23" fmla="*/ 157 h 276"/>
              <a:gd name="T24" fmla="*/ 205 w 222"/>
              <a:gd name="T25" fmla="*/ 158 h 276"/>
              <a:gd name="T26" fmla="*/ 204 w 222"/>
              <a:gd name="T27" fmla="*/ 159 h 276"/>
              <a:gd name="T28" fmla="*/ 2 w 222"/>
              <a:gd name="T29" fmla="*/ 276 h 276"/>
              <a:gd name="T30" fmla="*/ 1 w 222"/>
              <a:gd name="T31" fmla="*/ 276 h 2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22" h="276">
                <a:moveTo>
                  <a:pt x="1" y="276"/>
                </a:moveTo>
                <a:cubicBezTo>
                  <a:pt x="1" y="276"/>
                  <a:pt x="1" y="276"/>
                  <a:pt x="0" y="275"/>
                </a:cubicBezTo>
                <a:cubicBezTo>
                  <a:pt x="0" y="275"/>
                  <a:pt x="0" y="274"/>
                  <a:pt x="1" y="273"/>
                </a:cubicBezTo>
                <a:cubicBezTo>
                  <a:pt x="201" y="158"/>
                  <a:pt x="201" y="158"/>
                  <a:pt x="201" y="158"/>
                </a:cubicBezTo>
                <a:cubicBezTo>
                  <a:pt x="76" y="85"/>
                  <a:pt x="76" y="85"/>
                  <a:pt x="76" y="85"/>
                </a:cubicBezTo>
                <a:cubicBezTo>
                  <a:pt x="76" y="85"/>
                  <a:pt x="76" y="84"/>
                  <a:pt x="76" y="84"/>
                </a:cubicBezTo>
                <a:cubicBezTo>
                  <a:pt x="76" y="83"/>
                  <a:pt x="76" y="83"/>
                  <a:pt x="76" y="82"/>
                </a:cubicBezTo>
                <a:cubicBezTo>
                  <a:pt x="219" y="0"/>
                  <a:pt x="219" y="0"/>
                  <a:pt x="219" y="0"/>
                </a:cubicBezTo>
                <a:cubicBezTo>
                  <a:pt x="220" y="0"/>
                  <a:pt x="221" y="0"/>
                  <a:pt x="221" y="1"/>
                </a:cubicBezTo>
                <a:cubicBezTo>
                  <a:pt x="222" y="2"/>
                  <a:pt x="221" y="2"/>
                  <a:pt x="221" y="3"/>
                </a:cubicBezTo>
                <a:cubicBezTo>
                  <a:pt x="80" y="84"/>
                  <a:pt x="80" y="84"/>
                  <a:pt x="80" y="84"/>
                </a:cubicBezTo>
                <a:cubicBezTo>
                  <a:pt x="204" y="157"/>
                  <a:pt x="204" y="157"/>
                  <a:pt x="204" y="157"/>
                </a:cubicBezTo>
                <a:cubicBezTo>
                  <a:pt x="205" y="157"/>
                  <a:pt x="205" y="158"/>
                  <a:pt x="205" y="158"/>
                </a:cubicBezTo>
                <a:cubicBezTo>
                  <a:pt x="205" y="159"/>
                  <a:pt x="205" y="159"/>
                  <a:pt x="204" y="159"/>
                </a:cubicBezTo>
                <a:cubicBezTo>
                  <a:pt x="2" y="276"/>
                  <a:pt x="2" y="276"/>
                  <a:pt x="2" y="276"/>
                </a:cubicBezTo>
                <a:cubicBezTo>
                  <a:pt x="1" y="276"/>
                  <a:pt x="1" y="276"/>
                  <a:pt x="1" y="276"/>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8" name="Freeform 146">
            <a:extLst>
              <a:ext uri="{FF2B5EF4-FFF2-40B4-BE49-F238E27FC236}">
                <a16:creationId xmlns="" xmlns:a16="http://schemas.microsoft.com/office/drawing/2014/main" id="{F8F1ABD8-8DCF-42BE-A3B4-6BA4C65C9F67}"/>
              </a:ext>
            </a:extLst>
          </p:cNvPr>
          <p:cNvSpPr>
            <a:spLocks noChangeArrowheads="1"/>
          </p:cNvSpPr>
          <p:nvPr/>
        </p:nvSpPr>
        <p:spPr bwMode="auto">
          <a:xfrm>
            <a:off x="2597150" y="3460750"/>
            <a:ext cx="1555750" cy="373063"/>
          </a:xfrm>
          <a:custGeom>
            <a:avLst/>
            <a:gdLst>
              <a:gd name="T0" fmla="*/ 1 w 376"/>
              <a:gd name="T1" fmla="*/ 90 h 90"/>
              <a:gd name="T2" fmla="*/ 0 w 376"/>
              <a:gd name="T3" fmla="*/ 90 h 90"/>
              <a:gd name="T4" fmla="*/ 0 w 376"/>
              <a:gd name="T5" fmla="*/ 88 h 90"/>
              <a:gd name="T6" fmla="*/ 160 w 376"/>
              <a:gd name="T7" fmla="*/ 0 h 90"/>
              <a:gd name="T8" fmla="*/ 161 w 376"/>
              <a:gd name="T9" fmla="*/ 0 h 90"/>
              <a:gd name="T10" fmla="*/ 299 w 376"/>
              <a:gd name="T11" fmla="*/ 78 h 90"/>
              <a:gd name="T12" fmla="*/ 374 w 376"/>
              <a:gd name="T13" fmla="*/ 38 h 90"/>
              <a:gd name="T14" fmla="*/ 376 w 376"/>
              <a:gd name="T15" fmla="*/ 39 h 90"/>
              <a:gd name="T16" fmla="*/ 375 w 376"/>
              <a:gd name="T17" fmla="*/ 41 h 90"/>
              <a:gd name="T18" fmla="*/ 300 w 376"/>
              <a:gd name="T19" fmla="*/ 81 h 90"/>
              <a:gd name="T20" fmla="*/ 298 w 376"/>
              <a:gd name="T21" fmla="*/ 81 h 90"/>
              <a:gd name="T22" fmla="*/ 161 w 376"/>
              <a:gd name="T23" fmla="*/ 3 h 90"/>
              <a:gd name="T24" fmla="*/ 2 w 376"/>
              <a:gd name="T25" fmla="*/ 90 h 90"/>
              <a:gd name="T26" fmla="*/ 1 w 376"/>
              <a:gd name="T27" fmla="*/ 90 h 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76" h="90">
                <a:moveTo>
                  <a:pt x="1" y="90"/>
                </a:moveTo>
                <a:cubicBezTo>
                  <a:pt x="1" y="90"/>
                  <a:pt x="0" y="90"/>
                  <a:pt x="0" y="90"/>
                </a:cubicBezTo>
                <a:cubicBezTo>
                  <a:pt x="0" y="89"/>
                  <a:pt x="0" y="88"/>
                  <a:pt x="0" y="88"/>
                </a:cubicBezTo>
                <a:cubicBezTo>
                  <a:pt x="160" y="0"/>
                  <a:pt x="160" y="0"/>
                  <a:pt x="160" y="0"/>
                </a:cubicBezTo>
                <a:cubicBezTo>
                  <a:pt x="160" y="0"/>
                  <a:pt x="161" y="0"/>
                  <a:pt x="161" y="0"/>
                </a:cubicBezTo>
                <a:cubicBezTo>
                  <a:pt x="299" y="78"/>
                  <a:pt x="299" y="78"/>
                  <a:pt x="299" y="78"/>
                </a:cubicBezTo>
                <a:cubicBezTo>
                  <a:pt x="374" y="38"/>
                  <a:pt x="374" y="38"/>
                  <a:pt x="374" y="38"/>
                </a:cubicBezTo>
                <a:cubicBezTo>
                  <a:pt x="374" y="38"/>
                  <a:pt x="375" y="38"/>
                  <a:pt x="376" y="39"/>
                </a:cubicBezTo>
                <a:cubicBezTo>
                  <a:pt x="376" y="39"/>
                  <a:pt x="376" y="40"/>
                  <a:pt x="375" y="41"/>
                </a:cubicBezTo>
                <a:cubicBezTo>
                  <a:pt x="300" y="81"/>
                  <a:pt x="300" y="81"/>
                  <a:pt x="300" y="81"/>
                </a:cubicBezTo>
                <a:cubicBezTo>
                  <a:pt x="299" y="81"/>
                  <a:pt x="299" y="81"/>
                  <a:pt x="298" y="81"/>
                </a:cubicBezTo>
                <a:cubicBezTo>
                  <a:pt x="161" y="3"/>
                  <a:pt x="161" y="3"/>
                  <a:pt x="161" y="3"/>
                </a:cubicBezTo>
                <a:cubicBezTo>
                  <a:pt x="2" y="90"/>
                  <a:pt x="2" y="90"/>
                  <a:pt x="2" y="90"/>
                </a:cubicBezTo>
                <a:cubicBezTo>
                  <a:pt x="1" y="90"/>
                  <a:pt x="1" y="90"/>
                  <a:pt x="1" y="90"/>
                </a:cubicBezTo>
              </a:path>
            </a:pathLst>
          </a:custGeom>
          <a:solidFill>
            <a:srgbClr val="88FFF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Freeform 150">
            <a:extLst>
              <a:ext uri="{FF2B5EF4-FFF2-40B4-BE49-F238E27FC236}">
                <a16:creationId xmlns="" xmlns:a16="http://schemas.microsoft.com/office/drawing/2014/main" id="{9B5C9F7F-2072-4A7C-B981-C041743A5DE0}"/>
              </a:ext>
            </a:extLst>
          </p:cNvPr>
          <p:cNvSpPr>
            <a:spLocks noEditPoints="1" noChangeArrowheads="1"/>
          </p:cNvSpPr>
          <p:nvPr/>
        </p:nvSpPr>
        <p:spPr bwMode="auto">
          <a:xfrm>
            <a:off x="3668713" y="25304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Freeform 151">
            <a:extLst>
              <a:ext uri="{FF2B5EF4-FFF2-40B4-BE49-F238E27FC236}">
                <a16:creationId xmlns="" xmlns:a16="http://schemas.microsoft.com/office/drawing/2014/main" id="{E4D34405-0D6B-4B93-B1B5-D7E87BB9AB5F}"/>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Freeform 152">
            <a:extLst>
              <a:ext uri="{FF2B5EF4-FFF2-40B4-BE49-F238E27FC236}">
                <a16:creationId xmlns="" xmlns:a16="http://schemas.microsoft.com/office/drawing/2014/main" id="{A22F668A-2AFA-4338-8247-881F24AC27FC}"/>
              </a:ext>
            </a:extLst>
          </p:cNvPr>
          <p:cNvSpPr>
            <a:spLocks noChangeArrowheads="1"/>
          </p:cNvSpPr>
          <p:nvPr/>
        </p:nvSpPr>
        <p:spPr bwMode="auto">
          <a:xfrm>
            <a:off x="4160838" y="3544888"/>
            <a:ext cx="125412" cy="74612"/>
          </a:xfrm>
          <a:custGeom>
            <a:avLst/>
            <a:gdLst>
              <a:gd name="T0" fmla="*/ 63 w 63"/>
              <a:gd name="T1" fmla="*/ 0 h 37"/>
              <a:gd name="T2" fmla="*/ 23 w 63"/>
              <a:gd name="T3" fmla="*/ 23 h 37"/>
              <a:gd name="T4" fmla="*/ 23 w 63"/>
              <a:gd name="T5" fmla="*/ 23 h 37"/>
              <a:gd name="T6" fmla="*/ 0 w 63"/>
              <a:gd name="T7" fmla="*/ 35 h 37"/>
              <a:gd name="T8" fmla="*/ 0 w 63"/>
              <a:gd name="T9" fmla="*/ 37 h 37"/>
              <a:gd name="T10" fmla="*/ 63 w 63"/>
              <a:gd name="T11" fmla="*/ 0 h 37"/>
              <a:gd name="T12" fmla="*/ 63 w 63"/>
              <a:gd name="T13" fmla="*/ 0 h 37"/>
            </a:gdLst>
            <a:ahLst/>
            <a:cxnLst>
              <a:cxn ang="0">
                <a:pos x="T0" y="T1"/>
              </a:cxn>
              <a:cxn ang="0">
                <a:pos x="T2" y="T3"/>
              </a:cxn>
              <a:cxn ang="0">
                <a:pos x="T4" y="T5"/>
              </a:cxn>
              <a:cxn ang="0">
                <a:pos x="T6" y="T7"/>
              </a:cxn>
              <a:cxn ang="0">
                <a:pos x="T8" y="T9"/>
              </a:cxn>
              <a:cxn ang="0">
                <a:pos x="T10" y="T11"/>
              </a:cxn>
              <a:cxn ang="0">
                <a:pos x="T12" y="T13"/>
              </a:cxn>
            </a:cxnLst>
            <a:rect l="0" t="0" r="r" b="b"/>
            <a:pathLst>
              <a:path w="63" h="37">
                <a:moveTo>
                  <a:pt x="63" y="0"/>
                </a:moveTo>
                <a:lnTo>
                  <a:pt x="23" y="23"/>
                </a:lnTo>
                <a:lnTo>
                  <a:pt x="0" y="35"/>
                </a:lnTo>
                <a:lnTo>
                  <a:pt x="0" y="37"/>
                </a:lnTo>
                <a:lnTo>
                  <a:pt x="63"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2" name="Freeform 153">
            <a:extLst>
              <a:ext uri="{FF2B5EF4-FFF2-40B4-BE49-F238E27FC236}">
                <a16:creationId xmlns="" xmlns:a16="http://schemas.microsoft.com/office/drawing/2014/main" id="{467314C6-A86B-4F19-84CC-68BF3427848B}"/>
              </a:ext>
            </a:extLst>
          </p:cNvPr>
          <p:cNvSpPr>
            <a:spLocks noEditPoints="1" noChangeArrowheads="1"/>
          </p:cNvSpPr>
          <p:nvPr/>
        </p:nvSpPr>
        <p:spPr bwMode="auto">
          <a:xfrm>
            <a:off x="4206875" y="3544888"/>
            <a:ext cx="441325" cy="157162"/>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3" name="Freeform 157">
            <a:extLst>
              <a:ext uri="{FF2B5EF4-FFF2-40B4-BE49-F238E27FC236}">
                <a16:creationId xmlns="" xmlns:a16="http://schemas.microsoft.com/office/drawing/2014/main" id="{1BF83113-19A6-46C9-9655-8F0017C40001}"/>
              </a:ext>
            </a:extLst>
          </p:cNvPr>
          <p:cNvSpPr>
            <a:spLocks noChangeArrowheads="1"/>
          </p:cNvSpPr>
          <p:nvPr/>
        </p:nvSpPr>
        <p:spPr bwMode="auto">
          <a:xfrm>
            <a:off x="3660775" y="2535238"/>
            <a:ext cx="4763" cy="0"/>
          </a:xfrm>
          <a:custGeom>
            <a:avLst/>
            <a:gdLst>
              <a:gd name="T0" fmla="*/ 1 w 1"/>
              <a:gd name="T1" fmla="*/ 0 h 1"/>
              <a:gd name="T2" fmla="*/ 0 w 1"/>
              <a:gd name="T3" fmla="*/ 0 h 1"/>
              <a:gd name="T4" fmla="*/ 0 w 1"/>
              <a:gd name="T5" fmla="*/ 0 h 1"/>
              <a:gd name="T6" fmla="*/ 0 w 1"/>
              <a:gd name="T7" fmla="*/ 0 h 1"/>
              <a:gd name="T8" fmla="*/ 0 w 1"/>
              <a:gd name="T9" fmla="*/ 0 h 1"/>
              <a:gd name="T10" fmla="*/ 0 w 1"/>
              <a:gd name="T11" fmla="*/ 0 h 1"/>
              <a:gd name="T12" fmla="*/ 0 w 1"/>
              <a:gd name="T13" fmla="*/ 0 h 1"/>
              <a:gd name="T14" fmla="*/ 1 w 1"/>
              <a:gd name="T15" fmla="*/ 0 h 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 h="1">
                <a:moveTo>
                  <a:pt x="1" y="0"/>
                </a:move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0" y="0"/>
                  <a:pt x="0" y="0"/>
                  <a:pt x="0" y="0"/>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4" name="Freeform 158">
            <a:extLst>
              <a:ext uri="{FF2B5EF4-FFF2-40B4-BE49-F238E27FC236}">
                <a16:creationId xmlns="" xmlns:a16="http://schemas.microsoft.com/office/drawing/2014/main" id="{D7C864B2-C3FD-471D-BB1D-6D5B010E7570}"/>
              </a:ext>
            </a:extLst>
          </p:cNvPr>
          <p:cNvSpPr>
            <a:spLocks noChangeArrowheads="1"/>
          </p:cNvSpPr>
          <p:nvPr/>
        </p:nvSpPr>
        <p:spPr bwMode="auto">
          <a:xfrm>
            <a:off x="3660775" y="2527300"/>
            <a:ext cx="15875" cy="7938"/>
          </a:xfrm>
          <a:custGeom>
            <a:avLst/>
            <a:gdLst>
              <a:gd name="T0" fmla="*/ 4 w 4"/>
              <a:gd name="T1" fmla="*/ 0 h 2"/>
              <a:gd name="T2" fmla="*/ 4 w 4"/>
              <a:gd name="T3" fmla="*/ 0 h 2"/>
              <a:gd name="T4" fmla="*/ 1 w 4"/>
              <a:gd name="T5" fmla="*/ 2 h 2"/>
              <a:gd name="T6" fmla="*/ 0 w 4"/>
              <a:gd name="T7" fmla="*/ 2 h 2"/>
              <a:gd name="T8" fmla="*/ 0 w 4"/>
              <a:gd name="T9" fmla="*/ 2 h 2"/>
              <a:gd name="T10" fmla="*/ 0 w 4"/>
              <a:gd name="T11" fmla="*/ 2 h 2"/>
              <a:gd name="T12" fmla="*/ 4 w 4"/>
              <a:gd name="T13" fmla="*/ 0 h 2"/>
            </a:gdLst>
            <a:ahLst/>
            <a:cxnLst>
              <a:cxn ang="0">
                <a:pos x="T0" y="T1"/>
              </a:cxn>
              <a:cxn ang="0">
                <a:pos x="T2" y="T3"/>
              </a:cxn>
              <a:cxn ang="0">
                <a:pos x="T4" y="T5"/>
              </a:cxn>
              <a:cxn ang="0">
                <a:pos x="T6" y="T7"/>
              </a:cxn>
              <a:cxn ang="0">
                <a:pos x="T8" y="T9"/>
              </a:cxn>
              <a:cxn ang="0">
                <a:pos x="T10" y="T11"/>
              </a:cxn>
              <a:cxn ang="0">
                <a:pos x="T12" y="T13"/>
              </a:cxn>
            </a:cxnLst>
            <a:rect l="0" t="0" r="r" b="b"/>
            <a:pathLst>
              <a:path w="4" h="2">
                <a:moveTo>
                  <a:pt x="4" y="0"/>
                </a:moveTo>
                <a:cubicBezTo>
                  <a:pt x="4" y="0"/>
                  <a:pt x="4" y="0"/>
                  <a:pt x="4" y="0"/>
                </a:cubicBezTo>
                <a:cubicBezTo>
                  <a:pt x="1" y="2"/>
                  <a:pt x="1" y="2"/>
                  <a:pt x="1" y="2"/>
                </a:cubicBezTo>
                <a:cubicBezTo>
                  <a:pt x="0" y="2"/>
                  <a:pt x="0" y="2"/>
                  <a:pt x="0" y="2"/>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5" name="Freeform 159">
            <a:extLst>
              <a:ext uri="{FF2B5EF4-FFF2-40B4-BE49-F238E27FC236}">
                <a16:creationId xmlns="" xmlns:a16="http://schemas.microsoft.com/office/drawing/2014/main" id="{98EC6CF7-E47F-4A0B-9369-2FB873D42C34}"/>
              </a:ext>
            </a:extLst>
          </p:cNvPr>
          <p:cNvSpPr>
            <a:spLocks noChangeArrowheads="1"/>
          </p:cNvSpPr>
          <p:nvPr/>
        </p:nvSpPr>
        <p:spPr bwMode="auto">
          <a:xfrm>
            <a:off x="3660775" y="2522538"/>
            <a:ext cx="1003300" cy="1192212"/>
          </a:xfrm>
          <a:custGeom>
            <a:avLst/>
            <a:gdLst>
              <a:gd name="T0" fmla="*/ 4 w 242"/>
              <a:gd name="T1" fmla="*/ 1 h 288"/>
              <a:gd name="T2" fmla="*/ 0 w 242"/>
              <a:gd name="T3" fmla="*/ 3 h 288"/>
              <a:gd name="T4" fmla="*/ 0 w 242"/>
              <a:gd name="T5" fmla="*/ 3 h 288"/>
              <a:gd name="T6" fmla="*/ 0 w 242"/>
              <a:gd name="T7" fmla="*/ 3 h 288"/>
              <a:gd name="T8" fmla="*/ 0 w 242"/>
              <a:gd name="T9" fmla="*/ 3 h 288"/>
              <a:gd name="T10" fmla="*/ 0 w 242"/>
              <a:gd name="T11" fmla="*/ 3 h 288"/>
              <a:gd name="T12" fmla="*/ 0 w 242"/>
              <a:gd name="T13" fmla="*/ 3 h 288"/>
              <a:gd name="T14" fmla="*/ 0 w 242"/>
              <a:gd name="T15" fmla="*/ 3 h 288"/>
              <a:gd name="T16" fmla="*/ 0 w 242"/>
              <a:gd name="T17" fmla="*/ 3 h 288"/>
              <a:gd name="T18" fmla="*/ 0 w 242"/>
              <a:gd name="T19" fmla="*/ 3 h 288"/>
              <a:gd name="T20" fmla="*/ 0 w 242"/>
              <a:gd name="T21" fmla="*/ 3 h 288"/>
              <a:gd name="T22" fmla="*/ 1 w 242"/>
              <a:gd name="T23" fmla="*/ 3 h 288"/>
              <a:gd name="T24" fmla="*/ 1 w 242"/>
              <a:gd name="T25" fmla="*/ 3 h 288"/>
              <a:gd name="T26" fmla="*/ 1 w 242"/>
              <a:gd name="T27" fmla="*/ 3 h 288"/>
              <a:gd name="T28" fmla="*/ 1 w 242"/>
              <a:gd name="T29" fmla="*/ 3 h 288"/>
              <a:gd name="T30" fmla="*/ 1 w 242"/>
              <a:gd name="T31" fmla="*/ 3 h 288"/>
              <a:gd name="T32" fmla="*/ 1 w 242"/>
              <a:gd name="T33" fmla="*/ 3 h 288"/>
              <a:gd name="T34" fmla="*/ 1 w 242"/>
              <a:gd name="T35" fmla="*/ 3 h 288"/>
              <a:gd name="T36" fmla="*/ 1 w 242"/>
              <a:gd name="T37" fmla="*/ 2 h 288"/>
              <a:gd name="T38" fmla="*/ 1 w 242"/>
              <a:gd name="T39" fmla="*/ 2 h 288"/>
              <a:gd name="T40" fmla="*/ 1 w 242"/>
              <a:gd name="T41" fmla="*/ 2 h 288"/>
              <a:gd name="T42" fmla="*/ 1 w 242"/>
              <a:gd name="T43" fmla="*/ 2 h 288"/>
              <a:gd name="T44" fmla="*/ 1 w 242"/>
              <a:gd name="T45" fmla="*/ 2 h 288"/>
              <a:gd name="T46" fmla="*/ 2 w 242"/>
              <a:gd name="T47" fmla="*/ 2 h 288"/>
              <a:gd name="T48" fmla="*/ 2 w 242"/>
              <a:gd name="T49" fmla="*/ 2 h 288"/>
              <a:gd name="T50" fmla="*/ 2 w 242"/>
              <a:gd name="T51" fmla="*/ 2 h 288"/>
              <a:gd name="T52" fmla="*/ 2 w 242"/>
              <a:gd name="T53" fmla="*/ 2 h 288"/>
              <a:gd name="T54" fmla="*/ 2 w 242"/>
              <a:gd name="T55" fmla="*/ 2 h 288"/>
              <a:gd name="T56" fmla="*/ 2 w 242"/>
              <a:gd name="T57" fmla="*/ 2 h 288"/>
              <a:gd name="T58" fmla="*/ 11 w 242"/>
              <a:gd name="T59" fmla="*/ 2 h 288"/>
              <a:gd name="T60" fmla="*/ 242 w 242"/>
              <a:gd name="T61" fmla="*/ 148 h 288"/>
              <a:gd name="T62" fmla="*/ 242 w 242"/>
              <a:gd name="T63" fmla="*/ 283 h 288"/>
              <a:gd name="T64" fmla="*/ 242 w 242"/>
              <a:gd name="T65" fmla="*/ 282 h 288"/>
              <a:gd name="T66" fmla="*/ 232 w 242"/>
              <a:gd name="T67" fmla="*/ 129 h 288"/>
              <a:gd name="T68" fmla="*/ 7 w 242"/>
              <a:gd name="T69"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42" h="288">
                <a:moveTo>
                  <a:pt x="7" y="0"/>
                </a:moveTo>
                <a:cubicBezTo>
                  <a:pt x="6" y="0"/>
                  <a:pt x="5" y="0"/>
                  <a:pt x="4" y="1"/>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0" y="3"/>
                  <a:pt x="0" y="3"/>
                  <a:pt x="0"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3"/>
                  <a:pt x="1" y="3"/>
                  <a:pt x="1" y="3"/>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1" y="2"/>
                  <a:pt x="1" y="2"/>
                  <a:pt x="1"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4" y="1"/>
                  <a:pt x="6" y="1"/>
                </a:cubicBezTo>
                <a:cubicBezTo>
                  <a:pt x="7"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2" y="285"/>
                  <a:pt x="242" y="282"/>
                </a:cubicBezTo>
                <a:cubicBezTo>
                  <a:pt x="242" y="147"/>
                  <a:pt x="242" y="147"/>
                  <a:pt x="242" y="147"/>
                </a:cubicBezTo>
                <a:cubicBezTo>
                  <a:pt x="242" y="140"/>
                  <a:pt x="238" y="132"/>
                  <a:pt x="232" y="129"/>
                </a:cubicBezTo>
                <a:cubicBezTo>
                  <a:pt x="11" y="1"/>
                  <a:pt x="11" y="1"/>
                  <a:pt x="11"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Freeform 160">
            <a:extLst>
              <a:ext uri="{FF2B5EF4-FFF2-40B4-BE49-F238E27FC236}">
                <a16:creationId xmlns="" xmlns:a16="http://schemas.microsoft.com/office/drawing/2014/main" id="{258615DC-1A0C-44BB-8ABD-36D8B7BCC5E2}"/>
              </a:ext>
            </a:extLst>
          </p:cNvPr>
          <p:cNvSpPr>
            <a:spLocks noEditPoints="1" noChangeArrowheads="1"/>
          </p:cNvSpPr>
          <p:nvPr/>
        </p:nvSpPr>
        <p:spPr bwMode="auto">
          <a:xfrm>
            <a:off x="3660775" y="2530475"/>
            <a:ext cx="7938" cy="4763"/>
          </a:xfrm>
          <a:custGeom>
            <a:avLst/>
            <a:gdLst>
              <a:gd name="T0" fmla="*/ 0 w 2"/>
              <a:gd name="T1" fmla="*/ 1 h 1"/>
              <a:gd name="T2" fmla="*/ 0 w 2"/>
              <a:gd name="T3" fmla="*/ 1 h 1"/>
              <a:gd name="T4" fmla="*/ 0 w 2"/>
              <a:gd name="T5" fmla="*/ 1 h 1"/>
              <a:gd name="T6" fmla="*/ 0 w 2"/>
              <a:gd name="T7" fmla="*/ 1 h 1"/>
              <a:gd name="T8" fmla="*/ 0 w 2"/>
              <a:gd name="T9" fmla="*/ 1 h 1"/>
              <a:gd name="T10" fmla="*/ 0 w 2"/>
              <a:gd name="T11" fmla="*/ 1 h 1"/>
              <a:gd name="T12" fmla="*/ 0 w 2"/>
              <a:gd name="T13" fmla="*/ 1 h 1"/>
              <a:gd name="T14" fmla="*/ 0 w 2"/>
              <a:gd name="T15" fmla="*/ 1 h 1"/>
              <a:gd name="T16" fmla="*/ 0 w 2"/>
              <a:gd name="T17" fmla="*/ 1 h 1"/>
              <a:gd name="T18" fmla="*/ 0 w 2"/>
              <a:gd name="T19" fmla="*/ 1 h 1"/>
              <a:gd name="T20" fmla="*/ 0 w 2"/>
              <a:gd name="T21" fmla="*/ 1 h 1"/>
              <a:gd name="T22" fmla="*/ 0 w 2"/>
              <a:gd name="T23" fmla="*/ 1 h 1"/>
              <a:gd name="T24" fmla="*/ 0 w 2"/>
              <a:gd name="T25" fmla="*/ 1 h 1"/>
              <a:gd name="T26" fmla="*/ 0 w 2"/>
              <a:gd name="T27" fmla="*/ 1 h 1"/>
              <a:gd name="T28" fmla="*/ 0 w 2"/>
              <a:gd name="T29" fmla="*/ 1 h 1"/>
              <a:gd name="T30" fmla="*/ 0 w 2"/>
              <a:gd name="T31" fmla="*/ 1 h 1"/>
              <a:gd name="T32" fmla="*/ 0 w 2"/>
              <a:gd name="T33" fmla="*/ 1 h 1"/>
              <a:gd name="T34" fmla="*/ 1 w 2"/>
              <a:gd name="T35" fmla="*/ 1 h 1"/>
              <a:gd name="T36" fmla="*/ 1 w 2"/>
              <a:gd name="T37" fmla="*/ 1 h 1"/>
              <a:gd name="T38" fmla="*/ 1 w 2"/>
              <a:gd name="T39" fmla="*/ 1 h 1"/>
              <a:gd name="T40" fmla="*/ 1 w 2"/>
              <a:gd name="T41" fmla="*/ 1 h 1"/>
              <a:gd name="T42" fmla="*/ 1 w 2"/>
              <a:gd name="T43" fmla="*/ 1 h 1"/>
              <a:gd name="T44" fmla="*/ 1 w 2"/>
              <a:gd name="T45" fmla="*/ 1 h 1"/>
              <a:gd name="T46" fmla="*/ 1 w 2"/>
              <a:gd name="T47" fmla="*/ 1 h 1"/>
              <a:gd name="T48" fmla="*/ 1 w 2"/>
              <a:gd name="T49" fmla="*/ 1 h 1"/>
              <a:gd name="T50" fmla="*/ 1 w 2"/>
              <a:gd name="T51" fmla="*/ 1 h 1"/>
              <a:gd name="T52" fmla="*/ 1 w 2"/>
              <a:gd name="T53" fmla="*/ 1 h 1"/>
              <a:gd name="T54" fmla="*/ 1 w 2"/>
              <a:gd name="T55" fmla="*/ 1 h 1"/>
              <a:gd name="T56" fmla="*/ 1 w 2"/>
              <a:gd name="T57" fmla="*/ 0 h 1"/>
              <a:gd name="T58" fmla="*/ 1 w 2"/>
              <a:gd name="T59" fmla="*/ 0 h 1"/>
              <a:gd name="T60" fmla="*/ 1 w 2"/>
              <a:gd name="T61" fmla="*/ 0 h 1"/>
              <a:gd name="T62" fmla="*/ 1 w 2"/>
              <a:gd name="T63" fmla="*/ 0 h 1"/>
              <a:gd name="T64" fmla="*/ 1 w 2"/>
              <a:gd name="T65" fmla="*/ 0 h 1"/>
              <a:gd name="T66" fmla="*/ 1 w 2"/>
              <a:gd name="T67" fmla="*/ 0 h 1"/>
              <a:gd name="T68" fmla="*/ 1 w 2"/>
              <a:gd name="T69" fmla="*/ 0 h 1"/>
              <a:gd name="T70" fmla="*/ 2 w 2"/>
              <a:gd name="T71" fmla="*/ 0 h 1"/>
              <a:gd name="T72" fmla="*/ 2 w 2"/>
              <a:gd name="T73" fmla="*/ 0 h 1"/>
              <a:gd name="T74" fmla="*/ 2 w 2"/>
              <a:gd name="T75" fmla="*/ 0 h 1"/>
              <a:gd name="T76" fmla="*/ 2 w 2"/>
              <a:gd name="T77" fmla="*/ 0 h 1"/>
              <a:gd name="T78" fmla="*/ 2 w 2"/>
              <a:gd name="T79" fmla="*/ 0 h 1"/>
              <a:gd name="T80" fmla="*/ 2 w 2"/>
              <a:gd name="T81" fmla="*/ 0 h 1"/>
              <a:gd name="T82" fmla="*/ 2 w 2"/>
              <a:gd name="T83" fmla="*/ 0 h 1"/>
              <a:gd name="T84" fmla="*/ 2 w 2"/>
              <a:gd name="T85" fmla="*/ 0 h 1"/>
              <a:gd name="T86" fmla="*/ 2 w 2"/>
              <a:gd name="T87" fmla="*/ 0 h 1"/>
              <a:gd name="T88" fmla="*/ 2 w 2"/>
              <a:gd name="T89" fmla="*/ 0 h 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2" h="1">
                <a:moveTo>
                  <a:pt x="0" y="1"/>
                </a:moveTo>
                <a:cubicBezTo>
                  <a:pt x="0" y="1"/>
                  <a:pt x="0" y="1"/>
                  <a:pt x="0" y="1"/>
                </a:cubicBezTo>
                <a:cubicBezTo>
                  <a:pt x="0" y="1"/>
                  <a:pt x="0" y="1"/>
                  <a:pt x="0" y="1"/>
                </a:cubicBezTo>
                <a:moveTo>
                  <a:pt x="0" y="1"/>
                </a:moveTo>
                <a:cubicBezTo>
                  <a:pt x="0" y="1"/>
                  <a:pt x="0" y="1"/>
                  <a:pt x="0" y="1"/>
                </a:cubicBezTo>
                <a:cubicBezTo>
                  <a:pt x="0" y="1"/>
                  <a:pt x="0" y="1"/>
                  <a:pt x="0" y="1"/>
                </a:cubicBez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0" y="1"/>
                </a:moveTo>
                <a:cubicBezTo>
                  <a:pt x="0" y="1"/>
                  <a:pt x="0" y="1"/>
                  <a:pt x="0" y="1"/>
                </a:cubicBezTo>
                <a:cubicBezTo>
                  <a:pt x="0" y="1"/>
                  <a:pt x="0" y="1"/>
                  <a:pt x="0"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1"/>
                </a:moveTo>
                <a:cubicBezTo>
                  <a:pt x="1" y="1"/>
                  <a:pt x="1" y="1"/>
                  <a:pt x="1" y="1"/>
                </a:cubicBezTo>
                <a:cubicBezTo>
                  <a:pt x="1" y="1"/>
                  <a:pt x="1" y="1"/>
                  <a:pt x="1" y="1"/>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1" y="0"/>
                </a:moveTo>
                <a:cubicBezTo>
                  <a:pt x="1" y="0"/>
                  <a:pt x="1" y="0"/>
                  <a:pt x="1" y="0"/>
                </a:cubicBezTo>
                <a:cubicBezTo>
                  <a:pt x="1" y="0"/>
                  <a:pt x="1" y="0"/>
                  <a:pt x="1"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moveTo>
                  <a:pt x="2" y="0"/>
                </a:moveTo>
                <a:cubicBezTo>
                  <a:pt x="2" y="0"/>
                  <a:pt x="2" y="0"/>
                  <a:pt x="2" y="0"/>
                </a:cubicBezTo>
                <a:cubicBezTo>
                  <a:pt x="2" y="0"/>
                  <a:pt x="2" y="0"/>
                  <a:pt x="2" y="0"/>
                </a:cubicBezTo>
                <a:cubicBezTo>
                  <a:pt x="2" y="0"/>
                  <a:pt x="2" y="0"/>
                  <a:pt x="2"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7" name="Freeform 164">
            <a:extLst>
              <a:ext uri="{FF2B5EF4-FFF2-40B4-BE49-F238E27FC236}">
                <a16:creationId xmlns="" xmlns:a16="http://schemas.microsoft.com/office/drawing/2014/main" id="{48873869-26AB-4A9F-A481-7C7111A2C7DB}"/>
              </a:ext>
            </a:extLst>
          </p:cNvPr>
          <p:cNvSpPr>
            <a:spLocks noEditPoints="1" noChangeArrowheads="1"/>
          </p:cNvSpPr>
          <p:nvPr/>
        </p:nvSpPr>
        <p:spPr bwMode="auto">
          <a:xfrm>
            <a:off x="3668713" y="2530475"/>
            <a:ext cx="979487"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0 w 236"/>
              <a:gd name="T47" fmla="*/ 0 h 289"/>
              <a:gd name="T48" fmla="*/ 0 w 236"/>
              <a:gd name="T49" fmla="*/ 0 h 289"/>
              <a:gd name="T50" fmla="*/ 0 w 236"/>
              <a:gd name="T51" fmla="*/ 0 h 289"/>
              <a:gd name="T52" fmla="*/ 0 w 236"/>
              <a:gd name="T53" fmla="*/ 0 h 289"/>
              <a:gd name="T54" fmla="*/ 0 w 236"/>
              <a:gd name="T55" fmla="*/ 0 h 289"/>
              <a:gd name="T56" fmla="*/ 0 w 236"/>
              <a:gd name="T57" fmla="*/ 0 h 289"/>
              <a:gd name="T58" fmla="*/ 0 w 236"/>
              <a:gd name="T59" fmla="*/ 0 h 289"/>
              <a:gd name="T60" fmla="*/ 0 w 236"/>
              <a:gd name="T61" fmla="*/ 0 h 289"/>
              <a:gd name="T62" fmla="*/ 5 w 236"/>
              <a:gd name="T63" fmla="*/ 2 h 289"/>
              <a:gd name="T64" fmla="*/ 0 w 236"/>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6" h="289">
                <a:moveTo>
                  <a:pt x="236" y="283"/>
                </a:moveTo>
                <a:cubicBezTo>
                  <a:pt x="236" y="286"/>
                  <a:pt x="235" y="288"/>
                  <a:pt x="234" y="289"/>
                </a:cubicBezTo>
                <a:cubicBezTo>
                  <a:pt x="234" y="289"/>
                  <a:pt x="234" y="289"/>
                  <a:pt x="234" y="289"/>
                </a:cubicBezTo>
                <a:cubicBezTo>
                  <a:pt x="235"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2" y="0"/>
                  <a:pt x="3" y="1"/>
                  <a:pt x="5" y="2"/>
                </a:cubicBezTo>
                <a:cubicBezTo>
                  <a:pt x="3" y="1"/>
                  <a:pt x="2" y="0"/>
                  <a:pt x="0"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8" name="Freeform 172">
            <a:extLst>
              <a:ext uri="{FF2B5EF4-FFF2-40B4-BE49-F238E27FC236}">
                <a16:creationId xmlns="" xmlns:a16="http://schemas.microsoft.com/office/drawing/2014/main" id="{EC497003-DBD3-4806-BCA0-5CA18EFAEFF8}"/>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close/>
              </a:path>
            </a:pathLst>
          </a:custGeom>
          <a:solidFill>
            <a:srgbClr val="41D5D5"/>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9" name="Freeform 173">
            <a:extLst>
              <a:ext uri="{FF2B5EF4-FFF2-40B4-BE49-F238E27FC236}">
                <a16:creationId xmlns="" xmlns:a16="http://schemas.microsoft.com/office/drawing/2014/main" id="{B747C441-5A21-40AF-A711-EC145603DDCB}"/>
              </a:ext>
            </a:extLst>
          </p:cNvPr>
          <p:cNvSpPr>
            <a:spLocks noChangeArrowheads="1"/>
          </p:cNvSpPr>
          <p:nvPr/>
        </p:nvSpPr>
        <p:spPr bwMode="auto">
          <a:xfrm>
            <a:off x="2916238" y="4264025"/>
            <a:ext cx="123825" cy="76200"/>
          </a:xfrm>
          <a:custGeom>
            <a:avLst/>
            <a:gdLst>
              <a:gd name="T0" fmla="*/ 62 w 62"/>
              <a:gd name="T1" fmla="*/ 0 h 38"/>
              <a:gd name="T2" fmla="*/ 23 w 62"/>
              <a:gd name="T3" fmla="*/ 23 h 38"/>
              <a:gd name="T4" fmla="*/ 23 w 62"/>
              <a:gd name="T5" fmla="*/ 23 h 38"/>
              <a:gd name="T6" fmla="*/ 0 w 62"/>
              <a:gd name="T7" fmla="*/ 36 h 38"/>
              <a:gd name="T8" fmla="*/ 0 w 62"/>
              <a:gd name="T9" fmla="*/ 38 h 38"/>
              <a:gd name="T10" fmla="*/ 62 w 62"/>
              <a:gd name="T11" fmla="*/ 0 h 38"/>
              <a:gd name="T12" fmla="*/ 62 w 62"/>
              <a:gd name="T13" fmla="*/ 0 h 38"/>
            </a:gdLst>
            <a:ahLst/>
            <a:cxnLst>
              <a:cxn ang="0">
                <a:pos x="T0" y="T1"/>
              </a:cxn>
              <a:cxn ang="0">
                <a:pos x="T2" y="T3"/>
              </a:cxn>
              <a:cxn ang="0">
                <a:pos x="T4" y="T5"/>
              </a:cxn>
              <a:cxn ang="0">
                <a:pos x="T6" y="T7"/>
              </a:cxn>
              <a:cxn ang="0">
                <a:pos x="T8" y="T9"/>
              </a:cxn>
              <a:cxn ang="0">
                <a:pos x="T10" y="T11"/>
              </a:cxn>
              <a:cxn ang="0">
                <a:pos x="T12" y="T13"/>
              </a:cxn>
            </a:cxnLst>
            <a:rect l="0" t="0" r="r" b="b"/>
            <a:pathLst>
              <a:path w="62" h="38">
                <a:moveTo>
                  <a:pt x="62" y="0"/>
                </a:moveTo>
                <a:lnTo>
                  <a:pt x="23" y="23"/>
                </a:lnTo>
                <a:lnTo>
                  <a:pt x="0" y="36"/>
                </a:lnTo>
                <a:lnTo>
                  <a:pt x="0" y="38"/>
                </a:lnTo>
                <a:lnTo>
                  <a:pt x="62"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0" name="Freeform 174">
            <a:extLst>
              <a:ext uri="{FF2B5EF4-FFF2-40B4-BE49-F238E27FC236}">
                <a16:creationId xmlns="" xmlns:a16="http://schemas.microsoft.com/office/drawing/2014/main" id="{4F3B3C19-8717-4B84-BAF1-F7E1213C12B1}"/>
              </a:ext>
            </a:extLst>
          </p:cNvPr>
          <p:cNvSpPr>
            <a:spLocks noEditPoints="1" noChangeArrowheads="1"/>
          </p:cNvSpPr>
          <p:nvPr/>
        </p:nvSpPr>
        <p:spPr bwMode="auto">
          <a:xfrm>
            <a:off x="2962275" y="4264025"/>
            <a:ext cx="438150" cy="157163"/>
          </a:xfrm>
          <a:custGeom>
            <a:avLst/>
            <a:gdLst>
              <a:gd name="T0" fmla="*/ 106 w 106"/>
              <a:gd name="T1" fmla="*/ 38 h 38"/>
              <a:gd name="T2" fmla="*/ 106 w 106"/>
              <a:gd name="T3" fmla="*/ 38 h 38"/>
              <a:gd name="T4" fmla="*/ 106 w 106"/>
              <a:gd name="T5" fmla="*/ 38 h 38"/>
              <a:gd name="T6" fmla="*/ 106 w 106"/>
              <a:gd name="T7" fmla="*/ 38 h 38"/>
              <a:gd name="T8" fmla="*/ 106 w 106"/>
              <a:gd name="T9" fmla="*/ 38 h 38"/>
              <a:gd name="T10" fmla="*/ 106 w 106"/>
              <a:gd name="T11" fmla="*/ 38 h 38"/>
              <a:gd name="T12" fmla="*/ 106 w 106"/>
              <a:gd name="T13" fmla="*/ 38 h 38"/>
              <a:gd name="T14" fmla="*/ 106 w 106"/>
              <a:gd name="T15" fmla="*/ 38 h 38"/>
              <a:gd name="T16" fmla="*/ 106 w 106"/>
              <a:gd name="T17" fmla="*/ 38 h 38"/>
              <a:gd name="T18" fmla="*/ 106 w 106"/>
              <a:gd name="T19" fmla="*/ 38 h 38"/>
              <a:gd name="T20" fmla="*/ 106 w 106"/>
              <a:gd name="T21" fmla="*/ 38 h 38"/>
              <a:gd name="T22" fmla="*/ 106 w 106"/>
              <a:gd name="T23" fmla="*/ 38 h 38"/>
              <a:gd name="T24" fmla="*/ 19 w 106"/>
              <a:gd name="T25" fmla="*/ 0 h 38"/>
              <a:gd name="T26" fmla="*/ 0 w 106"/>
              <a:gd name="T27" fmla="*/ 11 h 38"/>
              <a:gd name="T28" fmla="*/ 0 w 106"/>
              <a:gd name="T29" fmla="*/ 11 h 38"/>
              <a:gd name="T30" fmla="*/ 19 w 106"/>
              <a:gd name="T31" fmla="*/ 0 h 38"/>
              <a:gd name="T32" fmla="*/ 19 w 106"/>
              <a:gd name="T33"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6" h="38">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06" y="38"/>
                </a:moveTo>
                <a:cubicBezTo>
                  <a:pt x="106" y="38"/>
                  <a:pt x="106" y="38"/>
                  <a:pt x="106" y="38"/>
                </a:cubicBezTo>
                <a:cubicBezTo>
                  <a:pt x="106" y="38"/>
                  <a:pt x="106" y="38"/>
                  <a:pt x="106" y="38"/>
                </a:cubicBezTo>
                <a:moveTo>
                  <a:pt x="19" y="0"/>
                </a:moveTo>
                <a:cubicBezTo>
                  <a:pt x="0" y="11"/>
                  <a:pt x="0" y="11"/>
                  <a:pt x="0" y="11"/>
                </a:cubicBezTo>
                <a:cubicBezTo>
                  <a:pt x="0" y="11"/>
                  <a:pt x="0" y="11"/>
                  <a:pt x="0" y="11"/>
                </a:cubicBezTo>
                <a:cubicBezTo>
                  <a:pt x="19" y="0"/>
                  <a:pt x="19" y="0"/>
                  <a:pt x="19" y="0"/>
                </a:cubicBezTo>
                <a:cubicBezTo>
                  <a:pt x="19" y="0"/>
                  <a:pt x="19" y="0"/>
                  <a:pt x="19"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Freeform 195">
            <a:extLst>
              <a:ext uri="{FF2B5EF4-FFF2-40B4-BE49-F238E27FC236}">
                <a16:creationId xmlns="" xmlns:a16="http://schemas.microsoft.com/office/drawing/2014/main" id="{45FD2AC0-4EE3-4E63-801A-6940FF69DE0C}"/>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close/>
              </a:path>
            </a:pathLst>
          </a:custGeom>
          <a:solidFill>
            <a:srgbClr val="4795C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2" name="Freeform 196">
            <a:extLst>
              <a:ext uri="{FF2B5EF4-FFF2-40B4-BE49-F238E27FC236}">
                <a16:creationId xmlns="" xmlns:a16="http://schemas.microsoft.com/office/drawing/2014/main" id="{34844A0F-31A9-498B-AB22-9A3B9F429DAA}"/>
              </a:ext>
            </a:extLst>
          </p:cNvPr>
          <p:cNvSpPr>
            <a:spLocks noChangeArrowheads="1"/>
          </p:cNvSpPr>
          <p:nvPr/>
        </p:nvSpPr>
        <p:spPr bwMode="auto">
          <a:xfrm>
            <a:off x="2525713" y="2960688"/>
            <a:ext cx="120650" cy="207962"/>
          </a:xfrm>
          <a:custGeom>
            <a:avLst/>
            <a:gdLst>
              <a:gd name="T0" fmla="*/ 0 w 61"/>
              <a:gd name="T1" fmla="*/ 0 h 104"/>
              <a:gd name="T2" fmla="*/ 61 w 61"/>
              <a:gd name="T3" fmla="*/ 104 h 104"/>
              <a:gd name="T4" fmla="*/ 61 w 61"/>
              <a:gd name="T5" fmla="*/ 104 h 104"/>
              <a:gd name="T6" fmla="*/ 3 w 61"/>
              <a:gd name="T7" fmla="*/ 2 h 104"/>
              <a:gd name="T8" fmla="*/ 0 w 61"/>
              <a:gd name="T9" fmla="*/ 0 h 104"/>
            </a:gdLst>
            <a:ahLst/>
            <a:cxnLst>
              <a:cxn ang="0">
                <a:pos x="T0" y="T1"/>
              </a:cxn>
              <a:cxn ang="0">
                <a:pos x="T2" y="T3"/>
              </a:cxn>
              <a:cxn ang="0">
                <a:pos x="T4" y="T5"/>
              </a:cxn>
              <a:cxn ang="0">
                <a:pos x="T6" y="T7"/>
              </a:cxn>
              <a:cxn ang="0">
                <a:pos x="T8" y="T9"/>
              </a:cxn>
            </a:cxnLst>
            <a:rect l="0" t="0" r="r" b="b"/>
            <a:pathLst>
              <a:path w="61" h="104">
                <a:moveTo>
                  <a:pt x="0" y="0"/>
                </a:moveTo>
                <a:lnTo>
                  <a:pt x="61" y="104"/>
                </a:lnTo>
                <a:lnTo>
                  <a:pt x="3" y="2"/>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Freeform 197">
            <a:extLst>
              <a:ext uri="{FF2B5EF4-FFF2-40B4-BE49-F238E27FC236}">
                <a16:creationId xmlns="" xmlns:a16="http://schemas.microsoft.com/office/drawing/2014/main" id="{0C9FE571-6504-4D50-95FA-C26A1E0FD13D}"/>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close/>
                <a:moveTo>
                  <a:pt x="0" y="0"/>
                </a:moveTo>
                <a:lnTo>
                  <a:pt x="4" y="8"/>
                </a:lnTo>
                <a:lnTo>
                  <a:pt x="7" y="10"/>
                </a:lnTo>
                <a:lnTo>
                  <a:pt x="0" y="0"/>
                </a:lnTo>
                <a:close/>
              </a:path>
            </a:pathLst>
          </a:custGeom>
          <a:solidFill>
            <a:srgbClr val="3B89A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4" name="Freeform 198">
            <a:extLst>
              <a:ext uri="{FF2B5EF4-FFF2-40B4-BE49-F238E27FC236}">
                <a16:creationId xmlns="" xmlns:a16="http://schemas.microsoft.com/office/drawing/2014/main" id="{235EC29E-561F-4502-A6EC-0476AB951EA5}"/>
              </a:ext>
            </a:extLst>
          </p:cNvPr>
          <p:cNvSpPr>
            <a:spLocks noEditPoints="1" noChangeArrowheads="1"/>
          </p:cNvSpPr>
          <p:nvPr/>
        </p:nvSpPr>
        <p:spPr bwMode="auto">
          <a:xfrm>
            <a:off x="2517775" y="2944813"/>
            <a:ext cx="136525" cy="231775"/>
          </a:xfrm>
          <a:custGeom>
            <a:avLst/>
            <a:gdLst>
              <a:gd name="T0" fmla="*/ 65 w 69"/>
              <a:gd name="T1" fmla="*/ 112 h 116"/>
              <a:gd name="T2" fmla="*/ 65 w 69"/>
              <a:gd name="T3" fmla="*/ 112 h 116"/>
              <a:gd name="T4" fmla="*/ 67 w 69"/>
              <a:gd name="T5" fmla="*/ 116 h 116"/>
              <a:gd name="T6" fmla="*/ 69 w 69"/>
              <a:gd name="T7" fmla="*/ 116 h 116"/>
              <a:gd name="T8" fmla="*/ 65 w 69"/>
              <a:gd name="T9" fmla="*/ 112 h 116"/>
              <a:gd name="T10" fmla="*/ 0 w 69"/>
              <a:gd name="T11" fmla="*/ 0 h 116"/>
              <a:gd name="T12" fmla="*/ 4 w 69"/>
              <a:gd name="T13" fmla="*/ 8 h 116"/>
              <a:gd name="T14" fmla="*/ 7 w 69"/>
              <a:gd name="T15" fmla="*/ 10 h 116"/>
              <a:gd name="T16" fmla="*/ 0 w 69"/>
              <a:gd name="T17" fmla="*/ 0 h 116"/>
              <a:gd name="T18" fmla="*/ 0 w 69"/>
              <a:gd name="T19" fmla="*/ 0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 h="116">
                <a:moveTo>
                  <a:pt x="65" y="112"/>
                </a:moveTo>
                <a:lnTo>
                  <a:pt x="65" y="112"/>
                </a:lnTo>
                <a:lnTo>
                  <a:pt x="67" y="116"/>
                </a:lnTo>
                <a:lnTo>
                  <a:pt x="69" y="116"/>
                </a:lnTo>
                <a:lnTo>
                  <a:pt x="65" y="112"/>
                </a:lnTo>
                <a:moveTo>
                  <a:pt x="0" y="0"/>
                </a:moveTo>
                <a:lnTo>
                  <a:pt x="4" y="8"/>
                </a:lnTo>
                <a:lnTo>
                  <a:pt x="7" y="10"/>
                </a:ln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5" name="Freeform 168">
            <a:extLst>
              <a:ext uri="{FF2B5EF4-FFF2-40B4-BE49-F238E27FC236}">
                <a16:creationId xmlns="" xmlns:a16="http://schemas.microsoft.com/office/drawing/2014/main" id="{AE44EABA-F0D6-48DC-9067-7D8D8D01BBBD}"/>
              </a:ext>
            </a:extLst>
          </p:cNvPr>
          <p:cNvSpPr>
            <a:spLocks noChangeArrowheads="1"/>
          </p:cNvSpPr>
          <p:nvPr/>
        </p:nvSpPr>
        <p:spPr bwMode="auto">
          <a:xfrm>
            <a:off x="2414588" y="3217863"/>
            <a:ext cx="1047750" cy="1233487"/>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69">
            <a:extLst>
              <a:ext uri="{FF2B5EF4-FFF2-40B4-BE49-F238E27FC236}">
                <a16:creationId xmlns="" xmlns:a16="http://schemas.microsoft.com/office/drawing/2014/main" id="{FA0F6601-90E8-4201-8DC9-55A6E6826EAD}"/>
              </a:ext>
            </a:extLst>
          </p:cNvPr>
          <p:cNvSpPr>
            <a:spLocks noEditPoints="1" noChangeArrowheads="1"/>
          </p:cNvSpPr>
          <p:nvPr/>
        </p:nvSpPr>
        <p:spPr bwMode="auto">
          <a:xfrm>
            <a:off x="2414588" y="3217863"/>
            <a:ext cx="1047750" cy="1233487"/>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Freeform 170">
            <a:extLst>
              <a:ext uri="{FF2B5EF4-FFF2-40B4-BE49-F238E27FC236}">
                <a16:creationId xmlns="" xmlns:a16="http://schemas.microsoft.com/office/drawing/2014/main" id="{685DC869-5BF0-4A5C-92C1-825CFA31CF73}"/>
              </a:ext>
            </a:extLst>
          </p:cNvPr>
          <p:cNvSpPr>
            <a:spLocks noChangeArrowheads="1"/>
          </p:cNvSpPr>
          <p:nvPr/>
        </p:nvSpPr>
        <p:spPr bwMode="auto">
          <a:xfrm>
            <a:off x="2401888" y="3241675"/>
            <a:ext cx="998537" cy="1222375"/>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8" name="Freeform 171">
            <a:extLst>
              <a:ext uri="{FF2B5EF4-FFF2-40B4-BE49-F238E27FC236}">
                <a16:creationId xmlns="" xmlns:a16="http://schemas.microsoft.com/office/drawing/2014/main" id="{E4392ACA-855B-4EE2-9DE7-50DE9DA824D3}"/>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Freeform 175">
            <a:extLst>
              <a:ext uri="{FF2B5EF4-FFF2-40B4-BE49-F238E27FC236}">
                <a16:creationId xmlns="" xmlns:a16="http://schemas.microsoft.com/office/drawing/2014/main" id="{2CC41932-B45C-4518-B132-5AB45491DA36}"/>
              </a:ext>
            </a:extLst>
          </p:cNvPr>
          <p:cNvSpPr>
            <a:spLocks noChangeArrowheads="1"/>
          </p:cNvSpPr>
          <p:nvPr/>
        </p:nvSpPr>
        <p:spPr bwMode="auto">
          <a:xfrm>
            <a:off x="2389188" y="3262313"/>
            <a:ext cx="985837" cy="1195387"/>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0" name="Freeform 178">
            <a:extLst>
              <a:ext uri="{FF2B5EF4-FFF2-40B4-BE49-F238E27FC236}">
                <a16:creationId xmlns="" xmlns:a16="http://schemas.microsoft.com/office/drawing/2014/main" id="{4CB39093-5ACA-46CC-8444-43366D098E07}"/>
              </a:ext>
            </a:extLst>
          </p:cNvPr>
          <p:cNvSpPr>
            <a:spLocks noChangeArrowheads="1"/>
          </p:cNvSpPr>
          <p:nvPr/>
        </p:nvSpPr>
        <p:spPr bwMode="auto">
          <a:xfrm>
            <a:off x="2414588" y="3252788"/>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1" name="Freeform 179">
            <a:extLst>
              <a:ext uri="{FF2B5EF4-FFF2-40B4-BE49-F238E27FC236}">
                <a16:creationId xmlns="" xmlns:a16="http://schemas.microsoft.com/office/drawing/2014/main" id="{F9D766FB-DE9B-4F4A-98DF-AB1A6C892658}"/>
              </a:ext>
            </a:extLst>
          </p:cNvPr>
          <p:cNvSpPr>
            <a:spLocks noChangeArrowheads="1"/>
          </p:cNvSpPr>
          <p:nvPr/>
        </p:nvSpPr>
        <p:spPr bwMode="auto">
          <a:xfrm>
            <a:off x="2414588" y="3246438"/>
            <a:ext cx="17462"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80">
            <a:extLst>
              <a:ext uri="{FF2B5EF4-FFF2-40B4-BE49-F238E27FC236}">
                <a16:creationId xmlns="" xmlns:a16="http://schemas.microsoft.com/office/drawing/2014/main" id="{7D1C4006-8482-4DB8-88E9-3934F97DA4D3}"/>
              </a:ext>
            </a:extLst>
          </p:cNvPr>
          <p:cNvSpPr>
            <a:spLocks noChangeArrowheads="1"/>
          </p:cNvSpPr>
          <p:nvPr/>
        </p:nvSpPr>
        <p:spPr bwMode="auto">
          <a:xfrm>
            <a:off x="2414588" y="3241675"/>
            <a:ext cx="1004887" cy="1193800"/>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Freeform 181">
            <a:extLst>
              <a:ext uri="{FF2B5EF4-FFF2-40B4-BE49-F238E27FC236}">
                <a16:creationId xmlns="" xmlns:a16="http://schemas.microsoft.com/office/drawing/2014/main" id="{4D0D5918-119E-4D26-BD83-B2C7ABD74FBD}"/>
              </a:ext>
            </a:extLst>
          </p:cNvPr>
          <p:cNvSpPr>
            <a:spLocks noEditPoints="1" noChangeArrowheads="1"/>
          </p:cNvSpPr>
          <p:nvPr/>
        </p:nvSpPr>
        <p:spPr bwMode="auto">
          <a:xfrm>
            <a:off x="2422525" y="3252788"/>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4" name="Rectangle 182">
            <a:extLst>
              <a:ext uri="{FF2B5EF4-FFF2-40B4-BE49-F238E27FC236}">
                <a16:creationId xmlns="" xmlns:a16="http://schemas.microsoft.com/office/drawing/2014/main" id="{AE613C82-F884-4DC9-9277-4B21560BCF3E}"/>
              </a:ext>
            </a:extLst>
          </p:cNvPr>
          <p:cNvSpPr>
            <a:spLocks noChangeArrowheads="1"/>
          </p:cNvSpPr>
          <p:nvPr/>
        </p:nvSpPr>
        <p:spPr bwMode="auto">
          <a:xfrm>
            <a:off x="2414588" y="3255963"/>
            <a:ext cx="1587" cy="1587"/>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5" name="Freeform 183">
            <a:extLst>
              <a:ext uri="{FF2B5EF4-FFF2-40B4-BE49-F238E27FC236}">
                <a16:creationId xmlns="" xmlns:a16="http://schemas.microsoft.com/office/drawing/2014/main" id="{D8756AA1-23A1-4CA0-B349-3C9C35AB2FAA}"/>
              </a:ext>
            </a:extLst>
          </p:cNvPr>
          <p:cNvSpPr>
            <a:spLocks noChangeArrowheads="1"/>
          </p:cNvSpPr>
          <p:nvPr/>
        </p:nvSpPr>
        <p:spPr bwMode="auto">
          <a:xfrm>
            <a:off x="2414588" y="3255963"/>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6" name="Freeform 186">
            <a:extLst>
              <a:ext uri="{FF2B5EF4-FFF2-40B4-BE49-F238E27FC236}">
                <a16:creationId xmlns="" xmlns:a16="http://schemas.microsoft.com/office/drawing/2014/main" id="{BE9BDD4E-EDB3-44C0-93CF-B76D90F851C8}"/>
              </a:ext>
            </a:extLst>
          </p:cNvPr>
          <p:cNvSpPr>
            <a:spLocks noChangeArrowheads="1"/>
          </p:cNvSpPr>
          <p:nvPr/>
        </p:nvSpPr>
        <p:spPr bwMode="auto">
          <a:xfrm>
            <a:off x="2422525" y="3246438"/>
            <a:ext cx="993775" cy="1201737"/>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7" name="Freeform 187">
            <a:extLst>
              <a:ext uri="{FF2B5EF4-FFF2-40B4-BE49-F238E27FC236}">
                <a16:creationId xmlns="" xmlns:a16="http://schemas.microsoft.com/office/drawing/2014/main" id="{A5B9303C-609D-4806-A6F2-A51E180B570F}"/>
              </a:ext>
            </a:extLst>
          </p:cNvPr>
          <p:cNvSpPr>
            <a:spLocks noEditPoints="1" noChangeArrowheads="1"/>
          </p:cNvSpPr>
          <p:nvPr/>
        </p:nvSpPr>
        <p:spPr bwMode="auto">
          <a:xfrm>
            <a:off x="2422525" y="3252788"/>
            <a:ext cx="977900" cy="1195387"/>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209">
            <a:extLst>
              <a:ext uri="{FF2B5EF4-FFF2-40B4-BE49-F238E27FC236}">
                <a16:creationId xmlns="" xmlns:a16="http://schemas.microsoft.com/office/drawing/2014/main" id="{74F8F791-0B62-4827-B2F1-D0504FE0E10E}"/>
              </a:ext>
            </a:extLst>
          </p:cNvPr>
          <p:cNvSpPr>
            <a:spLocks noEditPoints="1" noChangeArrowheads="1"/>
          </p:cNvSpPr>
          <p:nvPr/>
        </p:nvSpPr>
        <p:spPr bwMode="auto">
          <a:xfrm>
            <a:off x="3143250" y="3263900"/>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217">
            <a:extLst>
              <a:ext uri="{FF2B5EF4-FFF2-40B4-BE49-F238E27FC236}">
                <a16:creationId xmlns="" xmlns:a16="http://schemas.microsoft.com/office/drawing/2014/main" id="{11EC5DF8-5E89-496F-8081-5FB743F474F8}"/>
              </a:ext>
            </a:extLst>
          </p:cNvPr>
          <p:cNvSpPr>
            <a:spLocks noChangeArrowheads="1"/>
          </p:cNvSpPr>
          <p:nvPr/>
        </p:nvSpPr>
        <p:spPr bwMode="auto">
          <a:xfrm>
            <a:off x="2443163" y="2514600"/>
            <a:ext cx="123825" cy="180975"/>
          </a:xfrm>
          <a:custGeom>
            <a:avLst/>
            <a:gdLst>
              <a:gd name="T0" fmla="*/ 30 w 30"/>
              <a:gd name="T1" fmla="*/ 31 h 44"/>
              <a:gd name="T2" fmla="*/ 15 w 30"/>
              <a:gd name="T3" fmla="*/ 40 h 44"/>
              <a:gd name="T4" fmla="*/ 0 w 30"/>
              <a:gd name="T5" fmla="*/ 14 h 44"/>
              <a:gd name="T6" fmla="*/ 15 w 30"/>
              <a:gd name="T7" fmla="*/ 5 h 44"/>
              <a:gd name="T8" fmla="*/ 30 w 30"/>
              <a:gd name="T9" fmla="*/ 31 h 44"/>
            </a:gdLst>
            <a:ahLst/>
            <a:cxnLst>
              <a:cxn ang="0">
                <a:pos x="T0" y="T1"/>
              </a:cxn>
              <a:cxn ang="0">
                <a:pos x="T2" y="T3"/>
              </a:cxn>
              <a:cxn ang="0">
                <a:pos x="T4" y="T5"/>
              </a:cxn>
              <a:cxn ang="0">
                <a:pos x="T6" y="T7"/>
              </a:cxn>
              <a:cxn ang="0">
                <a:pos x="T8" y="T9"/>
              </a:cxn>
            </a:cxnLst>
            <a:rect l="0" t="0" r="r" b="b"/>
            <a:pathLst>
              <a:path w="30" h="44">
                <a:moveTo>
                  <a:pt x="30" y="31"/>
                </a:moveTo>
                <a:cubicBezTo>
                  <a:pt x="30" y="40"/>
                  <a:pt x="23" y="44"/>
                  <a:pt x="15" y="40"/>
                </a:cubicBezTo>
                <a:cubicBezTo>
                  <a:pt x="7" y="35"/>
                  <a:pt x="0" y="23"/>
                  <a:pt x="0" y="14"/>
                </a:cubicBezTo>
                <a:cubicBezTo>
                  <a:pt x="0" y="4"/>
                  <a:pt x="7"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218">
            <a:extLst>
              <a:ext uri="{FF2B5EF4-FFF2-40B4-BE49-F238E27FC236}">
                <a16:creationId xmlns="" xmlns:a16="http://schemas.microsoft.com/office/drawing/2014/main" id="{6E73F24A-6E9E-4B84-9E02-F5629523D8F4}"/>
              </a:ext>
            </a:extLst>
          </p:cNvPr>
          <p:cNvSpPr>
            <a:spLocks noChangeArrowheads="1"/>
          </p:cNvSpPr>
          <p:nvPr/>
        </p:nvSpPr>
        <p:spPr bwMode="auto">
          <a:xfrm>
            <a:off x="2597150" y="2600325"/>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6" y="35"/>
                  <a:pt x="0" y="23"/>
                  <a:pt x="0" y="14"/>
                </a:cubicBezTo>
                <a:cubicBezTo>
                  <a:pt x="0" y="4"/>
                  <a:pt x="6" y="0"/>
                  <a:pt x="15" y="5"/>
                </a:cubicBezTo>
                <a:cubicBezTo>
                  <a:pt x="23" y="10"/>
                  <a:pt x="30" y="21"/>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219">
            <a:extLst>
              <a:ext uri="{FF2B5EF4-FFF2-40B4-BE49-F238E27FC236}">
                <a16:creationId xmlns="" xmlns:a16="http://schemas.microsoft.com/office/drawing/2014/main" id="{BFACD187-1051-4D82-8320-1DAAC7A8FD01}"/>
              </a:ext>
            </a:extLst>
          </p:cNvPr>
          <p:cNvSpPr>
            <a:spLocks noChangeArrowheads="1"/>
          </p:cNvSpPr>
          <p:nvPr/>
        </p:nvSpPr>
        <p:spPr bwMode="auto">
          <a:xfrm>
            <a:off x="2746375" y="2687638"/>
            <a:ext cx="123825" cy="187325"/>
          </a:xfrm>
          <a:custGeom>
            <a:avLst/>
            <a:gdLst>
              <a:gd name="T0" fmla="*/ 30 w 30"/>
              <a:gd name="T1" fmla="*/ 31 h 45"/>
              <a:gd name="T2" fmla="*/ 15 w 30"/>
              <a:gd name="T3" fmla="*/ 40 h 45"/>
              <a:gd name="T4" fmla="*/ 0 w 30"/>
              <a:gd name="T5" fmla="*/ 14 h 45"/>
              <a:gd name="T6" fmla="*/ 15 w 30"/>
              <a:gd name="T7" fmla="*/ 5 h 45"/>
              <a:gd name="T8" fmla="*/ 30 w 30"/>
              <a:gd name="T9" fmla="*/ 31 h 45"/>
            </a:gdLst>
            <a:ahLst/>
            <a:cxnLst>
              <a:cxn ang="0">
                <a:pos x="T0" y="T1"/>
              </a:cxn>
              <a:cxn ang="0">
                <a:pos x="T2" y="T3"/>
              </a:cxn>
              <a:cxn ang="0">
                <a:pos x="T4" y="T5"/>
              </a:cxn>
              <a:cxn ang="0">
                <a:pos x="T6" y="T7"/>
              </a:cxn>
              <a:cxn ang="0">
                <a:pos x="T8" y="T9"/>
              </a:cxn>
            </a:cxnLst>
            <a:rect l="0" t="0" r="r" b="b"/>
            <a:pathLst>
              <a:path w="30" h="45">
                <a:moveTo>
                  <a:pt x="30" y="31"/>
                </a:moveTo>
                <a:cubicBezTo>
                  <a:pt x="30" y="41"/>
                  <a:pt x="23" y="45"/>
                  <a:pt x="15" y="40"/>
                </a:cubicBezTo>
                <a:cubicBezTo>
                  <a:pt x="7" y="35"/>
                  <a:pt x="0" y="23"/>
                  <a:pt x="0" y="14"/>
                </a:cubicBezTo>
                <a:cubicBezTo>
                  <a:pt x="0" y="4"/>
                  <a:pt x="7" y="0"/>
                  <a:pt x="15" y="5"/>
                </a:cubicBezTo>
                <a:cubicBezTo>
                  <a:pt x="23" y="10"/>
                  <a:pt x="30" y="22"/>
                  <a:pt x="30" y="31"/>
                </a:cubicBezTo>
                <a:close/>
              </a:path>
            </a:pathLst>
          </a:custGeom>
          <a:solidFill>
            <a:srgbClr val="FCCC6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92" name="组合 87">
            <a:extLst>
              <a:ext uri="{FF2B5EF4-FFF2-40B4-BE49-F238E27FC236}">
                <a16:creationId xmlns="" xmlns:a16="http://schemas.microsoft.com/office/drawing/2014/main" id="{9BF249A1-4B86-4E76-BEEA-C488BE876470}"/>
              </a:ext>
            </a:extLst>
          </p:cNvPr>
          <p:cNvGrpSpPr>
            <a:grpSpLocks/>
          </p:cNvGrpSpPr>
          <p:nvPr/>
        </p:nvGrpSpPr>
        <p:grpSpPr bwMode="auto">
          <a:xfrm>
            <a:off x="3649663" y="2506663"/>
            <a:ext cx="1073150" cy="1244600"/>
            <a:chOff x="5332731" y="3343275"/>
            <a:chExt cx="855345" cy="992188"/>
          </a:xfrm>
        </p:grpSpPr>
        <p:sp>
          <p:nvSpPr>
            <p:cNvPr id="93" name="Freeform 168">
              <a:extLst>
                <a:ext uri="{FF2B5EF4-FFF2-40B4-BE49-F238E27FC236}">
                  <a16:creationId xmlns="" xmlns:a16="http://schemas.microsoft.com/office/drawing/2014/main" id="{CE1CA0CA-5096-44EA-8D87-2E4D1DA89D8A}"/>
                </a:ext>
              </a:extLst>
            </p:cNvPr>
            <p:cNvSpPr>
              <a:spLocks noChangeArrowheads="1"/>
            </p:cNvSpPr>
            <p:nvPr/>
          </p:nvSpPr>
          <p:spPr bwMode="auto">
            <a:xfrm>
              <a:off x="5353051" y="3343275"/>
              <a:ext cx="835025" cy="982663"/>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Freeform 169">
              <a:extLst>
                <a:ext uri="{FF2B5EF4-FFF2-40B4-BE49-F238E27FC236}">
                  <a16:creationId xmlns="" xmlns:a16="http://schemas.microsoft.com/office/drawing/2014/main" id="{73FF06F4-C87D-42E3-B462-6C99F9C19E98}"/>
                </a:ext>
              </a:extLst>
            </p:cNvPr>
            <p:cNvSpPr>
              <a:spLocks noEditPoints="1" noChangeArrowheads="1"/>
            </p:cNvSpPr>
            <p:nvPr/>
          </p:nvSpPr>
          <p:spPr bwMode="auto">
            <a:xfrm>
              <a:off x="5353051" y="3343275"/>
              <a:ext cx="835025" cy="982663"/>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5" name="Freeform 170">
              <a:extLst>
                <a:ext uri="{FF2B5EF4-FFF2-40B4-BE49-F238E27FC236}">
                  <a16:creationId xmlns="" xmlns:a16="http://schemas.microsoft.com/office/drawing/2014/main" id="{C763CF50-EE1F-446E-A897-0607512BE836}"/>
                </a:ext>
              </a:extLst>
            </p:cNvPr>
            <p:cNvSpPr>
              <a:spLocks noChangeArrowheads="1"/>
            </p:cNvSpPr>
            <p:nvPr/>
          </p:nvSpPr>
          <p:spPr bwMode="auto">
            <a:xfrm>
              <a:off x="5343526" y="3362325"/>
              <a:ext cx="795338" cy="97313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6" name="Freeform 171">
              <a:extLst>
                <a:ext uri="{FF2B5EF4-FFF2-40B4-BE49-F238E27FC236}">
                  <a16:creationId xmlns="" xmlns:a16="http://schemas.microsoft.com/office/drawing/2014/main" id="{9E220766-4E47-4AB6-B40C-DF1BA1E36585}"/>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7" name="Freeform 175">
              <a:extLst>
                <a:ext uri="{FF2B5EF4-FFF2-40B4-BE49-F238E27FC236}">
                  <a16:creationId xmlns="" xmlns:a16="http://schemas.microsoft.com/office/drawing/2014/main" id="{CBAE04A0-1673-4DA8-ADD1-7F75FC0B97DD}"/>
                </a:ext>
              </a:extLst>
            </p:cNvPr>
            <p:cNvSpPr>
              <a:spLocks noChangeArrowheads="1"/>
            </p:cNvSpPr>
            <p:nvPr/>
          </p:nvSpPr>
          <p:spPr bwMode="auto">
            <a:xfrm>
              <a:off x="5332731" y="3377883"/>
              <a:ext cx="785813" cy="952500"/>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8" name="Freeform 178">
              <a:extLst>
                <a:ext uri="{FF2B5EF4-FFF2-40B4-BE49-F238E27FC236}">
                  <a16:creationId xmlns="" xmlns:a16="http://schemas.microsoft.com/office/drawing/2014/main" id="{BFAA404D-07BC-435C-92F1-7EAC66343258}"/>
                </a:ext>
              </a:extLst>
            </p:cNvPr>
            <p:cNvSpPr>
              <a:spLocks noChangeArrowheads="1"/>
            </p:cNvSpPr>
            <p:nvPr/>
          </p:nvSpPr>
          <p:spPr bwMode="auto">
            <a:xfrm>
              <a:off x="5353051" y="3370263"/>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9" name="Freeform 179">
              <a:extLst>
                <a:ext uri="{FF2B5EF4-FFF2-40B4-BE49-F238E27FC236}">
                  <a16:creationId xmlns="" xmlns:a16="http://schemas.microsoft.com/office/drawing/2014/main" id="{D490FBBA-3B99-4D1F-8880-ED9BBB009A35}"/>
                </a:ext>
              </a:extLst>
            </p:cNvPr>
            <p:cNvSpPr>
              <a:spLocks noChangeArrowheads="1"/>
            </p:cNvSpPr>
            <p:nvPr/>
          </p:nvSpPr>
          <p:spPr bwMode="auto">
            <a:xfrm>
              <a:off x="5353051" y="3365500"/>
              <a:ext cx="14288" cy="7938"/>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0" name="Freeform 180">
              <a:extLst>
                <a:ext uri="{FF2B5EF4-FFF2-40B4-BE49-F238E27FC236}">
                  <a16:creationId xmlns="" xmlns:a16="http://schemas.microsoft.com/office/drawing/2014/main" id="{05706127-DCED-4513-840A-3BD3AB114F46}"/>
                </a:ext>
              </a:extLst>
            </p:cNvPr>
            <p:cNvSpPr>
              <a:spLocks noChangeArrowheads="1"/>
            </p:cNvSpPr>
            <p:nvPr/>
          </p:nvSpPr>
          <p:spPr bwMode="auto">
            <a:xfrm>
              <a:off x="5353051" y="3362325"/>
              <a:ext cx="801688" cy="9509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1" name="Freeform 181">
              <a:extLst>
                <a:ext uri="{FF2B5EF4-FFF2-40B4-BE49-F238E27FC236}">
                  <a16:creationId xmlns="" xmlns:a16="http://schemas.microsoft.com/office/drawing/2014/main" id="{2EC828FC-01D2-484F-9636-FEE3D4CC282C}"/>
                </a:ext>
              </a:extLst>
            </p:cNvPr>
            <p:cNvSpPr>
              <a:spLocks noEditPoints="1" noChangeArrowheads="1"/>
            </p:cNvSpPr>
            <p:nvPr/>
          </p:nvSpPr>
          <p:spPr bwMode="auto">
            <a:xfrm>
              <a:off x="5359401" y="3370263"/>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2" name="Rectangle 182">
              <a:extLst>
                <a:ext uri="{FF2B5EF4-FFF2-40B4-BE49-F238E27FC236}">
                  <a16:creationId xmlns="" xmlns:a16="http://schemas.microsoft.com/office/drawing/2014/main" id="{66AE8E7E-FFF4-4CCB-8979-7822DC9ACC1D}"/>
                </a:ext>
              </a:extLst>
            </p:cNvPr>
            <p:cNvSpPr>
              <a:spLocks noChangeArrowheads="1"/>
            </p:cNvSpPr>
            <p:nvPr/>
          </p:nvSpPr>
          <p:spPr bwMode="auto">
            <a:xfrm>
              <a:off x="5353051" y="3373438"/>
              <a:ext cx="1588" cy="1588"/>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03" name="Freeform 183">
              <a:extLst>
                <a:ext uri="{FF2B5EF4-FFF2-40B4-BE49-F238E27FC236}">
                  <a16:creationId xmlns="" xmlns:a16="http://schemas.microsoft.com/office/drawing/2014/main" id="{8676D9B5-53AC-4347-9C36-47D1E2013766}"/>
                </a:ext>
              </a:extLst>
            </p:cNvPr>
            <p:cNvSpPr>
              <a:spLocks noChangeArrowheads="1"/>
            </p:cNvSpPr>
            <p:nvPr/>
          </p:nvSpPr>
          <p:spPr bwMode="auto">
            <a:xfrm>
              <a:off x="5353051" y="3373438"/>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4" name="Freeform 186">
              <a:extLst>
                <a:ext uri="{FF2B5EF4-FFF2-40B4-BE49-F238E27FC236}">
                  <a16:creationId xmlns="" xmlns:a16="http://schemas.microsoft.com/office/drawing/2014/main" id="{BB5420F2-868C-45B1-BAC0-89DC0CF6F05F}"/>
                </a:ext>
              </a:extLst>
            </p:cNvPr>
            <p:cNvSpPr>
              <a:spLocks noChangeArrowheads="1"/>
            </p:cNvSpPr>
            <p:nvPr/>
          </p:nvSpPr>
          <p:spPr bwMode="auto">
            <a:xfrm>
              <a:off x="5359401" y="3365500"/>
              <a:ext cx="792163" cy="957263"/>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5" name="Freeform 187">
              <a:extLst>
                <a:ext uri="{FF2B5EF4-FFF2-40B4-BE49-F238E27FC236}">
                  <a16:creationId xmlns="" xmlns:a16="http://schemas.microsoft.com/office/drawing/2014/main" id="{212E335B-E0EE-4EA2-8379-C441DD026D17}"/>
                </a:ext>
              </a:extLst>
            </p:cNvPr>
            <p:cNvSpPr>
              <a:spLocks noEditPoints="1" noChangeArrowheads="1"/>
            </p:cNvSpPr>
            <p:nvPr/>
          </p:nvSpPr>
          <p:spPr bwMode="auto">
            <a:xfrm>
              <a:off x="5359401" y="3370263"/>
              <a:ext cx="779463" cy="952500"/>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6" name="Freeform 209">
              <a:extLst>
                <a:ext uri="{FF2B5EF4-FFF2-40B4-BE49-F238E27FC236}">
                  <a16:creationId xmlns="" xmlns:a16="http://schemas.microsoft.com/office/drawing/2014/main" id="{E245FF98-59F8-42A9-8B51-D1B16ADCEA8A}"/>
                </a:ext>
              </a:extLst>
            </p:cNvPr>
            <p:cNvSpPr>
              <a:spLocks noEditPoints="1" noChangeArrowheads="1"/>
            </p:cNvSpPr>
            <p:nvPr/>
          </p:nvSpPr>
          <p:spPr bwMode="auto">
            <a:xfrm>
              <a:off x="5934076" y="3379788"/>
              <a:ext cx="12700" cy="2222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107" name="Freeform 168">
            <a:extLst>
              <a:ext uri="{FF2B5EF4-FFF2-40B4-BE49-F238E27FC236}">
                <a16:creationId xmlns="" xmlns:a16="http://schemas.microsoft.com/office/drawing/2014/main" id="{C0745924-2690-4861-BFA6-57FA63001986}"/>
              </a:ext>
            </a:extLst>
          </p:cNvPr>
          <p:cNvSpPr>
            <a:spLocks noChangeArrowheads="1"/>
          </p:cNvSpPr>
          <p:nvPr/>
        </p:nvSpPr>
        <p:spPr bwMode="auto">
          <a:xfrm>
            <a:off x="2181225" y="2065338"/>
            <a:ext cx="1047750" cy="1231900"/>
          </a:xfrm>
          <a:custGeom>
            <a:avLst/>
            <a:gdLst>
              <a:gd name="T0" fmla="*/ 242 w 253"/>
              <a:gd name="T1" fmla="*/ 129 h 298"/>
              <a:gd name="T2" fmla="*/ 22 w 253"/>
              <a:gd name="T3" fmla="*/ 1 h 298"/>
              <a:gd name="T4" fmla="*/ 14 w 253"/>
              <a:gd name="T5" fmla="*/ 1 h 298"/>
              <a:gd name="T6" fmla="*/ 14 w 253"/>
              <a:gd name="T7" fmla="*/ 1 h 298"/>
              <a:gd name="T8" fmla="*/ 14 w 253"/>
              <a:gd name="T9" fmla="*/ 1 h 298"/>
              <a:gd name="T10" fmla="*/ 14 w 253"/>
              <a:gd name="T11" fmla="*/ 1 h 298"/>
              <a:gd name="T12" fmla="*/ 0 w 253"/>
              <a:gd name="T13" fmla="*/ 9 h 298"/>
              <a:gd name="T14" fmla="*/ 11 w 253"/>
              <a:gd name="T15" fmla="*/ 14 h 298"/>
              <a:gd name="T16" fmla="*/ 11 w 253"/>
              <a:gd name="T17" fmla="*/ 143 h 298"/>
              <a:gd name="T18" fmla="*/ 22 w 253"/>
              <a:gd name="T19" fmla="*/ 162 h 298"/>
              <a:gd name="T20" fmla="*/ 98 w 253"/>
              <a:gd name="T21" fmla="*/ 206 h 298"/>
              <a:gd name="T22" fmla="*/ 132 w 253"/>
              <a:gd name="T23" fmla="*/ 264 h 298"/>
              <a:gd name="T24" fmla="*/ 165 w 253"/>
              <a:gd name="T25" fmla="*/ 245 h 298"/>
              <a:gd name="T26" fmla="*/ 236 w 253"/>
              <a:gd name="T27" fmla="*/ 285 h 298"/>
              <a:gd name="T28" fmla="*/ 235 w 253"/>
              <a:gd name="T29" fmla="*/ 298 h 298"/>
              <a:gd name="T30" fmla="*/ 250 w 253"/>
              <a:gd name="T31" fmla="*/ 290 h 298"/>
              <a:gd name="T32" fmla="*/ 250 w 253"/>
              <a:gd name="T33" fmla="*/ 290 h 298"/>
              <a:gd name="T34" fmla="*/ 250 w 253"/>
              <a:gd name="T35" fmla="*/ 290 h 298"/>
              <a:gd name="T36" fmla="*/ 250 w 253"/>
              <a:gd name="T37" fmla="*/ 290 h 298"/>
              <a:gd name="T38" fmla="*/ 253 w 253"/>
              <a:gd name="T39" fmla="*/ 283 h 298"/>
              <a:gd name="T40" fmla="*/ 253 w 253"/>
              <a:gd name="T41" fmla="*/ 147 h 298"/>
              <a:gd name="T42" fmla="*/ 242 w 253"/>
              <a:gd name="T43" fmla="*/ 129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53" h="298">
                <a:moveTo>
                  <a:pt x="242" y="129"/>
                </a:moveTo>
                <a:cubicBezTo>
                  <a:pt x="22" y="1"/>
                  <a:pt x="22" y="1"/>
                  <a:pt x="22" y="1"/>
                </a:cubicBezTo>
                <a:cubicBezTo>
                  <a:pt x="19" y="0"/>
                  <a:pt x="16" y="0"/>
                  <a:pt x="14" y="1"/>
                </a:cubicBezTo>
                <a:cubicBezTo>
                  <a:pt x="14" y="1"/>
                  <a:pt x="14" y="1"/>
                  <a:pt x="14" y="1"/>
                </a:cubicBezTo>
                <a:cubicBezTo>
                  <a:pt x="14" y="1"/>
                  <a:pt x="14" y="1"/>
                  <a:pt x="14" y="1"/>
                </a:cubicBezTo>
                <a:cubicBezTo>
                  <a:pt x="14" y="1"/>
                  <a:pt x="14" y="1"/>
                  <a:pt x="14" y="1"/>
                </a:cubicBezTo>
                <a:cubicBezTo>
                  <a:pt x="0" y="9"/>
                  <a:pt x="0" y="9"/>
                  <a:pt x="0" y="9"/>
                </a:cubicBezTo>
                <a:cubicBezTo>
                  <a:pt x="11" y="14"/>
                  <a:pt x="11" y="14"/>
                  <a:pt x="11" y="14"/>
                </a:cubicBezTo>
                <a:cubicBezTo>
                  <a:pt x="11" y="143"/>
                  <a:pt x="11" y="143"/>
                  <a:pt x="11" y="143"/>
                </a:cubicBezTo>
                <a:cubicBezTo>
                  <a:pt x="11" y="150"/>
                  <a:pt x="16" y="158"/>
                  <a:pt x="22" y="162"/>
                </a:cubicBezTo>
                <a:cubicBezTo>
                  <a:pt x="98" y="206"/>
                  <a:pt x="98" y="206"/>
                  <a:pt x="98" y="206"/>
                </a:cubicBezTo>
                <a:cubicBezTo>
                  <a:pt x="132" y="264"/>
                  <a:pt x="132" y="264"/>
                  <a:pt x="132" y="264"/>
                </a:cubicBezTo>
                <a:cubicBezTo>
                  <a:pt x="165" y="245"/>
                  <a:pt x="165" y="245"/>
                  <a:pt x="165" y="245"/>
                </a:cubicBezTo>
                <a:cubicBezTo>
                  <a:pt x="236" y="285"/>
                  <a:pt x="236" y="285"/>
                  <a:pt x="236" y="285"/>
                </a:cubicBezTo>
                <a:cubicBezTo>
                  <a:pt x="235" y="298"/>
                  <a:pt x="235" y="298"/>
                  <a:pt x="235" y="298"/>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8" name="Freeform 169">
            <a:extLst>
              <a:ext uri="{FF2B5EF4-FFF2-40B4-BE49-F238E27FC236}">
                <a16:creationId xmlns="" xmlns:a16="http://schemas.microsoft.com/office/drawing/2014/main" id="{3BA63241-B4F6-41AD-8097-BA7F17D98089}"/>
              </a:ext>
            </a:extLst>
          </p:cNvPr>
          <p:cNvSpPr>
            <a:spLocks noEditPoints="1" noChangeArrowheads="1"/>
          </p:cNvSpPr>
          <p:nvPr/>
        </p:nvSpPr>
        <p:spPr bwMode="auto">
          <a:xfrm>
            <a:off x="2181225" y="2065338"/>
            <a:ext cx="1047750" cy="1231900"/>
          </a:xfrm>
          <a:custGeom>
            <a:avLst/>
            <a:gdLst>
              <a:gd name="T0" fmla="*/ 237 w 253"/>
              <a:gd name="T1" fmla="*/ 297 h 298"/>
              <a:gd name="T2" fmla="*/ 237 w 253"/>
              <a:gd name="T3" fmla="*/ 297 h 298"/>
              <a:gd name="T4" fmla="*/ 236 w 253"/>
              <a:gd name="T5" fmla="*/ 298 h 298"/>
              <a:gd name="T6" fmla="*/ 235 w 253"/>
              <a:gd name="T7" fmla="*/ 298 h 298"/>
              <a:gd name="T8" fmla="*/ 237 w 253"/>
              <a:gd name="T9" fmla="*/ 297 h 298"/>
              <a:gd name="T10" fmla="*/ 2 w 253"/>
              <a:gd name="T11" fmla="*/ 8 h 298"/>
              <a:gd name="T12" fmla="*/ 0 w 253"/>
              <a:gd name="T13" fmla="*/ 9 h 298"/>
              <a:gd name="T14" fmla="*/ 0 w 253"/>
              <a:gd name="T15" fmla="*/ 9 h 298"/>
              <a:gd name="T16" fmla="*/ 2 w 253"/>
              <a:gd name="T17" fmla="*/ 8 h 298"/>
              <a:gd name="T18" fmla="*/ 2 w 253"/>
              <a:gd name="T19" fmla="*/ 8 h 298"/>
              <a:gd name="T20" fmla="*/ 2 w 253"/>
              <a:gd name="T21" fmla="*/ 8 h 298"/>
              <a:gd name="T22" fmla="*/ 2 w 253"/>
              <a:gd name="T23" fmla="*/ 8 h 298"/>
              <a:gd name="T24" fmla="*/ 2 w 253"/>
              <a:gd name="T25" fmla="*/ 8 h 298"/>
              <a:gd name="T26" fmla="*/ 2 w 253"/>
              <a:gd name="T27" fmla="*/ 8 h 298"/>
              <a:gd name="T28" fmla="*/ 2 w 253"/>
              <a:gd name="T29" fmla="*/ 8 h 298"/>
              <a:gd name="T30" fmla="*/ 17 w 253"/>
              <a:gd name="T31" fmla="*/ 0 h 298"/>
              <a:gd name="T32" fmla="*/ 14 w 253"/>
              <a:gd name="T33" fmla="*/ 1 h 298"/>
              <a:gd name="T34" fmla="*/ 14 w 253"/>
              <a:gd name="T35" fmla="*/ 1 h 298"/>
              <a:gd name="T36" fmla="*/ 4 w 253"/>
              <a:gd name="T37" fmla="*/ 7 h 298"/>
              <a:gd name="T38" fmla="*/ 7 w 253"/>
              <a:gd name="T39" fmla="*/ 6 h 298"/>
              <a:gd name="T40" fmla="*/ 12 w 253"/>
              <a:gd name="T41" fmla="*/ 7 h 298"/>
              <a:gd name="T42" fmla="*/ 232 w 253"/>
              <a:gd name="T43" fmla="*/ 135 h 298"/>
              <a:gd name="T44" fmla="*/ 243 w 253"/>
              <a:gd name="T45" fmla="*/ 153 h 298"/>
              <a:gd name="T46" fmla="*/ 243 w 253"/>
              <a:gd name="T47" fmla="*/ 288 h 298"/>
              <a:gd name="T48" fmla="*/ 241 w 253"/>
              <a:gd name="T49" fmla="*/ 294 h 298"/>
              <a:gd name="T50" fmla="*/ 240 w 253"/>
              <a:gd name="T51" fmla="*/ 295 h 298"/>
              <a:gd name="T52" fmla="*/ 250 w 253"/>
              <a:gd name="T53" fmla="*/ 290 h 298"/>
              <a:gd name="T54" fmla="*/ 250 w 253"/>
              <a:gd name="T55" fmla="*/ 290 h 298"/>
              <a:gd name="T56" fmla="*/ 250 w 253"/>
              <a:gd name="T57" fmla="*/ 290 h 298"/>
              <a:gd name="T58" fmla="*/ 250 w 253"/>
              <a:gd name="T59" fmla="*/ 290 h 298"/>
              <a:gd name="T60" fmla="*/ 250 w 253"/>
              <a:gd name="T61" fmla="*/ 290 h 298"/>
              <a:gd name="T62" fmla="*/ 250 w 253"/>
              <a:gd name="T63" fmla="*/ 290 h 298"/>
              <a:gd name="T64" fmla="*/ 253 w 253"/>
              <a:gd name="T65" fmla="*/ 283 h 298"/>
              <a:gd name="T66" fmla="*/ 253 w 253"/>
              <a:gd name="T67" fmla="*/ 147 h 298"/>
              <a:gd name="T68" fmla="*/ 242 w 253"/>
              <a:gd name="T69" fmla="*/ 129 h 298"/>
              <a:gd name="T70" fmla="*/ 165 w 253"/>
              <a:gd name="T71" fmla="*/ 84 h 298"/>
              <a:gd name="T72" fmla="*/ 162 w 253"/>
              <a:gd name="T73" fmla="*/ 82 h 298"/>
              <a:gd name="T74" fmla="*/ 34 w 253"/>
              <a:gd name="T75" fmla="*/ 8 h 298"/>
              <a:gd name="T76" fmla="*/ 31 w 253"/>
              <a:gd name="T77" fmla="*/ 7 h 298"/>
              <a:gd name="T78" fmla="*/ 22 w 253"/>
              <a:gd name="T79" fmla="*/ 1 h 298"/>
              <a:gd name="T80" fmla="*/ 17 w 253"/>
              <a:gd name="T81" fmla="*/ 0 h 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53" h="298">
                <a:moveTo>
                  <a:pt x="237" y="297"/>
                </a:moveTo>
                <a:cubicBezTo>
                  <a:pt x="237" y="297"/>
                  <a:pt x="237" y="297"/>
                  <a:pt x="237" y="297"/>
                </a:cubicBezTo>
                <a:cubicBezTo>
                  <a:pt x="236" y="298"/>
                  <a:pt x="236" y="298"/>
                  <a:pt x="236" y="298"/>
                </a:cubicBezTo>
                <a:cubicBezTo>
                  <a:pt x="236" y="298"/>
                  <a:pt x="235" y="298"/>
                  <a:pt x="235" y="298"/>
                </a:cubicBezTo>
                <a:cubicBezTo>
                  <a:pt x="237" y="297"/>
                  <a:pt x="237" y="297"/>
                  <a:pt x="237" y="297"/>
                </a:cubicBezTo>
                <a:moveTo>
                  <a:pt x="2" y="8"/>
                </a:moveTo>
                <a:cubicBezTo>
                  <a:pt x="1" y="8"/>
                  <a:pt x="1" y="9"/>
                  <a:pt x="0" y="9"/>
                </a:cubicBezTo>
                <a:cubicBezTo>
                  <a:pt x="0" y="9"/>
                  <a:pt x="0" y="9"/>
                  <a:pt x="0" y="9"/>
                </a:cubicBezTo>
                <a:cubicBezTo>
                  <a:pt x="0" y="9"/>
                  <a:pt x="1" y="8"/>
                  <a:pt x="2" y="8"/>
                </a:cubicBezTo>
                <a:moveTo>
                  <a:pt x="2" y="8"/>
                </a:moveTo>
                <a:cubicBezTo>
                  <a:pt x="2" y="8"/>
                  <a:pt x="2" y="8"/>
                  <a:pt x="2" y="8"/>
                </a:cubicBezTo>
                <a:cubicBezTo>
                  <a:pt x="2" y="8"/>
                  <a:pt x="2" y="8"/>
                  <a:pt x="2" y="8"/>
                </a:cubicBezTo>
                <a:moveTo>
                  <a:pt x="2" y="8"/>
                </a:moveTo>
                <a:cubicBezTo>
                  <a:pt x="2" y="8"/>
                  <a:pt x="2" y="8"/>
                  <a:pt x="2" y="8"/>
                </a:cubicBezTo>
                <a:cubicBezTo>
                  <a:pt x="2" y="8"/>
                  <a:pt x="2" y="8"/>
                  <a:pt x="2" y="8"/>
                </a:cubicBezTo>
                <a:moveTo>
                  <a:pt x="17" y="0"/>
                </a:moveTo>
                <a:cubicBezTo>
                  <a:pt x="16" y="0"/>
                  <a:pt x="15" y="0"/>
                  <a:pt x="14" y="1"/>
                </a:cubicBezTo>
                <a:cubicBezTo>
                  <a:pt x="14" y="1"/>
                  <a:pt x="14" y="1"/>
                  <a:pt x="14" y="1"/>
                </a:cubicBezTo>
                <a:cubicBezTo>
                  <a:pt x="4" y="7"/>
                  <a:pt x="4" y="7"/>
                  <a:pt x="4" y="7"/>
                </a:cubicBezTo>
                <a:cubicBezTo>
                  <a:pt x="5" y="6"/>
                  <a:pt x="6" y="6"/>
                  <a:pt x="7" y="6"/>
                </a:cubicBezTo>
                <a:cubicBezTo>
                  <a:pt x="8" y="6"/>
                  <a:pt x="10" y="6"/>
                  <a:pt x="12" y="7"/>
                </a:cubicBezTo>
                <a:cubicBezTo>
                  <a:pt x="232" y="135"/>
                  <a:pt x="232" y="135"/>
                  <a:pt x="232" y="135"/>
                </a:cubicBezTo>
                <a:cubicBezTo>
                  <a:pt x="238" y="138"/>
                  <a:pt x="243" y="146"/>
                  <a:pt x="243" y="153"/>
                </a:cubicBezTo>
                <a:cubicBezTo>
                  <a:pt x="243" y="288"/>
                  <a:pt x="243" y="288"/>
                  <a:pt x="243" y="288"/>
                </a:cubicBezTo>
                <a:cubicBezTo>
                  <a:pt x="243" y="291"/>
                  <a:pt x="242" y="293"/>
                  <a:pt x="241" y="294"/>
                </a:cubicBezTo>
                <a:cubicBezTo>
                  <a:pt x="241" y="294"/>
                  <a:pt x="241" y="295"/>
                  <a:pt x="240" y="295"/>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0" y="290"/>
                  <a:pt x="250" y="290"/>
                  <a:pt x="250" y="290"/>
                </a:cubicBezTo>
                <a:cubicBezTo>
                  <a:pt x="252" y="288"/>
                  <a:pt x="253" y="286"/>
                  <a:pt x="253" y="283"/>
                </a:cubicBezTo>
                <a:cubicBezTo>
                  <a:pt x="253" y="147"/>
                  <a:pt x="253" y="147"/>
                  <a:pt x="253" y="147"/>
                </a:cubicBezTo>
                <a:cubicBezTo>
                  <a:pt x="253" y="140"/>
                  <a:pt x="248" y="132"/>
                  <a:pt x="242" y="129"/>
                </a:cubicBezTo>
                <a:cubicBezTo>
                  <a:pt x="165" y="84"/>
                  <a:pt x="165" y="84"/>
                  <a:pt x="165" y="84"/>
                </a:cubicBezTo>
                <a:cubicBezTo>
                  <a:pt x="162" y="82"/>
                  <a:pt x="162" y="82"/>
                  <a:pt x="162" y="82"/>
                </a:cubicBezTo>
                <a:cubicBezTo>
                  <a:pt x="34" y="8"/>
                  <a:pt x="34" y="8"/>
                  <a:pt x="34" y="8"/>
                </a:cubicBezTo>
                <a:cubicBezTo>
                  <a:pt x="31" y="7"/>
                  <a:pt x="31" y="7"/>
                  <a:pt x="31" y="7"/>
                </a:cubicBezTo>
                <a:cubicBezTo>
                  <a:pt x="22" y="1"/>
                  <a:pt x="22" y="1"/>
                  <a:pt x="22" y="1"/>
                </a:cubicBezTo>
                <a:cubicBezTo>
                  <a:pt x="20" y="0"/>
                  <a:pt x="19" y="0"/>
                  <a:pt x="17" y="0"/>
                </a:cubicBezTo>
              </a:path>
            </a:pathLst>
          </a:custGeom>
          <a:gradFill rotWithShape="1">
            <a:gsLst>
              <a:gs pos="0">
                <a:srgbClr val="42C8D1"/>
              </a:gs>
              <a:gs pos="100000">
                <a:srgbClr val="2C6692"/>
              </a:gs>
            </a:gsLst>
            <a:lin ang="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9" name="Freeform 170">
            <a:extLst>
              <a:ext uri="{FF2B5EF4-FFF2-40B4-BE49-F238E27FC236}">
                <a16:creationId xmlns="" xmlns:a16="http://schemas.microsoft.com/office/drawing/2014/main" id="{EE9F85AD-BD72-44CB-8220-D182FCEE2724}"/>
              </a:ext>
            </a:extLst>
          </p:cNvPr>
          <p:cNvSpPr>
            <a:spLocks noChangeArrowheads="1"/>
          </p:cNvSpPr>
          <p:nvPr/>
        </p:nvSpPr>
        <p:spPr bwMode="auto">
          <a:xfrm>
            <a:off x="2168525" y="2089150"/>
            <a:ext cx="998538" cy="1220788"/>
          </a:xfrm>
          <a:custGeom>
            <a:avLst/>
            <a:gdLst>
              <a:gd name="T0" fmla="*/ 231 w 241"/>
              <a:gd name="T1" fmla="*/ 131 h 295"/>
              <a:gd name="T2" fmla="*/ 10 w 241"/>
              <a:gd name="T3" fmla="*/ 4 h 295"/>
              <a:gd name="T4" fmla="*/ 0 w 241"/>
              <a:gd name="T5" fmla="*/ 10 h 295"/>
              <a:gd name="T6" fmla="*/ 0 w 241"/>
              <a:gd name="T7" fmla="*/ 145 h 295"/>
              <a:gd name="T8" fmla="*/ 10 w 241"/>
              <a:gd name="T9" fmla="*/ 164 h 295"/>
              <a:gd name="T10" fmla="*/ 87 w 241"/>
              <a:gd name="T11" fmla="*/ 208 h 295"/>
              <a:gd name="T12" fmla="*/ 120 w 241"/>
              <a:gd name="T13" fmla="*/ 266 h 295"/>
              <a:gd name="T14" fmla="*/ 154 w 241"/>
              <a:gd name="T15" fmla="*/ 247 h 295"/>
              <a:gd name="T16" fmla="*/ 231 w 241"/>
              <a:gd name="T17" fmla="*/ 291 h 295"/>
              <a:gd name="T18" fmla="*/ 241 w 241"/>
              <a:gd name="T19" fmla="*/ 285 h 295"/>
              <a:gd name="T20" fmla="*/ 241 w 241"/>
              <a:gd name="T21" fmla="*/ 150 h 295"/>
              <a:gd name="T22" fmla="*/ 231 w 241"/>
              <a:gd name="T23" fmla="*/ 131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41" h="295">
                <a:moveTo>
                  <a:pt x="231" y="131"/>
                </a:moveTo>
                <a:cubicBezTo>
                  <a:pt x="10" y="4"/>
                  <a:pt x="10" y="4"/>
                  <a:pt x="10" y="4"/>
                </a:cubicBezTo>
                <a:cubicBezTo>
                  <a:pt x="4" y="0"/>
                  <a:pt x="0" y="3"/>
                  <a:pt x="0" y="10"/>
                </a:cubicBezTo>
                <a:cubicBezTo>
                  <a:pt x="0" y="145"/>
                  <a:pt x="0" y="145"/>
                  <a:pt x="0" y="145"/>
                </a:cubicBezTo>
                <a:cubicBezTo>
                  <a:pt x="0" y="152"/>
                  <a:pt x="4" y="161"/>
                  <a:pt x="10" y="164"/>
                </a:cubicBezTo>
                <a:cubicBezTo>
                  <a:pt x="87" y="208"/>
                  <a:pt x="87" y="208"/>
                  <a:pt x="87" y="208"/>
                </a:cubicBezTo>
                <a:cubicBezTo>
                  <a:pt x="120" y="266"/>
                  <a:pt x="120" y="266"/>
                  <a:pt x="120" y="266"/>
                </a:cubicBezTo>
                <a:cubicBezTo>
                  <a:pt x="154" y="247"/>
                  <a:pt x="154" y="247"/>
                  <a:pt x="154" y="247"/>
                </a:cubicBezTo>
                <a:cubicBezTo>
                  <a:pt x="231" y="291"/>
                  <a:pt x="231" y="291"/>
                  <a:pt x="231" y="291"/>
                </a:cubicBezTo>
                <a:cubicBezTo>
                  <a:pt x="237" y="295"/>
                  <a:pt x="241" y="292"/>
                  <a:pt x="241" y="285"/>
                </a:cubicBezTo>
                <a:cubicBezTo>
                  <a:pt x="241" y="150"/>
                  <a:pt x="241" y="150"/>
                  <a:pt x="241" y="150"/>
                </a:cubicBezTo>
                <a:cubicBezTo>
                  <a:pt x="241" y="143"/>
                  <a:pt x="237" y="134"/>
                  <a:pt x="231" y="131"/>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0" name="Freeform 171">
            <a:extLst>
              <a:ext uri="{FF2B5EF4-FFF2-40B4-BE49-F238E27FC236}">
                <a16:creationId xmlns="" xmlns:a16="http://schemas.microsoft.com/office/drawing/2014/main" id="{F9ED6832-E143-46A5-BEDE-DB6969F31A0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path>
            </a:pathLst>
          </a:custGeom>
          <a:solidFill>
            <a:srgbClr val="49EBE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1" name="Freeform 175">
            <a:extLst>
              <a:ext uri="{FF2B5EF4-FFF2-40B4-BE49-F238E27FC236}">
                <a16:creationId xmlns="" xmlns:a16="http://schemas.microsoft.com/office/drawing/2014/main" id="{2A5206FA-8AC0-4D97-B849-CB9E5D956C21}"/>
              </a:ext>
            </a:extLst>
          </p:cNvPr>
          <p:cNvSpPr>
            <a:spLocks noChangeArrowheads="1"/>
          </p:cNvSpPr>
          <p:nvPr/>
        </p:nvSpPr>
        <p:spPr bwMode="auto">
          <a:xfrm>
            <a:off x="2155825" y="2108200"/>
            <a:ext cx="985838" cy="1195388"/>
          </a:xfrm>
          <a:custGeom>
            <a:avLst/>
            <a:gdLst>
              <a:gd name="T0" fmla="*/ 3 w 238"/>
              <a:gd name="T1" fmla="*/ 0 h 289"/>
              <a:gd name="T2" fmla="*/ 2 w 238"/>
              <a:gd name="T3" fmla="*/ 0 h 289"/>
              <a:gd name="T4" fmla="*/ 2 w 238"/>
              <a:gd name="T5" fmla="*/ 0 h 289"/>
              <a:gd name="T6" fmla="*/ 2 w 238"/>
              <a:gd name="T7" fmla="*/ 0 h 289"/>
              <a:gd name="T8" fmla="*/ 2 w 238"/>
              <a:gd name="T9" fmla="*/ 0 h 289"/>
              <a:gd name="T10" fmla="*/ 2 w 238"/>
              <a:gd name="T11" fmla="*/ 0 h 289"/>
              <a:gd name="T12" fmla="*/ 0 w 238"/>
              <a:gd name="T13" fmla="*/ 6 h 289"/>
              <a:gd name="T14" fmla="*/ 0 w 238"/>
              <a:gd name="T15" fmla="*/ 142 h 289"/>
              <a:gd name="T16" fmla="*/ 11 w 238"/>
              <a:gd name="T17" fmla="*/ 160 h 289"/>
              <a:gd name="T18" fmla="*/ 88 w 238"/>
              <a:gd name="T19" fmla="*/ 205 h 289"/>
              <a:gd name="T20" fmla="*/ 121 w 238"/>
              <a:gd name="T21" fmla="*/ 262 h 289"/>
              <a:gd name="T22" fmla="*/ 132 w 238"/>
              <a:gd name="T23" fmla="*/ 256 h 289"/>
              <a:gd name="T24" fmla="*/ 151 w 238"/>
              <a:gd name="T25" fmla="*/ 245 h 289"/>
              <a:gd name="T26" fmla="*/ 151 w 238"/>
              <a:gd name="T27" fmla="*/ 245 h 289"/>
              <a:gd name="T28" fmla="*/ 151 w 238"/>
              <a:gd name="T29" fmla="*/ 245 h 289"/>
              <a:gd name="T30" fmla="*/ 155 w 238"/>
              <a:gd name="T31" fmla="*/ 243 h 289"/>
              <a:gd name="T32" fmla="*/ 231 w 238"/>
              <a:gd name="T33" fmla="*/ 287 h 289"/>
              <a:gd name="T34" fmla="*/ 236 w 238"/>
              <a:gd name="T35" fmla="*/ 289 h 289"/>
              <a:gd name="T36" fmla="*/ 236 w 238"/>
              <a:gd name="T37" fmla="*/ 289 h 289"/>
              <a:gd name="T38" fmla="*/ 238 w 238"/>
              <a:gd name="T39" fmla="*/ 283 h 289"/>
              <a:gd name="T40" fmla="*/ 238 w 238"/>
              <a:gd name="T41" fmla="*/ 283 h 289"/>
              <a:gd name="T42" fmla="*/ 238 w 238"/>
              <a:gd name="T43" fmla="*/ 283 h 289"/>
              <a:gd name="T44" fmla="*/ 238 w 238"/>
              <a:gd name="T45" fmla="*/ 283 h 289"/>
              <a:gd name="T46" fmla="*/ 238 w 238"/>
              <a:gd name="T47" fmla="*/ 283 h 289"/>
              <a:gd name="T48" fmla="*/ 238 w 238"/>
              <a:gd name="T49" fmla="*/ 283 h 289"/>
              <a:gd name="T50" fmla="*/ 238 w 238"/>
              <a:gd name="T51" fmla="*/ 283 h 289"/>
              <a:gd name="T52" fmla="*/ 238 w 238"/>
              <a:gd name="T53" fmla="*/ 283 h 289"/>
              <a:gd name="T54" fmla="*/ 238 w 238"/>
              <a:gd name="T55" fmla="*/ 283 h 289"/>
              <a:gd name="T56" fmla="*/ 238 w 238"/>
              <a:gd name="T57" fmla="*/ 148 h 289"/>
              <a:gd name="T58" fmla="*/ 228 w 238"/>
              <a:gd name="T59" fmla="*/ 129 h 289"/>
              <a:gd name="T60" fmla="*/ 7 w 238"/>
              <a:gd name="T61" fmla="*/ 2 h 289"/>
              <a:gd name="T62" fmla="*/ 7 w 238"/>
              <a:gd name="T63" fmla="*/ 2 h 289"/>
              <a:gd name="T64" fmla="*/ 3 w 238"/>
              <a:gd name="T6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38" h="289">
                <a:moveTo>
                  <a:pt x="3" y="0"/>
                </a:moveTo>
                <a:cubicBezTo>
                  <a:pt x="2" y="0"/>
                  <a:pt x="2" y="0"/>
                  <a:pt x="2" y="0"/>
                </a:cubicBezTo>
                <a:cubicBezTo>
                  <a:pt x="2" y="0"/>
                  <a:pt x="2" y="0"/>
                  <a:pt x="2" y="0"/>
                </a:cubicBezTo>
                <a:cubicBezTo>
                  <a:pt x="2" y="0"/>
                  <a:pt x="2" y="0"/>
                  <a:pt x="2" y="0"/>
                </a:cubicBezTo>
                <a:cubicBezTo>
                  <a:pt x="2" y="0"/>
                  <a:pt x="2" y="0"/>
                  <a:pt x="2" y="0"/>
                </a:cubicBezTo>
                <a:cubicBezTo>
                  <a:pt x="2" y="0"/>
                  <a:pt x="2" y="0"/>
                  <a:pt x="2" y="0"/>
                </a:cubicBezTo>
                <a:cubicBezTo>
                  <a:pt x="1" y="2"/>
                  <a:pt x="0" y="4"/>
                  <a:pt x="0" y="6"/>
                </a:cubicBezTo>
                <a:cubicBezTo>
                  <a:pt x="0" y="142"/>
                  <a:pt x="0" y="142"/>
                  <a:pt x="0" y="142"/>
                </a:cubicBezTo>
                <a:cubicBezTo>
                  <a:pt x="0" y="148"/>
                  <a:pt x="5" y="157"/>
                  <a:pt x="11" y="160"/>
                </a:cubicBezTo>
                <a:cubicBezTo>
                  <a:pt x="88" y="205"/>
                  <a:pt x="88" y="205"/>
                  <a:pt x="88" y="205"/>
                </a:cubicBezTo>
                <a:cubicBezTo>
                  <a:pt x="121" y="262"/>
                  <a:pt x="121" y="262"/>
                  <a:pt x="121" y="262"/>
                </a:cubicBezTo>
                <a:cubicBezTo>
                  <a:pt x="132" y="256"/>
                  <a:pt x="132" y="256"/>
                  <a:pt x="132" y="256"/>
                </a:cubicBezTo>
                <a:cubicBezTo>
                  <a:pt x="151" y="245"/>
                  <a:pt x="151" y="245"/>
                  <a:pt x="151" y="245"/>
                </a:cubicBezTo>
                <a:cubicBezTo>
                  <a:pt x="151" y="245"/>
                  <a:pt x="151" y="245"/>
                  <a:pt x="151" y="245"/>
                </a:cubicBezTo>
                <a:cubicBezTo>
                  <a:pt x="151" y="245"/>
                  <a:pt x="151" y="245"/>
                  <a:pt x="151" y="245"/>
                </a:cubicBezTo>
                <a:cubicBezTo>
                  <a:pt x="155" y="243"/>
                  <a:pt x="155" y="243"/>
                  <a:pt x="155" y="243"/>
                </a:cubicBezTo>
                <a:cubicBezTo>
                  <a:pt x="231" y="287"/>
                  <a:pt x="231" y="287"/>
                  <a:pt x="231" y="287"/>
                </a:cubicBezTo>
                <a:cubicBezTo>
                  <a:pt x="233" y="288"/>
                  <a:pt x="235" y="289"/>
                  <a:pt x="236" y="289"/>
                </a:cubicBezTo>
                <a:cubicBezTo>
                  <a:pt x="236" y="289"/>
                  <a:pt x="236" y="289"/>
                  <a:pt x="236" y="289"/>
                </a:cubicBezTo>
                <a:cubicBezTo>
                  <a:pt x="238" y="288"/>
                  <a:pt x="238" y="286"/>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283"/>
                  <a:pt x="238" y="283"/>
                  <a:pt x="238" y="283"/>
                </a:cubicBezTo>
                <a:cubicBezTo>
                  <a:pt x="238" y="148"/>
                  <a:pt x="238" y="148"/>
                  <a:pt x="238" y="148"/>
                </a:cubicBezTo>
                <a:cubicBezTo>
                  <a:pt x="238" y="141"/>
                  <a:pt x="234" y="132"/>
                  <a:pt x="228" y="129"/>
                </a:cubicBezTo>
                <a:cubicBezTo>
                  <a:pt x="7" y="2"/>
                  <a:pt x="7" y="2"/>
                  <a:pt x="7" y="2"/>
                </a:cubicBezTo>
                <a:cubicBezTo>
                  <a:pt x="7" y="2"/>
                  <a:pt x="7" y="2"/>
                  <a:pt x="7" y="2"/>
                </a:cubicBezTo>
                <a:cubicBezTo>
                  <a:pt x="6" y="1"/>
                  <a:pt x="4" y="0"/>
                  <a:pt x="3" y="0"/>
                </a:cubicBezTo>
              </a:path>
            </a:pathLst>
          </a:custGeom>
          <a:gradFill rotWithShape="1">
            <a:gsLst>
              <a:gs pos="0">
                <a:srgbClr val="233877"/>
              </a:gs>
              <a:gs pos="100000">
                <a:srgbClr val="338CAA"/>
              </a:gs>
            </a:gsLst>
            <a:lin ang="12000000"/>
          </a:gra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2" name="Freeform 178">
            <a:extLst>
              <a:ext uri="{FF2B5EF4-FFF2-40B4-BE49-F238E27FC236}">
                <a16:creationId xmlns="" xmlns:a16="http://schemas.microsoft.com/office/drawing/2014/main" id="{0B844651-D0F8-4D4A-8564-83B4253D7942}"/>
              </a:ext>
            </a:extLst>
          </p:cNvPr>
          <p:cNvSpPr>
            <a:spLocks noChangeArrowheads="1"/>
          </p:cNvSpPr>
          <p:nvPr/>
        </p:nvSpPr>
        <p:spPr bwMode="auto">
          <a:xfrm>
            <a:off x="2181225" y="2098675"/>
            <a:ext cx="3175" cy="3175"/>
          </a:xfrm>
          <a:custGeom>
            <a:avLst/>
            <a:gdLst>
              <a:gd name="T0" fmla="*/ 1 w 1"/>
              <a:gd name="T1" fmla="*/ 0 h 1"/>
              <a:gd name="T2" fmla="*/ 0 w 1"/>
              <a:gd name="T3" fmla="*/ 1 h 1"/>
              <a:gd name="T4" fmla="*/ 0 w 1"/>
              <a:gd name="T5" fmla="*/ 1 h 1"/>
              <a:gd name="T6" fmla="*/ 0 w 1"/>
              <a:gd name="T7" fmla="*/ 1 h 1"/>
              <a:gd name="T8" fmla="*/ 1 w 1"/>
              <a:gd name="T9" fmla="*/ 0 h 1"/>
            </a:gdLst>
            <a:ahLst/>
            <a:cxnLst>
              <a:cxn ang="0">
                <a:pos x="T0" y="T1"/>
              </a:cxn>
              <a:cxn ang="0">
                <a:pos x="T2" y="T3"/>
              </a:cxn>
              <a:cxn ang="0">
                <a:pos x="T4" y="T5"/>
              </a:cxn>
              <a:cxn ang="0">
                <a:pos x="T6" y="T7"/>
              </a:cxn>
              <a:cxn ang="0">
                <a:pos x="T8" y="T9"/>
              </a:cxn>
            </a:cxnLst>
            <a:rect l="0" t="0" r="r" b="b"/>
            <a:pathLst>
              <a:path w="1" h="1">
                <a:moveTo>
                  <a:pt x="1" y="0"/>
                </a:moveTo>
                <a:cubicBezTo>
                  <a:pt x="0" y="1"/>
                  <a:pt x="0" y="1"/>
                  <a:pt x="0" y="1"/>
                </a:cubicBezTo>
                <a:cubicBezTo>
                  <a:pt x="0" y="1"/>
                  <a:pt x="0" y="1"/>
                  <a:pt x="0" y="1"/>
                </a:cubicBezTo>
                <a:cubicBezTo>
                  <a:pt x="0" y="1"/>
                  <a:pt x="0" y="1"/>
                  <a:pt x="0" y="1"/>
                </a:cubicBezTo>
                <a:cubicBezTo>
                  <a:pt x="1" y="0"/>
                  <a:pt x="1" y="0"/>
                  <a:pt x="1"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3" name="Freeform 179">
            <a:extLst>
              <a:ext uri="{FF2B5EF4-FFF2-40B4-BE49-F238E27FC236}">
                <a16:creationId xmlns="" xmlns:a16="http://schemas.microsoft.com/office/drawing/2014/main" id="{2FB07380-BAF5-4752-BF7D-B046D6DD3036}"/>
              </a:ext>
            </a:extLst>
          </p:cNvPr>
          <p:cNvSpPr>
            <a:spLocks noChangeArrowheads="1"/>
          </p:cNvSpPr>
          <p:nvPr/>
        </p:nvSpPr>
        <p:spPr bwMode="auto">
          <a:xfrm>
            <a:off x="2181225" y="2092325"/>
            <a:ext cx="17463" cy="9525"/>
          </a:xfrm>
          <a:custGeom>
            <a:avLst/>
            <a:gdLst>
              <a:gd name="T0" fmla="*/ 4 w 4"/>
              <a:gd name="T1" fmla="*/ 0 h 2"/>
              <a:gd name="T2" fmla="*/ 4 w 4"/>
              <a:gd name="T3" fmla="*/ 0 h 2"/>
              <a:gd name="T4" fmla="*/ 1 w 4"/>
              <a:gd name="T5" fmla="*/ 1 h 2"/>
              <a:gd name="T6" fmla="*/ 0 w 4"/>
              <a:gd name="T7" fmla="*/ 2 h 2"/>
              <a:gd name="T8" fmla="*/ 0 w 4"/>
              <a:gd name="T9" fmla="*/ 2 h 2"/>
              <a:gd name="T10" fmla="*/ 4 w 4"/>
              <a:gd name="T11" fmla="*/ 0 h 2"/>
            </a:gdLst>
            <a:ahLst/>
            <a:cxnLst>
              <a:cxn ang="0">
                <a:pos x="T0" y="T1"/>
              </a:cxn>
              <a:cxn ang="0">
                <a:pos x="T2" y="T3"/>
              </a:cxn>
              <a:cxn ang="0">
                <a:pos x="T4" y="T5"/>
              </a:cxn>
              <a:cxn ang="0">
                <a:pos x="T6" y="T7"/>
              </a:cxn>
              <a:cxn ang="0">
                <a:pos x="T8" y="T9"/>
              </a:cxn>
              <a:cxn ang="0">
                <a:pos x="T10" y="T11"/>
              </a:cxn>
            </a:cxnLst>
            <a:rect l="0" t="0" r="r" b="b"/>
            <a:pathLst>
              <a:path w="4" h="2">
                <a:moveTo>
                  <a:pt x="4" y="0"/>
                </a:moveTo>
                <a:cubicBezTo>
                  <a:pt x="4" y="0"/>
                  <a:pt x="4" y="0"/>
                  <a:pt x="4" y="0"/>
                </a:cubicBezTo>
                <a:cubicBezTo>
                  <a:pt x="1" y="1"/>
                  <a:pt x="1" y="1"/>
                  <a:pt x="1" y="1"/>
                </a:cubicBezTo>
                <a:cubicBezTo>
                  <a:pt x="0" y="2"/>
                  <a:pt x="0" y="2"/>
                  <a:pt x="0" y="2"/>
                </a:cubicBezTo>
                <a:cubicBezTo>
                  <a:pt x="0" y="2"/>
                  <a:pt x="0" y="2"/>
                  <a:pt x="0" y="2"/>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4" name="Freeform 180">
            <a:extLst>
              <a:ext uri="{FF2B5EF4-FFF2-40B4-BE49-F238E27FC236}">
                <a16:creationId xmlns="" xmlns:a16="http://schemas.microsoft.com/office/drawing/2014/main" id="{5054D291-0697-4316-8BCA-AF35364DF7E0}"/>
              </a:ext>
            </a:extLst>
          </p:cNvPr>
          <p:cNvSpPr>
            <a:spLocks noChangeArrowheads="1"/>
          </p:cNvSpPr>
          <p:nvPr/>
        </p:nvSpPr>
        <p:spPr bwMode="auto">
          <a:xfrm>
            <a:off x="2181225" y="2089150"/>
            <a:ext cx="1004888" cy="1192213"/>
          </a:xfrm>
          <a:custGeom>
            <a:avLst/>
            <a:gdLst>
              <a:gd name="T0" fmla="*/ 7 w 243"/>
              <a:gd name="T1" fmla="*/ 0 h 288"/>
              <a:gd name="T2" fmla="*/ 4 w 243"/>
              <a:gd name="T3" fmla="*/ 1 h 288"/>
              <a:gd name="T4" fmla="*/ 0 w 243"/>
              <a:gd name="T5" fmla="*/ 3 h 288"/>
              <a:gd name="T6" fmla="*/ 2 w 243"/>
              <a:gd name="T7" fmla="*/ 2 h 288"/>
              <a:gd name="T8" fmla="*/ 2 w 243"/>
              <a:gd name="T9" fmla="*/ 2 h 288"/>
              <a:gd name="T10" fmla="*/ 2 w 243"/>
              <a:gd name="T11" fmla="*/ 2 h 288"/>
              <a:gd name="T12" fmla="*/ 2 w 243"/>
              <a:gd name="T13" fmla="*/ 2 h 288"/>
              <a:gd name="T14" fmla="*/ 2 w 243"/>
              <a:gd name="T15" fmla="*/ 2 h 288"/>
              <a:gd name="T16" fmla="*/ 2 w 243"/>
              <a:gd name="T17" fmla="*/ 2 h 288"/>
              <a:gd name="T18" fmla="*/ 6 w 243"/>
              <a:gd name="T19" fmla="*/ 1 h 288"/>
              <a:gd name="T20" fmla="*/ 11 w 243"/>
              <a:gd name="T21" fmla="*/ 2 h 288"/>
              <a:gd name="T22" fmla="*/ 231 w 243"/>
              <a:gd name="T23" fmla="*/ 129 h 288"/>
              <a:gd name="T24" fmla="*/ 242 w 243"/>
              <a:gd name="T25" fmla="*/ 148 h 288"/>
              <a:gd name="T26" fmla="*/ 242 w 243"/>
              <a:gd name="T27" fmla="*/ 283 h 288"/>
              <a:gd name="T28" fmla="*/ 242 w 243"/>
              <a:gd name="T29" fmla="*/ 283 h 288"/>
              <a:gd name="T30" fmla="*/ 241 w 243"/>
              <a:gd name="T31" fmla="*/ 288 h 288"/>
              <a:gd name="T32" fmla="*/ 243 w 243"/>
              <a:gd name="T33" fmla="*/ 282 h 288"/>
              <a:gd name="T34" fmla="*/ 243 w 243"/>
              <a:gd name="T35" fmla="*/ 147 h 288"/>
              <a:gd name="T36" fmla="*/ 232 w 243"/>
              <a:gd name="T37" fmla="*/ 129 h 288"/>
              <a:gd name="T38" fmla="*/ 12 w 243"/>
              <a:gd name="T39" fmla="*/ 1 h 288"/>
              <a:gd name="T40" fmla="*/ 7 w 243"/>
              <a:gd name="T41" fmla="*/ 0 h 2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43" h="288">
                <a:moveTo>
                  <a:pt x="7" y="0"/>
                </a:moveTo>
                <a:cubicBezTo>
                  <a:pt x="6" y="0"/>
                  <a:pt x="5" y="0"/>
                  <a:pt x="4" y="1"/>
                </a:cubicBezTo>
                <a:cubicBezTo>
                  <a:pt x="0" y="3"/>
                  <a:pt x="0" y="3"/>
                  <a:pt x="0" y="3"/>
                </a:cubicBezTo>
                <a:cubicBezTo>
                  <a:pt x="1" y="3"/>
                  <a:pt x="1" y="2"/>
                  <a:pt x="2" y="2"/>
                </a:cubicBezTo>
                <a:cubicBezTo>
                  <a:pt x="2" y="2"/>
                  <a:pt x="2" y="2"/>
                  <a:pt x="2" y="2"/>
                </a:cubicBezTo>
                <a:cubicBezTo>
                  <a:pt x="2" y="2"/>
                  <a:pt x="2" y="2"/>
                  <a:pt x="2" y="2"/>
                </a:cubicBezTo>
                <a:cubicBezTo>
                  <a:pt x="2" y="2"/>
                  <a:pt x="2" y="2"/>
                  <a:pt x="2" y="2"/>
                </a:cubicBezTo>
                <a:cubicBezTo>
                  <a:pt x="2" y="2"/>
                  <a:pt x="2" y="2"/>
                  <a:pt x="2" y="2"/>
                </a:cubicBezTo>
                <a:cubicBezTo>
                  <a:pt x="2" y="2"/>
                  <a:pt x="2" y="2"/>
                  <a:pt x="2" y="2"/>
                </a:cubicBezTo>
                <a:cubicBezTo>
                  <a:pt x="3" y="1"/>
                  <a:pt x="5" y="1"/>
                  <a:pt x="6" y="1"/>
                </a:cubicBezTo>
                <a:cubicBezTo>
                  <a:pt x="8" y="1"/>
                  <a:pt x="9" y="1"/>
                  <a:pt x="11" y="2"/>
                </a:cubicBezTo>
                <a:cubicBezTo>
                  <a:pt x="231" y="129"/>
                  <a:pt x="231" y="129"/>
                  <a:pt x="231" y="129"/>
                </a:cubicBezTo>
                <a:cubicBezTo>
                  <a:pt x="237" y="133"/>
                  <a:pt x="242" y="141"/>
                  <a:pt x="242" y="148"/>
                </a:cubicBezTo>
                <a:cubicBezTo>
                  <a:pt x="242" y="283"/>
                  <a:pt x="242" y="283"/>
                  <a:pt x="242" y="283"/>
                </a:cubicBezTo>
                <a:cubicBezTo>
                  <a:pt x="242" y="283"/>
                  <a:pt x="242" y="283"/>
                  <a:pt x="242" y="283"/>
                </a:cubicBezTo>
                <a:cubicBezTo>
                  <a:pt x="242" y="285"/>
                  <a:pt x="242" y="287"/>
                  <a:pt x="241" y="288"/>
                </a:cubicBezTo>
                <a:cubicBezTo>
                  <a:pt x="242" y="287"/>
                  <a:pt x="243" y="285"/>
                  <a:pt x="243" y="282"/>
                </a:cubicBezTo>
                <a:cubicBezTo>
                  <a:pt x="243" y="147"/>
                  <a:pt x="243" y="147"/>
                  <a:pt x="243" y="147"/>
                </a:cubicBezTo>
                <a:cubicBezTo>
                  <a:pt x="243" y="140"/>
                  <a:pt x="238" y="132"/>
                  <a:pt x="232" y="129"/>
                </a:cubicBezTo>
                <a:cubicBezTo>
                  <a:pt x="12" y="1"/>
                  <a:pt x="12" y="1"/>
                  <a:pt x="12" y="1"/>
                </a:cubicBezTo>
                <a:cubicBezTo>
                  <a:pt x="10" y="0"/>
                  <a:pt x="8" y="0"/>
                  <a:pt x="7" y="0"/>
                </a:cubicBezTo>
              </a:path>
            </a:pathLst>
          </a:custGeom>
          <a:solidFill>
            <a:srgbClr val="373D9A"/>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5" name="Freeform 181">
            <a:extLst>
              <a:ext uri="{FF2B5EF4-FFF2-40B4-BE49-F238E27FC236}">
                <a16:creationId xmlns="" xmlns:a16="http://schemas.microsoft.com/office/drawing/2014/main" id="{34CE39BF-0A01-457A-B10F-2271DE79115A}"/>
              </a:ext>
            </a:extLst>
          </p:cNvPr>
          <p:cNvSpPr>
            <a:spLocks noEditPoints="1" noChangeArrowheads="1"/>
          </p:cNvSpPr>
          <p:nvPr/>
        </p:nvSpPr>
        <p:spPr bwMode="auto">
          <a:xfrm>
            <a:off x="2189163" y="2098675"/>
            <a:ext cx="0" cy="0"/>
          </a:xfrm>
          <a:custGeom>
            <a:avLst/>
            <a:gdLst/>
            <a:ahLst/>
            <a:cxnLst>
              <a:cxn ang="0">
                <a:pos x="0" y="0"/>
              </a:cxn>
              <a:cxn ang="0">
                <a:pos x="0" y="0"/>
              </a:cxn>
              <a:cxn ang="0">
                <a:pos x="0" y="0"/>
              </a:cxn>
              <a:cxn ang="0">
                <a:pos x="0" y="0"/>
              </a:cxn>
              <a:cxn ang="0">
                <a:pos x="0" y="0"/>
              </a:cxn>
              <a:cxn ang="0">
                <a:pos x="0" y="0"/>
              </a:cxn>
              <a:cxn ang="0">
                <a:pos x="0" y="0"/>
              </a:cxn>
              <a:cxn ang="0">
                <a:pos x="0" y="0"/>
              </a:cxn>
              <a:cxn ang="0">
                <a:pos x="0" y="0"/>
              </a:cxn>
              <a:cxn ang="0">
                <a:pos x="0" y="0"/>
              </a:cxn>
            </a:cxnLst>
            <a:rect l="0" t="0" r="r" b="b"/>
            <a:pathLst>
              <a:path>
                <a:moveTo>
                  <a:pt x="0" y="0"/>
                </a:moveTo>
                <a:cubicBezTo>
                  <a:pt x="0" y="0"/>
                  <a:pt x="0" y="0"/>
                  <a:pt x="0" y="0"/>
                </a:cubicBezTo>
                <a:cubicBezTo>
                  <a:pt x="0" y="0"/>
                  <a:pt x="0" y="0"/>
                  <a:pt x="0" y="0"/>
                </a:cubicBezTo>
                <a:moveTo>
                  <a:pt x="0" y="0"/>
                </a:moveTo>
                <a:cubicBezTo>
                  <a:pt x="0" y="0"/>
                  <a:pt x="0" y="0"/>
                  <a:pt x="0" y="0"/>
                </a:cubicBezTo>
                <a:cubicBezTo>
                  <a:pt x="0" y="0"/>
                  <a:pt x="0" y="0"/>
                  <a:pt x="0" y="0"/>
                </a:cubicBezTo>
                <a:moveTo>
                  <a:pt x="0" y="0"/>
                </a:moveTo>
                <a:cubicBezTo>
                  <a:pt x="0" y="0"/>
                  <a:pt x="0" y="0"/>
                  <a:pt x="0" y="0"/>
                </a:cubicBezTo>
                <a:cubicBezTo>
                  <a:pt x="0" y="0"/>
                  <a:pt x="0" y="0"/>
                  <a:pt x="0" y="0"/>
                </a:cubicBezTo>
                <a:cubicBezTo>
                  <a:pt x="0" y="0"/>
                  <a:pt x="0" y="0"/>
                  <a:pt x="0"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6" name="Rectangle 182">
            <a:extLst>
              <a:ext uri="{FF2B5EF4-FFF2-40B4-BE49-F238E27FC236}">
                <a16:creationId xmlns="" xmlns:a16="http://schemas.microsoft.com/office/drawing/2014/main" id="{5AB752B0-98E4-4536-A922-C0F815996C09}"/>
              </a:ext>
            </a:extLst>
          </p:cNvPr>
          <p:cNvSpPr>
            <a:spLocks noChangeArrowheads="1"/>
          </p:cNvSpPr>
          <p:nvPr/>
        </p:nvSpPr>
        <p:spPr bwMode="auto">
          <a:xfrm>
            <a:off x="2181225" y="2101850"/>
            <a:ext cx="1588" cy="3175"/>
          </a:xfrm>
          <a:prstGeom prst="rect">
            <a:avLst/>
          </a:prstGeom>
          <a:solidFill>
            <a:srgbClr val="312A91"/>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17" name="Freeform 183">
            <a:extLst>
              <a:ext uri="{FF2B5EF4-FFF2-40B4-BE49-F238E27FC236}">
                <a16:creationId xmlns="" xmlns:a16="http://schemas.microsoft.com/office/drawing/2014/main" id="{1FB66A94-FBB2-4076-9F76-9E9EAAC5E2E5}"/>
              </a:ext>
            </a:extLst>
          </p:cNvPr>
          <p:cNvSpPr>
            <a:spLocks noChangeArrowheads="1"/>
          </p:cNvSpPr>
          <p:nvPr/>
        </p:nvSpPr>
        <p:spPr bwMode="auto">
          <a:xfrm>
            <a:off x="2181225" y="2101850"/>
            <a:ext cx="0" cy="0"/>
          </a:xfrm>
          <a:custGeom>
            <a:avLst/>
            <a:gdLst/>
            <a:ahLst/>
            <a:cxnLst>
              <a:cxn ang="0">
                <a:pos x="0" y="0"/>
              </a:cxn>
              <a:cxn ang="0">
                <a:pos x="0" y="0"/>
              </a:cxn>
              <a:cxn ang="0">
                <a:pos x="0" y="0"/>
              </a:cxn>
              <a:cxn ang="0">
                <a:pos x="0" y="0"/>
              </a:cxn>
            </a:cxnLst>
            <a:rect l="0" t="0" r="r" b="b"/>
            <a:pathLst>
              <a:path>
                <a:moveTo>
                  <a:pt x="0" y="0"/>
                </a:moveTo>
                <a:lnTo>
                  <a:pt x="0" y="0"/>
                </a:lnTo>
              </a:path>
            </a:pathLst>
          </a:cu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8" name="Freeform 186">
            <a:extLst>
              <a:ext uri="{FF2B5EF4-FFF2-40B4-BE49-F238E27FC236}">
                <a16:creationId xmlns="" xmlns:a16="http://schemas.microsoft.com/office/drawing/2014/main" id="{59541746-04EE-4389-A2E2-39D3E067B698}"/>
              </a:ext>
            </a:extLst>
          </p:cNvPr>
          <p:cNvSpPr>
            <a:spLocks noChangeArrowheads="1"/>
          </p:cNvSpPr>
          <p:nvPr/>
        </p:nvSpPr>
        <p:spPr bwMode="auto">
          <a:xfrm>
            <a:off x="2189163" y="2092325"/>
            <a:ext cx="993775" cy="1201738"/>
          </a:xfrm>
          <a:custGeom>
            <a:avLst/>
            <a:gdLst>
              <a:gd name="T0" fmla="*/ 4 w 240"/>
              <a:gd name="T1" fmla="*/ 0 h 290"/>
              <a:gd name="T2" fmla="*/ 0 w 240"/>
              <a:gd name="T3" fmla="*/ 1 h 290"/>
              <a:gd name="T4" fmla="*/ 0 w 240"/>
              <a:gd name="T5" fmla="*/ 1 h 290"/>
              <a:gd name="T6" fmla="*/ 0 w 240"/>
              <a:gd name="T7" fmla="*/ 1 h 290"/>
              <a:gd name="T8" fmla="*/ 0 w 240"/>
              <a:gd name="T9" fmla="*/ 1 h 290"/>
              <a:gd name="T10" fmla="*/ 0 w 240"/>
              <a:gd name="T11" fmla="*/ 1 h 290"/>
              <a:gd name="T12" fmla="*/ 1 w 240"/>
              <a:gd name="T13" fmla="*/ 1 h 290"/>
              <a:gd name="T14" fmla="*/ 5 w 240"/>
              <a:gd name="T15" fmla="*/ 3 h 290"/>
              <a:gd name="T16" fmla="*/ 5 w 240"/>
              <a:gd name="T17" fmla="*/ 3 h 290"/>
              <a:gd name="T18" fmla="*/ 226 w 240"/>
              <a:gd name="T19" fmla="*/ 130 h 290"/>
              <a:gd name="T20" fmla="*/ 236 w 240"/>
              <a:gd name="T21" fmla="*/ 149 h 290"/>
              <a:gd name="T22" fmla="*/ 236 w 240"/>
              <a:gd name="T23" fmla="*/ 284 h 290"/>
              <a:gd name="T24" fmla="*/ 236 w 240"/>
              <a:gd name="T25" fmla="*/ 284 h 290"/>
              <a:gd name="T26" fmla="*/ 236 w 240"/>
              <a:gd name="T27" fmla="*/ 284 h 290"/>
              <a:gd name="T28" fmla="*/ 236 w 240"/>
              <a:gd name="T29" fmla="*/ 284 h 290"/>
              <a:gd name="T30" fmla="*/ 236 w 240"/>
              <a:gd name="T31" fmla="*/ 284 h 290"/>
              <a:gd name="T32" fmla="*/ 236 w 240"/>
              <a:gd name="T33" fmla="*/ 284 h 290"/>
              <a:gd name="T34" fmla="*/ 236 w 240"/>
              <a:gd name="T35" fmla="*/ 284 h 290"/>
              <a:gd name="T36" fmla="*/ 236 w 240"/>
              <a:gd name="T37" fmla="*/ 284 h 290"/>
              <a:gd name="T38" fmla="*/ 236 w 240"/>
              <a:gd name="T39" fmla="*/ 284 h 290"/>
              <a:gd name="T40" fmla="*/ 236 w 240"/>
              <a:gd name="T41" fmla="*/ 284 h 290"/>
              <a:gd name="T42" fmla="*/ 234 w 240"/>
              <a:gd name="T43" fmla="*/ 290 h 290"/>
              <a:gd name="T44" fmla="*/ 235 w 240"/>
              <a:gd name="T45" fmla="*/ 290 h 290"/>
              <a:gd name="T46" fmla="*/ 237 w 240"/>
              <a:gd name="T47" fmla="*/ 288 h 290"/>
              <a:gd name="T48" fmla="*/ 237 w 240"/>
              <a:gd name="T49" fmla="*/ 288 h 290"/>
              <a:gd name="T50" fmla="*/ 237 w 240"/>
              <a:gd name="T51" fmla="*/ 288 h 290"/>
              <a:gd name="T52" fmla="*/ 237 w 240"/>
              <a:gd name="T53" fmla="*/ 288 h 290"/>
              <a:gd name="T54" fmla="*/ 239 w 240"/>
              <a:gd name="T55" fmla="*/ 287 h 290"/>
              <a:gd name="T56" fmla="*/ 240 w 240"/>
              <a:gd name="T57" fmla="*/ 282 h 290"/>
              <a:gd name="T58" fmla="*/ 240 w 240"/>
              <a:gd name="T59" fmla="*/ 147 h 290"/>
              <a:gd name="T60" fmla="*/ 229 w 240"/>
              <a:gd name="T61" fmla="*/ 128 h 290"/>
              <a:gd name="T62" fmla="*/ 9 w 240"/>
              <a:gd name="T63" fmla="*/ 1 h 290"/>
              <a:gd name="T64" fmla="*/ 4 w 240"/>
              <a:gd name="T65" fmla="*/ 0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40" h="290">
                <a:moveTo>
                  <a:pt x="4" y="0"/>
                </a:moveTo>
                <a:cubicBezTo>
                  <a:pt x="3" y="0"/>
                  <a:pt x="1" y="0"/>
                  <a:pt x="0" y="1"/>
                </a:cubicBezTo>
                <a:cubicBezTo>
                  <a:pt x="0" y="1"/>
                  <a:pt x="0" y="1"/>
                  <a:pt x="0" y="1"/>
                </a:cubicBezTo>
                <a:cubicBezTo>
                  <a:pt x="0" y="1"/>
                  <a:pt x="0" y="1"/>
                  <a:pt x="0" y="1"/>
                </a:cubicBezTo>
                <a:cubicBezTo>
                  <a:pt x="0" y="1"/>
                  <a:pt x="0" y="1"/>
                  <a:pt x="0" y="1"/>
                </a:cubicBezTo>
                <a:cubicBezTo>
                  <a:pt x="0" y="1"/>
                  <a:pt x="0" y="1"/>
                  <a:pt x="0" y="1"/>
                </a:cubicBezTo>
                <a:cubicBezTo>
                  <a:pt x="0" y="1"/>
                  <a:pt x="0" y="1"/>
                  <a:pt x="1" y="1"/>
                </a:cubicBezTo>
                <a:cubicBezTo>
                  <a:pt x="2" y="1"/>
                  <a:pt x="4" y="2"/>
                  <a:pt x="5" y="3"/>
                </a:cubicBezTo>
                <a:cubicBezTo>
                  <a:pt x="5" y="3"/>
                  <a:pt x="5" y="3"/>
                  <a:pt x="5" y="3"/>
                </a:cubicBezTo>
                <a:cubicBezTo>
                  <a:pt x="226" y="130"/>
                  <a:pt x="226" y="130"/>
                  <a:pt x="226" y="130"/>
                </a:cubicBezTo>
                <a:cubicBezTo>
                  <a:pt x="232" y="133"/>
                  <a:pt x="236" y="142"/>
                  <a:pt x="236" y="149"/>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4"/>
                  <a:pt x="236" y="284"/>
                  <a:pt x="236" y="284"/>
                </a:cubicBezTo>
                <a:cubicBezTo>
                  <a:pt x="236" y="287"/>
                  <a:pt x="236" y="289"/>
                  <a:pt x="234" y="290"/>
                </a:cubicBezTo>
                <a:cubicBezTo>
                  <a:pt x="235" y="290"/>
                  <a:pt x="235" y="290"/>
                  <a:pt x="235" y="290"/>
                </a:cubicBezTo>
                <a:cubicBezTo>
                  <a:pt x="237" y="288"/>
                  <a:pt x="237" y="288"/>
                  <a:pt x="237" y="288"/>
                </a:cubicBezTo>
                <a:cubicBezTo>
                  <a:pt x="237" y="288"/>
                  <a:pt x="237" y="288"/>
                  <a:pt x="237" y="288"/>
                </a:cubicBezTo>
                <a:cubicBezTo>
                  <a:pt x="237" y="288"/>
                  <a:pt x="237" y="288"/>
                  <a:pt x="237" y="288"/>
                </a:cubicBezTo>
                <a:cubicBezTo>
                  <a:pt x="237" y="288"/>
                  <a:pt x="237" y="288"/>
                  <a:pt x="237" y="288"/>
                </a:cubicBezTo>
                <a:cubicBezTo>
                  <a:pt x="238" y="288"/>
                  <a:pt x="239" y="288"/>
                  <a:pt x="239" y="287"/>
                </a:cubicBezTo>
                <a:cubicBezTo>
                  <a:pt x="240" y="286"/>
                  <a:pt x="240" y="284"/>
                  <a:pt x="240" y="282"/>
                </a:cubicBezTo>
                <a:cubicBezTo>
                  <a:pt x="240" y="147"/>
                  <a:pt x="240" y="147"/>
                  <a:pt x="240" y="147"/>
                </a:cubicBezTo>
                <a:cubicBezTo>
                  <a:pt x="240" y="140"/>
                  <a:pt x="235" y="132"/>
                  <a:pt x="229" y="128"/>
                </a:cubicBezTo>
                <a:cubicBezTo>
                  <a:pt x="9" y="1"/>
                  <a:pt x="9" y="1"/>
                  <a:pt x="9" y="1"/>
                </a:cubicBezTo>
                <a:cubicBezTo>
                  <a:pt x="7" y="0"/>
                  <a:pt x="6" y="0"/>
                  <a:pt x="4" y="0"/>
                </a:cubicBezTo>
              </a:path>
            </a:pathLst>
          </a:custGeom>
          <a:solidFill>
            <a:srgbClr val="333D99"/>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9" name="Freeform 187">
            <a:extLst>
              <a:ext uri="{FF2B5EF4-FFF2-40B4-BE49-F238E27FC236}">
                <a16:creationId xmlns="" xmlns:a16="http://schemas.microsoft.com/office/drawing/2014/main" id="{895B4344-C9C8-4955-9C22-E848BB0EBB99}"/>
              </a:ext>
            </a:extLst>
          </p:cNvPr>
          <p:cNvSpPr>
            <a:spLocks noEditPoints="1" noChangeArrowheads="1"/>
          </p:cNvSpPr>
          <p:nvPr/>
        </p:nvSpPr>
        <p:spPr bwMode="auto">
          <a:xfrm>
            <a:off x="2189163" y="2098675"/>
            <a:ext cx="977900" cy="1195388"/>
          </a:xfrm>
          <a:custGeom>
            <a:avLst/>
            <a:gdLst>
              <a:gd name="T0" fmla="*/ 236 w 236"/>
              <a:gd name="T1" fmla="*/ 283 h 289"/>
              <a:gd name="T2" fmla="*/ 234 w 236"/>
              <a:gd name="T3" fmla="*/ 289 h 289"/>
              <a:gd name="T4" fmla="*/ 234 w 236"/>
              <a:gd name="T5" fmla="*/ 289 h 289"/>
              <a:gd name="T6" fmla="*/ 236 w 236"/>
              <a:gd name="T7" fmla="*/ 283 h 289"/>
              <a:gd name="T8" fmla="*/ 236 w 236"/>
              <a:gd name="T9" fmla="*/ 283 h 289"/>
              <a:gd name="T10" fmla="*/ 236 w 236"/>
              <a:gd name="T11" fmla="*/ 283 h 289"/>
              <a:gd name="T12" fmla="*/ 236 w 236"/>
              <a:gd name="T13" fmla="*/ 283 h 289"/>
              <a:gd name="T14" fmla="*/ 236 w 236"/>
              <a:gd name="T15" fmla="*/ 283 h 289"/>
              <a:gd name="T16" fmla="*/ 236 w 236"/>
              <a:gd name="T17" fmla="*/ 283 h 289"/>
              <a:gd name="T18" fmla="*/ 236 w 236"/>
              <a:gd name="T19" fmla="*/ 283 h 289"/>
              <a:gd name="T20" fmla="*/ 236 w 236"/>
              <a:gd name="T21" fmla="*/ 283 h 289"/>
              <a:gd name="T22" fmla="*/ 236 w 236"/>
              <a:gd name="T23" fmla="*/ 283 h 289"/>
              <a:gd name="T24" fmla="*/ 236 w 236"/>
              <a:gd name="T25" fmla="*/ 283 h 289"/>
              <a:gd name="T26" fmla="*/ 236 w 236"/>
              <a:gd name="T27" fmla="*/ 283 h 289"/>
              <a:gd name="T28" fmla="*/ 236 w 236"/>
              <a:gd name="T29" fmla="*/ 283 h 289"/>
              <a:gd name="T30" fmla="*/ 236 w 236"/>
              <a:gd name="T31" fmla="*/ 283 h 289"/>
              <a:gd name="T32" fmla="*/ 0 w 236"/>
              <a:gd name="T33" fmla="*/ 0 h 289"/>
              <a:gd name="T34" fmla="*/ 0 w 236"/>
              <a:gd name="T35" fmla="*/ 0 h 289"/>
              <a:gd name="T36" fmla="*/ 0 w 236"/>
              <a:gd name="T37" fmla="*/ 0 h 289"/>
              <a:gd name="T38" fmla="*/ 0 w 236"/>
              <a:gd name="T39" fmla="*/ 0 h 289"/>
              <a:gd name="T40" fmla="*/ 0 w 236"/>
              <a:gd name="T41" fmla="*/ 0 h 289"/>
              <a:gd name="T42" fmla="*/ 0 w 236"/>
              <a:gd name="T43" fmla="*/ 0 h 289"/>
              <a:gd name="T44" fmla="*/ 0 w 236"/>
              <a:gd name="T45" fmla="*/ 0 h 289"/>
              <a:gd name="T46" fmla="*/ 1 w 236"/>
              <a:gd name="T47" fmla="*/ 0 h 289"/>
              <a:gd name="T48" fmla="*/ 0 w 236"/>
              <a:gd name="T49" fmla="*/ 0 h 289"/>
              <a:gd name="T50" fmla="*/ 1 w 236"/>
              <a:gd name="T51" fmla="*/ 0 h 289"/>
              <a:gd name="T52" fmla="*/ 5 w 236"/>
              <a:gd name="T53" fmla="*/ 2 h 289"/>
              <a:gd name="T54" fmla="*/ 1 w 236"/>
              <a:gd name="T55" fmla="*/ 0 h 2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36" h="289">
                <a:moveTo>
                  <a:pt x="236" y="283"/>
                </a:moveTo>
                <a:cubicBezTo>
                  <a:pt x="236" y="286"/>
                  <a:pt x="236" y="288"/>
                  <a:pt x="234" y="289"/>
                </a:cubicBezTo>
                <a:cubicBezTo>
                  <a:pt x="234" y="289"/>
                  <a:pt x="234" y="289"/>
                  <a:pt x="234" y="289"/>
                </a:cubicBezTo>
                <a:cubicBezTo>
                  <a:pt x="236" y="288"/>
                  <a:pt x="236" y="286"/>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236" y="283"/>
                </a:moveTo>
                <a:cubicBezTo>
                  <a:pt x="236" y="283"/>
                  <a:pt x="236" y="283"/>
                  <a:pt x="236" y="283"/>
                </a:cubicBezTo>
                <a:cubicBezTo>
                  <a:pt x="236" y="283"/>
                  <a:pt x="236" y="283"/>
                  <a:pt x="236" y="283"/>
                </a:cubicBezTo>
                <a:moveTo>
                  <a:pt x="0" y="0"/>
                </a:moveTo>
                <a:cubicBezTo>
                  <a:pt x="0" y="0"/>
                  <a:pt x="0" y="0"/>
                  <a:pt x="0" y="0"/>
                </a:cubicBezTo>
                <a:cubicBezTo>
                  <a:pt x="0" y="0"/>
                  <a:pt x="0" y="0"/>
                  <a:pt x="0" y="0"/>
                </a:cubicBezTo>
                <a:cubicBezTo>
                  <a:pt x="0" y="0"/>
                  <a:pt x="0" y="0"/>
                  <a:pt x="0" y="0"/>
                </a:cubicBezTo>
                <a:moveTo>
                  <a:pt x="0" y="0"/>
                </a:moveTo>
                <a:cubicBezTo>
                  <a:pt x="0" y="0"/>
                  <a:pt x="0" y="0"/>
                  <a:pt x="0" y="0"/>
                </a:cubicBezTo>
                <a:cubicBezTo>
                  <a:pt x="0" y="0"/>
                  <a:pt x="0" y="0"/>
                  <a:pt x="0" y="0"/>
                </a:cubicBezTo>
                <a:moveTo>
                  <a:pt x="1" y="0"/>
                </a:moveTo>
                <a:cubicBezTo>
                  <a:pt x="0" y="0"/>
                  <a:pt x="0" y="0"/>
                  <a:pt x="0" y="0"/>
                </a:cubicBezTo>
                <a:cubicBezTo>
                  <a:pt x="0" y="0"/>
                  <a:pt x="0" y="0"/>
                  <a:pt x="1" y="0"/>
                </a:cubicBezTo>
                <a:cubicBezTo>
                  <a:pt x="2" y="0"/>
                  <a:pt x="4" y="1"/>
                  <a:pt x="5" y="2"/>
                </a:cubicBezTo>
                <a:cubicBezTo>
                  <a:pt x="4" y="1"/>
                  <a:pt x="2" y="0"/>
                  <a:pt x="1" y="0"/>
                </a:cubicBezTo>
              </a:path>
            </a:pathLst>
          </a:custGeom>
          <a:solidFill>
            <a:srgbClr val="333B9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0" name="Freeform 209">
            <a:extLst>
              <a:ext uri="{FF2B5EF4-FFF2-40B4-BE49-F238E27FC236}">
                <a16:creationId xmlns="" xmlns:a16="http://schemas.microsoft.com/office/drawing/2014/main" id="{2691B07F-7AEB-44A0-B4AE-1AF0FF1D0D83}"/>
              </a:ext>
            </a:extLst>
          </p:cNvPr>
          <p:cNvSpPr>
            <a:spLocks noEditPoints="1" noChangeArrowheads="1"/>
          </p:cNvSpPr>
          <p:nvPr/>
        </p:nvSpPr>
        <p:spPr bwMode="auto">
          <a:xfrm>
            <a:off x="2909888" y="2109788"/>
            <a:ext cx="15875" cy="28575"/>
          </a:xfrm>
          <a:custGeom>
            <a:avLst/>
            <a:gdLst>
              <a:gd name="T0" fmla="*/ 3 w 4"/>
              <a:gd name="T1" fmla="*/ 0 h 7"/>
              <a:gd name="T2" fmla="*/ 0 w 4"/>
              <a:gd name="T3" fmla="*/ 7 h 7"/>
              <a:gd name="T4" fmla="*/ 1 w 4"/>
              <a:gd name="T5" fmla="*/ 6 h 7"/>
              <a:gd name="T6" fmla="*/ 3 w 4"/>
              <a:gd name="T7" fmla="*/ 0 h 7"/>
              <a:gd name="T8" fmla="*/ 4 w 4"/>
              <a:gd name="T9" fmla="*/ 0 h 7"/>
              <a:gd name="T10" fmla="*/ 3 w 4"/>
              <a:gd name="T11" fmla="*/ 0 h 7"/>
              <a:gd name="T12" fmla="*/ 4 w 4"/>
              <a:gd name="T13" fmla="*/ 0 h 7"/>
              <a:gd name="T14" fmla="*/ 4 w 4"/>
              <a:gd name="T15" fmla="*/ 0 h 7"/>
              <a:gd name="T16" fmla="*/ 4 w 4"/>
              <a:gd name="T17" fmla="*/ 0 h 7"/>
              <a:gd name="T18" fmla="*/ 4 w 4"/>
              <a:gd name="T19" fmla="*/ 0 h 7"/>
              <a:gd name="T20" fmla="*/ 4 w 4"/>
              <a:gd name="T21" fmla="*/ 0 h 7"/>
              <a:gd name="T22" fmla="*/ 4 w 4"/>
              <a:gd name="T23" fmla="*/ 0 h 7"/>
              <a:gd name="T24" fmla="*/ 4 w 4"/>
              <a:gd name="T25" fmla="*/ 0 h 7"/>
              <a:gd name="T26" fmla="*/ 4 w 4"/>
              <a:gd name="T27" fmla="*/ 0 h 7"/>
              <a:gd name="T28" fmla="*/ 4 w 4"/>
              <a:gd name="T29" fmla="*/ 0 h 7"/>
              <a:gd name="T30" fmla="*/ 4 w 4"/>
              <a:gd name="T31" fmla="*/ 0 h 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 h="7">
                <a:moveTo>
                  <a:pt x="3" y="0"/>
                </a:moveTo>
                <a:cubicBezTo>
                  <a:pt x="3" y="3"/>
                  <a:pt x="2" y="6"/>
                  <a:pt x="0" y="7"/>
                </a:cubicBezTo>
                <a:cubicBezTo>
                  <a:pt x="1" y="6"/>
                  <a:pt x="1" y="6"/>
                  <a:pt x="1" y="6"/>
                </a:cubicBezTo>
                <a:cubicBezTo>
                  <a:pt x="2" y="5"/>
                  <a:pt x="3" y="3"/>
                  <a:pt x="3" y="0"/>
                </a:cubicBezTo>
                <a:moveTo>
                  <a:pt x="4" y="0"/>
                </a:moveTo>
                <a:cubicBezTo>
                  <a:pt x="4" y="0"/>
                  <a:pt x="4" y="0"/>
                  <a:pt x="3"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moveTo>
                  <a:pt x="4" y="0"/>
                </a:moveTo>
                <a:cubicBezTo>
                  <a:pt x="4" y="0"/>
                  <a:pt x="4" y="0"/>
                  <a:pt x="4" y="0"/>
                </a:cubicBezTo>
                <a:cubicBezTo>
                  <a:pt x="4" y="0"/>
                  <a:pt x="4" y="0"/>
                  <a:pt x="4" y="0"/>
                </a:cubicBezTo>
              </a:path>
            </a:pathLst>
          </a:custGeom>
          <a:solidFill>
            <a:srgbClr val="312A9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1" name="Freeform 175">
            <a:extLst>
              <a:ext uri="{FF2B5EF4-FFF2-40B4-BE49-F238E27FC236}">
                <a16:creationId xmlns="" xmlns:a16="http://schemas.microsoft.com/office/drawing/2014/main" id="{FB2E26C0-A535-4D34-870F-2DC9AB8C3E63}"/>
              </a:ext>
            </a:extLst>
          </p:cNvPr>
          <p:cNvSpPr>
            <a:spLocks noChangeArrowheads="1"/>
          </p:cNvSpPr>
          <p:nvPr userDrawn="1"/>
        </p:nvSpPr>
        <p:spPr bwMode="auto">
          <a:xfrm>
            <a:off x="2617788" y="3695700"/>
            <a:ext cx="568325" cy="387350"/>
          </a:xfrm>
          <a:custGeom>
            <a:avLst/>
            <a:gdLst>
              <a:gd name="T0" fmla="*/ 10425 w 11337"/>
              <a:gd name="T1" fmla="*/ 5220 h 8840"/>
              <a:gd name="T2" fmla="*/ 10284 w 11337"/>
              <a:gd name="T3" fmla="*/ 5233 h 8840"/>
              <a:gd name="T4" fmla="*/ 8287 w 11337"/>
              <a:gd name="T5" fmla="*/ 2042 h 8840"/>
              <a:gd name="T6" fmla="*/ 8594 w 11337"/>
              <a:gd name="T7" fmla="*/ 1228 h 8840"/>
              <a:gd name="T8" fmla="*/ 7374 w 11337"/>
              <a:gd name="T9" fmla="*/ 0 h 8840"/>
              <a:gd name="T10" fmla="*/ 6154 w 11337"/>
              <a:gd name="T11" fmla="*/ 1228 h 8840"/>
              <a:gd name="T12" fmla="*/ 6628 w 11337"/>
              <a:gd name="T13" fmla="*/ 2201 h 8840"/>
              <a:gd name="T14" fmla="*/ 4398 w 11337"/>
              <a:gd name="T15" fmla="*/ 6431 h 8840"/>
              <a:gd name="T16" fmla="*/ 4082 w 11337"/>
              <a:gd name="T17" fmla="*/ 6387 h 8840"/>
              <a:gd name="T18" fmla="*/ 3520 w 11337"/>
              <a:gd name="T19" fmla="*/ 6524 h 8840"/>
              <a:gd name="T20" fmla="*/ 1672 w 11337"/>
              <a:gd name="T21" fmla="*/ 4318 h 8840"/>
              <a:gd name="T22" fmla="*/ 1826 w 11337"/>
              <a:gd name="T23" fmla="*/ 3805 h 8840"/>
              <a:gd name="T24" fmla="*/ 913 w 11337"/>
              <a:gd name="T25" fmla="*/ 2886 h 8840"/>
              <a:gd name="T26" fmla="*/ 0 w 11337"/>
              <a:gd name="T27" fmla="*/ 3805 h 8840"/>
              <a:gd name="T28" fmla="*/ 913 w 11337"/>
              <a:gd name="T29" fmla="*/ 4725 h 8840"/>
              <a:gd name="T30" fmla="*/ 1181 w 11337"/>
              <a:gd name="T31" fmla="*/ 4685 h 8840"/>
              <a:gd name="T32" fmla="*/ 3064 w 11337"/>
              <a:gd name="T33" fmla="*/ 6930 h 8840"/>
              <a:gd name="T34" fmla="*/ 2862 w 11337"/>
              <a:gd name="T35" fmla="*/ 7611 h 8840"/>
              <a:gd name="T36" fmla="*/ 4082 w 11337"/>
              <a:gd name="T37" fmla="*/ 8840 h 8840"/>
              <a:gd name="T38" fmla="*/ 5302 w 11337"/>
              <a:gd name="T39" fmla="*/ 7611 h 8840"/>
              <a:gd name="T40" fmla="*/ 4929 w 11337"/>
              <a:gd name="T41" fmla="*/ 6731 h 8840"/>
              <a:gd name="T42" fmla="*/ 7194 w 11337"/>
              <a:gd name="T43" fmla="*/ 2439 h 8840"/>
              <a:gd name="T44" fmla="*/ 7374 w 11337"/>
              <a:gd name="T45" fmla="*/ 2453 h 8840"/>
              <a:gd name="T46" fmla="*/ 7782 w 11337"/>
              <a:gd name="T47" fmla="*/ 2382 h 8840"/>
              <a:gd name="T48" fmla="*/ 9744 w 11337"/>
              <a:gd name="T49" fmla="*/ 5520 h 8840"/>
              <a:gd name="T50" fmla="*/ 9507 w 11337"/>
              <a:gd name="T51" fmla="*/ 6135 h 8840"/>
              <a:gd name="T52" fmla="*/ 10420 w 11337"/>
              <a:gd name="T53" fmla="*/ 7054 h 8840"/>
              <a:gd name="T54" fmla="*/ 11333 w 11337"/>
              <a:gd name="T55" fmla="*/ 6135 h 8840"/>
              <a:gd name="T56" fmla="*/ 10425 w 11337"/>
              <a:gd name="T57" fmla="*/ 5220 h 8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1337" h="8840">
                <a:moveTo>
                  <a:pt x="10425" y="5220"/>
                </a:moveTo>
                <a:cubicBezTo>
                  <a:pt x="10377" y="5220"/>
                  <a:pt x="10328" y="5224"/>
                  <a:pt x="10284" y="5233"/>
                </a:cubicBezTo>
                <a:lnTo>
                  <a:pt x="8287" y="2042"/>
                </a:lnTo>
                <a:cubicBezTo>
                  <a:pt x="8485" y="1817"/>
                  <a:pt x="8594" y="1528"/>
                  <a:pt x="8594" y="1228"/>
                </a:cubicBezTo>
                <a:cubicBezTo>
                  <a:pt x="8594" y="552"/>
                  <a:pt x="8050" y="0"/>
                  <a:pt x="7374" y="0"/>
                </a:cubicBezTo>
                <a:cubicBezTo>
                  <a:pt x="6698" y="0"/>
                  <a:pt x="6154" y="548"/>
                  <a:pt x="6154" y="1228"/>
                </a:cubicBezTo>
                <a:cubicBezTo>
                  <a:pt x="6154" y="1626"/>
                  <a:pt x="6343" y="1975"/>
                  <a:pt x="6628" y="2201"/>
                </a:cubicBezTo>
                <a:lnTo>
                  <a:pt x="4398" y="6431"/>
                </a:lnTo>
                <a:cubicBezTo>
                  <a:pt x="4295" y="6403"/>
                  <a:pt x="4189" y="6388"/>
                  <a:pt x="4082" y="6387"/>
                </a:cubicBezTo>
                <a:cubicBezTo>
                  <a:pt x="3880" y="6387"/>
                  <a:pt x="3687" y="6435"/>
                  <a:pt x="3520" y="6524"/>
                </a:cubicBezTo>
                <a:lnTo>
                  <a:pt x="1672" y="4318"/>
                </a:lnTo>
                <a:cubicBezTo>
                  <a:pt x="1769" y="4172"/>
                  <a:pt x="1826" y="3995"/>
                  <a:pt x="1826" y="3805"/>
                </a:cubicBezTo>
                <a:cubicBezTo>
                  <a:pt x="1826" y="3297"/>
                  <a:pt x="1418" y="2886"/>
                  <a:pt x="913" y="2886"/>
                </a:cubicBezTo>
                <a:cubicBezTo>
                  <a:pt x="408" y="2886"/>
                  <a:pt x="0" y="3297"/>
                  <a:pt x="0" y="3805"/>
                </a:cubicBezTo>
                <a:cubicBezTo>
                  <a:pt x="0" y="4314"/>
                  <a:pt x="408" y="4725"/>
                  <a:pt x="913" y="4725"/>
                </a:cubicBezTo>
                <a:cubicBezTo>
                  <a:pt x="1005" y="4725"/>
                  <a:pt x="1097" y="4711"/>
                  <a:pt x="1181" y="4685"/>
                </a:cubicBezTo>
                <a:lnTo>
                  <a:pt x="3064" y="6930"/>
                </a:lnTo>
                <a:cubicBezTo>
                  <a:pt x="2932" y="7132"/>
                  <a:pt x="2861" y="7369"/>
                  <a:pt x="2862" y="7611"/>
                </a:cubicBezTo>
                <a:cubicBezTo>
                  <a:pt x="2862" y="8287"/>
                  <a:pt x="3406" y="8840"/>
                  <a:pt x="4082" y="8840"/>
                </a:cubicBezTo>
                <a:cubicBezTo>
                  <a:pt x="4758" y="8840"/>
                  <a:pt x="5302" y="8292"/>
                  <a:pt x="5302" y="7611"/>
                </a:cubicBezTo>
                <a:cubicBezTo>
                  <a:pt x="5302" y="7266"/>
                  <a:pt x="5157" y="6952"/>
                  <a:pt x="4929" y="6731"/>
                </a:cubicBezTo>
                <a:lnTo>
                  <a:pt x="7194" y="2439"/>
                </a:lnTo>
                <a:cubicBezTo>
                  <a:pt x="7255" y="2448"/>
                  <a:pt x="7313" y="2453"/>
                  <a:pt x="7374" y="2453"/>
                </a:cubicBezTo>
                <a:cubicBezTo>
                  <a:pt x="7514" y="2453"/>
                  <a:pt x="7655" y="2426"/>
                  <a:pt x="7782" y="2382"/>
                </a:cubicBezTo>
                <a:lnTo>
                  <a:pt x="9744" y="5520"/>
                </a:lnTo>
                <a:cubicBezTo>
                  <a:pt x="9593" y="5689"/>
                  <a:pt x="9509" y="5908"/>
                  <a:pt x="9507" y="6135"/>
                </a:cubicBezTo>
                <a:cubicBezTo>
                  <a:pt x="9507" y="6643"/>
                  <a:pt x="9915" y="7054"/>
                  <a:pt x="10420" y="7054"/>
                </a:cubicBezTo>
                <a:cubicBezTo>
                  <a:pt x="10925" y="7054"/>
                  <a:pt x="11333" y="6643"/>
                  <a:pt x="11333" y="6135"/>
                </a:cubicBezTo>
                <a:cubicBezTo>
                  <a:pt x="11337" y="5630"/>
                  <a:pt x="10929" y="5220"/>
                  <a:pt x="10425" y="5220"/>
                </a:cubicBezTo>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22" name="Freeform 242">
            <a:extLst>
              <a:ext uri="{FF2B5EF4-FFF2-40B4-BE49-F238E27FC236}">
                <a16:creationId xmlns="" xmlns:a16="http://schemas.microsoft.com/office/drawing/2014/main" id="{BF2DDFB1-6C1B-4514-9752-CFBF77FA25B1}"/>
              </a:ext>
            </a:extLst>
          </p:cNvPr>
          <p:cNvSpPr/>
          <p:nvPr userDrawn="1"/>
        </p:nvSpPr>
        <p:spPr bwMode="auto">
          <a:xfrm>
            <a:off x="2508250" y="2522538"/>
            <a:ext cx="341313" cy="444500"/>
          </a:xfrm>
          <a:custGeom>
            <a:avLst/>
            <a:gdLst>
              <a:gd name="connsiteX0" fmla="*/ 203312 w 490994"/>
              <a:gd name="connsiteY0" fmla="*/ 568333 h 607497"/>
              <a:gd name="connsiteX1" fmla="*/ 287691 w 490994"/>
              <a:gd name="connsiteY1" fmla="*/ 568333 h 607497"/>
              <a:gd name="connsiteX2" fmla="*/ 307242 w 490994"/>
              <a:gd name="connsiteY2" fmla="*/ 587955 h 607497"/>
              <a:gd name="connsiteX3" fmla="*/ 287691 w 490994"/>
              <a:gd name="connsiteY3" fmla="*/ 607497 h 607497"/>
              <a:gd name="connsiteX4" fmla="*/ 203312 w 490994"/>
              <a:gd name="connsiteY4" fmla="*/ 607497 h 607497"/>
              <a:gd name="connsiteX5" fmla="*/ 183682 w 490994"/>
              <a:gd name="connsiteY5" fmla="*/ 587955 h 607497"/>
              <a:gd name="connsiteX6" fmla="*/ 203312 w 490994"/>
              <a:gd name="connsiteY6" fmla="*/ 568333 h 607497"/>
              <a:gd name="connsiteX7" fmla="*/ 186520 w 490994"/>
              <a:gd name="connsiteY7" fmla="*/ 510187 h 607497"/>
              <a:gd name="connsiteX8" fmla="*/ 304395 w 490994"/>
              <a:gd name="connsiteY8" fmla="*/ 510187 h 607497"/>
              <a:gd name="connsiteX9" fmla="*/ 324107 w 490994"/>
              <a:gd name="connsiteY9" fmla="*/ 529804 h 607497"/>
              <a:gd name="connsiteX10" fmla="*/ 304395 w 490994"/>
              <a:gd name="connsiteY10" fmla="*/ 549421 h 607497"/>
              <a:gd name="connsiteX11" fmla="*/ 186520 w 490994"/>
              <a:gd name="connsiteY11" fmla="*/ 549421 h 607497"/>
              <a:gd name="connsiteX12" fmla="*/ 166887 w 490994"/>
              <a:gd name="connsiteY12" fmla="*/ 529804 h 607497"/>
              <a:gd name="connsiteX13" fmla="*/ 186520 w 490994"/>
              <a:gd name="connsiteY13" fmla="*/ 510187 h 607497"/>
              <a:gd name="connsiteX14" fmla="*/ 62837 w 490994"/>
              <a:gd name="connsiteY14" fmla="*/ 319449 h 607497"/>
              <a:gd name="connsiteX15" fmla="*/ 79611 w 490994"/>
              <a:gd name="connsiteY15" fmla="*/ 330831 h 607497"/>
              <a:gd name="connsiteX16" fmla="*/ 87445 w 490994"/>
              <a:gd name="connsiteY16" fmla="*/ 348457 h 607497"/>
              <a:gd name="connsiteX17" fmla="*/ 79137 w 490994"/>
              <a:gd name="connsiteY17" fmla="*/ 374856 h 607497"/>
              <a:gd name="connsiteX18" fmla="*/ 64498 w 490994"/>
              <a:gd name="connsiteY18" fmla="*/ 383314 h 607497"/>
              <a:gd name="connsiteX19" fmla="*/ 54687 w 490994"/>
              <a:gd name="connsiteY19" fmla="*/ 385922 h 607497"/>
              <a:gd name="connsiteX20" fmla="*/ 37675 w 490994"/>
              <a:gd name="connsiteY20" fmla="*/ 376121 h 607497"/>
              <a:gd name="connsiteX21" fmla="*/ 28021 w 490994"/>
              <a:gd name="connsiteY21" fmla="*/ 359285 h 607497"/>
              <a:gd name="connsiteX22" fmla="*/ 26043 w 490994"/>
              <a:gd name="connsiteY22" fmla="*/ 344426 h 607497"/>
              <a:gd name="connsiteX23" fmla="*/ 35222 w 490994"/>
              <a:gd name="connsiteY23" fmla="*/ 332491 h 607497"/>
              <a:gd name="connsiteX24" fmla="*/ 53500 w 490994"/>
              <a:gd name="connsiteY24" fmla="*/ 321978 h 607497"/>
              <a:gd name="connsiteX25" fmla="*/ 62837 w 490994"/>
              <a:gd name="connsiteY25" fmla="*/ 319449 h 607497"/>
              <a:gd name="connsiteX26" fmla="*/ 427899 w 490994"/>
              <a:gd name="connsiteY26" fmla="*/ 319379 h 607497"/>
              <a:gd name="connsiteX27" fmla="*/ 437320 w 490994"/>
              <a:gd name="connsiteY27" fmla="*/ 321908 h 607497"/>
              <a:gd name="connsiteX28" fmla="*/ 455767 w 490994"/>
              <a:gd name="connsiteY28" fmla="*/ 332498 h 607497"/>
              <a:gd name="connsiteX29" fmla="*/ 464871 w 490994"/>
              <a:gd name="connsiteY29" fmla="*/ 344431 h 607497"/>
              <a:gd name="connsiteX30" fmla="*/ 462971 w 490994"/>
              <a:gd name="connsiteY30" fmla="*/ 359289 h 607497"/>
              <a:gd name="connsiteX31" fmla="*/ 453233 w 490994"/>
              <a:gd name="connsiteY31" fmla="*/ 376122 h 607497"/>
              <a:gd name="connsiteX32" fmla="*/ 436212 w 490994"/>
              <a:gd name="connsiteY32" fmla="*/ 385922 h 607497"/>
              <a:gd name="connsiteX33" fmla="*/ 426395 w 490994"/>
              <a:gd name="connsiteY33" fmla="*/ 383235 h 607497"/>
              <a:gd name="connsiteX34" fmla="*/ 411511 w 490994"/>
              <a:gd name="connsiteY34" fmla="*/ 374700 h 607497"/>
              <a:gd name="connsiteX35" fmla="*/ 403198 w 490994"/>
              <a:gd name="connsiteY35" fmla="*/ 348225 h 607497"/>
              <a:gd name="connsiteX36" fmla="*/ 411115 w 490994"/>
              <a:gd name="connsiteY36" fmla="*/ 330759 h 607497"/>
              <a:gd name="connsiteX37" fmla="*/ 427899 w 490994"/>
              <a:gd name="connsiteY37" fmla="*/ 319379 h 607497"/>
              <a:gd name="connsiteX38" fmla="*/ 19624 w 490994"/>
              <a:gd name="connsiteY38" fmla="*/ 215859 h 607497"/>
              <a:gd name="connsiteX39" fmla="*/ 40990 w 490994"/>
              <a:gd name="connsiteY39" fmla="*/ 215859 h 607497"/>
              <a:gd name="connsiteX40" fmla="*/ 54917 w 490994"/>
              <a:gd name="connsiteY40" fmla="*/ 222024 h 607497"/>
              <a:gd name="connsiteX41" fmla="*/ 59269 w 490994"/>
              <a:gd name="connsiteY41" fmla="*/ 236489 h 607497"/>
              <a:gd name="connsiteX42" fmla="*/ 58636 w 490994"/>
              <a:gd name="connsiteY42" fmla="*/ 245104 h 607497"/>
              <a:gd name="connsiteX43" fmla="*/ 59269 w 490994"/>
              <a:gd name="connsiteY43" fmla="*/ 253719 h 607497"/>
              <a:gd name="connsiteX44" fmla="*/ 54996 w 490994"/>
              <a:gd name="connsiteY44" fmla="*/ 268263 h 607497"/>
              <a:gd name="connsiteX45" fmla="*/ 41069 w 490994"/>
              <a:gd name="connsiteY45" fmla="*/ 274428 h 607497"/>
              <a:gd name="connsiteX46" fmla="*/ 19624 w 490994"/>
              <a:gd name="connsiteY46" fmla="*/ 274428 h 607497"/>
              <a:gd name="connsiteX47" fmla="*/ 0 w 490994"/>
              <a:gd name="connsiteY47" fmla="*/ 254826 h 607497"/>
              <a:gd name="connsiteX48" fmla="*/ 0 w 490994"/>
              <a:gd name="connsiteY48" fmla="*/ 235461 h 607497"/>
              <a:gd name="connsiteX49" fmla="*/ 19624 w 490994"/>
              <a:gd name="connsiteY49" fmla="*/ 215859 h 607497"/>
              <a:gd name="connsiteX50" fmla="*/ 450011 w 490994"/>
              <a:gd name="connsiteY50" fmla="*/ 215789 h 607497"/>
              <a:gd name="connsiteX51" fmla="*/ 471373 w 490994"/>
              <a:gd name="connsiteY51" fmla="*/ 215789 h 607497"/>
              <a:gd name="connsiteX52" fmla="*/ 490994 w 490994"/>
              <a:gd name="connsiteY52" fmla="*/ 235467 h 607497"/>
              <a:gd name="connsiteX53" fmla="*/ 490994 w 490994"/>
              <a:gd name="connsiteY53" fmla="*/ 254830 h 607497"/>
              <a:gd name="connsiteX54" fmla="*/ 471373 w 490994"/>
              <a:gd name="connsiteY54" fmla="*/ 274429 h 607497"/>
              <a:gd name="connsiteX55" fmla="*/ 449931 w 490994"/>
              <a:gd name="connsiteY55" fmla="*/ 274429 h 607497"/>
              <a:gd name="connsiteX56" fmla="*/ 436007 w 490994"/>
              <a:gd name="connsiteY56" fmla="*/ 268265 h 607497"/>
              <a:gd name="connsiteX57" fmla="*/ 431655 w 490994"/>
              <a:gd name="connsiteY57" fmla="*/ 253723 h 607497"/>
              <a:gd name="connsiteX58" fmla="*/ 432367 w 490994"/>
              <a:gd name="connsiteY58" fmla="*/ 245109 h 607497"/>
              <a:gd name="connsiteX59" fmla="*/ 431655 w 490994"/>
              <a:gd name="connsiteY59" fmla="*/ 236495 h 607497"/>
              <a:gd name="connsiteX60" fmla="*/ 436007 w 490994"/>
              <a:gd name="connsiteY60" fmla="*/ 221953 h 607497"/>
              <a:gd name="connsiteX61" fmla="*/ 450011 w 490994"/>
              <a:gd name="connsiteY61" fmla="*/ 215789 h 607497"/>
              <a:gd name="connsiteX62" fmla="*/ 245501 w 490994"/>
              <a:gd name="connsiteY62" fmla="*/ 133735 h 607497"/>
              <a:gd name="connsiteX63" fmla="*/ 137281 w 490994"/>
              <a:gd name="connsiteY63" fmla="*/ 241809 h 607497"/>
              <a:gd name="connsiteX64" fmla="*/ 171639 w 490994"/>
              <a:gd name="connsiteY64" fmla="*/ 338656 h 607497"/>
              <a:gd name="connsiteX65" fmla="*/ 208372 w 490994"/>
              <a:gd name="connsiteY65" fmla="*/ 425858 h 607497"/>
              <a:gd name="connsiteX66" fmla="*/ 211459 w 490994"/>
              <a:gd name="connsiteY66" fmla="*/ 428388 h 607497"/>
              <a:gd name="connsiteX67" fmla="*/ 279305 w 490994"/>
              <a:gd name="connsiteY67" fmla="*/ 428388 h 607497"/>
              <a:gd name="connsiteX68" fmla="*/ 282313 w 490994"/>
              <a:gd name="connsiteY68" fmla="*/ 425858 h 607497"/>
              <a:gd name="connsiteX69" fmla="*/ 319838 w 490994"/>
              <a:gd name="connsiteY69" fmla="*/ 336759 h 607497"/>
              <a:gd name="connsiteX70" fmla="*/ 319918 w 490994"/>
              <a:gd name="connsiteY70" fmla="*/ 336601 h 607497"/>
              <a:gd name="connsiteX71" fmla="*/ 353722 w 490994"/>
              <a:gd name="connsiteY71" fmla="*/ 241809 h 607497"/>
              <a:gd name="connsiteX72" fmla="*/ 245501 w 490994"/>
              <a:gd name="connsiteY72" fmla="*/ 133735 h 607497"/>
              <a:gd name="connsiteX73" fmla="*/ 436205 w 490994"/>
              <a:gd name="connsiteY73" fmla="*/ 104366 h 607497"/>
              <a:gd name="connsiteX74" fmla="*/ 453224 w 490994"/>
              <a:gd name="connsiteY74" fmla="*/ 114168 h 607497"/>
              <a:gd name="connsiteX75" fmla="*/ 462960 w 490994"/>
              <a:gd name="connsiteY75" fmla="*/ 131006 h 607497"/>
              <a:gd name="connsiteX76" fmla="*/ 455757 w 490994"/>
              <a:gd name="connsiteY76" fmla="*/ 157804 h 607497"/>
              <a:gd name="connsiteX77" fmla="*/ 437788 w 490994"/>
              <a:gd name="connsiteY77" fmla="*/ 168159 h 607497"/>
              <a:gd name="connsiteX78" fmla="*/ 428289 w 490994"/>
              <a:gd name="connsiteY78" fmla="*/ 170768 h 607497"/>
              <a:gd name="connsiteX79" fmla="*/ 411349 w 490994"/>
              <a:gd name="connsiteY79" fmla="*/ 160254 h 607497"/>
              <a:gd name="connsiteX80" fmla="*/ 402009 w 490994"/>
              <a:gd name="connsiteY80" fmla="*/ 144365 h 607497"/>
              <a:gd name="connsiteX81" fmla="*/ 399317 w 490994"/>
              <a:gd name="connsiteY81" fmla="*/ 129346 h 607497"/>
              <a:gd name="connsiteX82" fmla="*/ 408262 w 490994"/>
              <a:gd name="connsiteY82" fmla="*/ 117488 h 607497"/>
              <a:gd name="connsiteX83" fmla="*/ 426389 w 490994"/>
              <a:gd name="connsiteY83" fmla="*/ 107054 h 607497"/>
              <a:gd name="connsiteX84" fmla="*/ 436205 w 490994"/>
              <a:gd name="connsiteY84" fmla="*/ 104366 h 607497"/>
              <a:gd name="connsiteX85" fmla="*/ 54676 w 490994"/>
              <a:gd name="connsiteY85" fmla="*/ 104366 h 607497"/>
              <a:gd name="connsiteX86" fmla="*/ 64501 w 490994"/>
              <a:gd name="connsiteY86" fmla="*/ 107054 h 607497"/>
              <a:gd name="connsiteX87" fmla="*/ 82644 w 490994"/>
              <a:gd name="connsiteY87" fmla="*/ 117488 h 607497"/>
              <a:gd name="connsiteX88" fmla="*/ 91596 w 490994"/>
              <a:gd name="connsiteY88" fmla="*/ 129346 h 607497"/>
              <a:gd name="connsiteX89" fmla="*/ 88903 w 490994"/>
              <a:gd name="connsiteY89" fmla="*/ 144365 h 607497"/>
              <a:gd name="connsiteX90" fmla="*/ 79633 w 490994"/>
              <a:gd name="connsiteY90" fmla="*/ 160254 h 607497"/>
              <a:gd name="connsiteX91" fmla="*/ 62678 w 490994"/>
              <a:gd name="connsiteY91" fmla="*/ 170768 h 607497"/>
              <a:gd name="connsiteX92" fmla="*/ 53171 w 490994"/>
              <a:gd name="connsiteY92" fmla="*/ 168159 h 607497"/>
              <a:gd name="connsiteX93" fmla="*/ 35186 w 490994"/>
              <a:gd name="connsiteY93" fmla="*/ 157804 h 607497"/>
              <a:gd name="connsiteX94" fmla="*/ 27977 w 490994"/>
              <a:gd name="connsiteY94" fmla="*/ 131006 h 607497"/>
              <a:gd name="connsiteX95" fmla="*/ 37642 w 490994"/>
              <a:gd name="connsiteY95" fmla="*/ 114168 h 607497"/>
              <a:gd name="connsiteX96" fmla="*/ 54676 w 490994"/>
              <a:gd name="connsiteY96" fmla="*/ 104366 h 607497"/>
              <a:gd name="connsiteX97" fmla="*/ 245501 w 490994"/>
              <a:gd name="connsiteY97" fmla="*/ 75152 h 607497"/>
              <a:gd name="connsiteX98" fmla="*/ 412384 w 490994"/>
              <a:gd name="connsiteY98" fmla="*/ 241809 h 607497"/>
              <a:gd name="connsiteX99" fmla="*/ 372247 w 490994"/>
              <a:gd name="connsiteY99" fmla="*/ 363006 h 607497"/>
              <a:gd name="connsiteX100" fmla="*/ 334168 w 490994"/>
              <a:gd name="connsiteY100" fmla="*/ 468155 h 607497"/>
              <a:gd name="connsiteX101" fmla="*/ 314138 w 490994"/>
              <a:gd name="connsiteY101" fmla="*/ 486971 h 607497"/>
              <a:gd name="connsiteX102" fmla="*/ 176864 w 490994"/>
              <a:gd name="connsiteY102" fmla="*/ 486971 h 607497"/>
              <a:gd name="connsiteX103" fmla="*/ 156755 w 490994"/>
              <a:gd name="connsiteY103" fmla="*/ 468155 h 607497"/>
              <a:gd name="connsiteX104" fmla="*/ 119151 w 490994"/>
              <a:gd name="connsiteY104" fmla="*/ 364825 h 607497"/>
              <a:gd name="connsiteX105" fmla="*/ 78618 w 490994"/>
              <a:gd name="connsiteY105" fmla="*/ 241809 h 607497"/>
              <a:gd name="connsiteX106" fmla="*/ 245501 w 490994"/>
              <a:gd name="connsiteY106" fmla="*/ 75152 h 607497"/>
              <a:gd name="connsiteX107" fmla="*/ 350001 w 490994"/>
              <a:gd name="connsiteY107" fmla="*/ 25404 h 607497"/>
              <a:gd name="connsiteX108" fmla="*/ 359812 w 490994"/>
              <a:gd name="connsiteY108" fmla="*/ 28012 h 607497"/>
              <a:gd name="connsiteX109" fmla="*/ 376587 w 490994"/>
              <a:gd name="connsiteY109" fmla="*/ 37731 h 607497"/>
              <a:gd name="connsiteX110" fmla="*/ 383787 w 490994"/>
              <a:gd name="connsiteY110" fmla="*/ 64519 h 607497"/>
              <a:gd name="connsiteX111" fmla="*/ 373343 w 490994"/>
              <a:gd name="connsiteY111" fmla="*/ 82536 h 607497"/>
              <a:gd name="connsiteX112" fmla="*/ 357043 w 490994"/>
              <a:gd name="connsiteY112" fmla="*/ 92018 h 607497"/>
              <a:gd name="connsiteX113" fmla="*/ 346440 w 490994"/>
              <a:gd name="connsiteY113" fmla="*/ 88857 h 607497"/>
              <a:gd name="connsiteX114" fmla="*/ 330536 w 490994"/>
              <a:gd name="connsiteY114" fmla="*/ 79533 h 607497"/>
              <a:gd name="connsiteX115" fmla="*/ 320803 w 490994"/>
              <a:gd name="connsiteY115" fmla="*/ 67917 h 607497"/>
              <a:gd name="connsiteX116" fmla="*/ 322623 w 490994"/>
              <a:gd name="connsiteY116" fmla="*/ 53219 h 607497"/>
              <a:gd name="connsiteX117" fmla="*/ 332989 w 490994"/>
              <a:gd name="connsiteY117" fmla="*/ 35202 h 607497"/>
              <a:gd name="connsiteX118" fmla="*/ 350001 w 490994"/>
              <a:gd name="connsiteY118" fmla="*/ 25404 h 607497"/>
              <a:gd name="connsiteX119" fmla="*/ 140881 w 490994"/>
              <a:gd name="connsiteY119" fmla="*/ 25404 h 607497"/>
              <a:gd name="connsiteX120" fmla="*/ 157911 w 490994"/>
              <a:gd name="connsiteY120" fmla="*/ 35202 h 607497"/>
              <a:gd name="connsiteX121" fmla="*/ 168367 w 490994"/>
              <a:gd name="connsiteY121" fmla="*/ 53219 h 607497"/>
              <a:gd name="connsiteX122" fmla="*/ 170189 w 490994"/>
              <a:gd name="connsiteY122" fmla="*/ 67917 h 607497"/>
              <a:gd name="connsiteX123" fmla="*/ 160367 w 490994"/>
              <a:gd name="connsiteY123" fmla="*/ 79533 h 607497"/>
              <a:gd name="connsiteX124" fmla="*/ 144446 w 490994"/>
              <a:gd name="connsiteY124" fmla="*/ 88857 h 607497"/>
              <a:gd name="connsiteX125" fmla="*/ 133831 w 490994"/>
              <a:gd name="connsiteY125" fmla="*/ 92018 h 607497"/>
              <a:gd name="connsiteX126" fmla="*/ 117514 w 490994"/>
              <a:gd name="connsiteY126" fmla="*/ 82615 h 607497"/>
              <a:gd name="connsiteX127" fmla="*/ 107058 w 490994"/>
              <a:gd name="connsiteY127" fmla="*/ 64519 h 607497"/>
              <a:gd name="connsiteX128" fmla="*/ 105078 w 490994"/>
              <a:gd name="connsiteY128" fmla="*/ 49584 h 607497"/>
              <a:gd name="connsiteX129" fmla="*/ 114266 w 490994"/>
              <a:gd name="connsiteY129" fmla="*/ 37731 h 607497"/>
              <a:gd name="connsiteX130" fmla="*/ 131059 w 490994"/>
              <a:gd name="connsiteY130" fmla="*/ 28012 h 607497"/>
              <a:gd name="connsiteX131" fmla="*/ 140881 w 490994"/>
              <a:gd name="connsiteY131" fmla="*/ 25404 h 607497"/>
              <a:gd name="connsiteX132" fmla="*/ 235768 w 490994"/>
              <a:gd name="connsiteY132" fmla="*/ 0 h 607497"/>
              <a:gd name="connsiteX133" fmla="*/ 255156 w 490994"/>
              <a:gd name="connsiteY133" fmla="*/ 0 h 607497"/>
              <a:gd name="connsiteX134" fmla="*/ 274782 w 490994"/>
              <a:gd name="connsiteY134" fmla="*/ 19595 h 607497"/>
              <a:gd name="connsiteX135" fmla="*/ 274782 w 490994"/>
              <a:gd name="connsiteY135" fmla="*/ 40927 h 607497"/>
              <a:gd name="connsiteX136" fmla="*/ 256581 w 490994"/>
              <a:gd name="connsiteY136" fmla="*/ 59416 h 607497"/>
              <a:gd name="connsiteX137" fmla="*/ 254127 w 490994"/>
              <a:gd name="connsiteY137" fmla="*/ 59258 h 607497"/>
              <a:gd name="connsiteX138" fmla="*/ 245502 w 490994"/>
              <a:gd name="connsiteY138" fmla="*/ 58547 h 607497"/>
              <a:gd name="connsiteX139" fmla="*/ 236876 w 490994"/>
              <a:gd name="connsiteY139" fmla="*/ 59258 h 607497"/>
              <a:gd name="connsiteX140" fmla="*/ 234422 w 490994"/>
              <a:gd name="connsiteY140" fmla="*/ 59416 h 607497"/>
              <a:gd name="connsiteX141" fmla="*/ 216142 w 490994"/>
              <a:gd name="connsiteY141" fmla="*/ 40927 h 607497"/>
              <a:gd name="connsiteX142" fmla="*/ 216142 w 490994"/>
              <a:gd name="connsiteY142" fmla="*/ 19595 h 607497"/>
              <a:gd name="connsiteX143" fmla="*/ 235768 w 490994"/>
              <a:gd name="connsiteY143" fmla="*/ 0 h 607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490994" h="607497">
                <a:moveTo>
                  <a:pt x="203312" y="568333"/>
                </a:moveTo>
                <a:lnTo>
                  <a:pt x="287691" y="568333"/>
                </a:lnTo>
                <a:cubicBezTo>
                  <a:pt x="298456" y="568333"/>
                  <a:pt x="307242" y="577115"/>
                  <a:pt x="307242" y="587955"/>
                </a:cubicBezTo>
                <a:cubicBezTo>
                  <a:pt x="307242" y="598794"/>
                  <a:pt x="298456" y="607497"/>
                  <a:pt x="287691" y="607497"/>
                </a:cubicBezTo>
                <a:lnTo>
                  <a:pt x="203312" y="607497"/>
                </a:lnTo>
                <a:cubicBezTo>
                  <a:pt x="192468" y="607497"/>
                  <a:pt x="183682" y="598794"/>
                  <a:pt x="183682" y="587955"/>
                </a:cubicBezTo>
                <a:cubicBezTo>
                  <a:pt x="183682" y="577115"/>
                  <a:pt x="192468" y="568333"/>
                  <a:pt x="203312" y="568333"/>
                </a:cubicBezTo>
                <a:close/>
                <a:moveTo>
                  <a:pt x="186520" y="510187"/>
                </a:moveTo>
                <a:lnTo>
                  <a:pt x="304395" y="510187"/>
                </a:lnTo>
                <a:cubicBezTo>
                  <a:pt x="315320" y="510187"/>
                  <a:pt x="324107" y="518967"/>
                  <a:pt x="324107" y="529804"/>
                </a:cubicBezTo>
                <a:cubicBezTo>
                  <a:pt x="324107" y="540641"/>
                  <a:pt x="315320" y="549421"/>
                  <a:pt x="304395" y="549421"/>
                </a:cubicBezTo>
                <a:lnTo>
                  <a:pt x="186520" y="549421"/>
                </a:lnTo>
                <a:cubicBezTo>
                  <a:pt x="175674" y="549421"/>
                  <a:pt x="166887" y="540641"/>
                  <a:pt x="166887" y="529804"/>
                </a:cubicBezTo>
                <a:cubicBezTo>
                  <a:pt x="166887" y="518967"/>
                  <a:pt x="175674" y="510187"/>
                  <a:pt x="186520" y="510187"/>
                </a:cubicBezTo>
                <a:close/>
                <a:moveTo>
                  <a:pt x="62837" y="319449"/>
                </a:moveTo>
                <a:cubicBezTo>
                  <a:pt x="70116" y="319449"/>
                  <a:pt x="76684" y="323954"/>
                  <a:pt x="79611" y="330831"/>
                </a:cubicBezTo>
                <a:cubicBezTo>
                  <a:pt x="82064" y="336601"/>
                  <a:pt x="84676" y="342529"/>
                  <a:pt x="87445" y="348457"/>
                </a:cubicBezTo>
                <a:cubicBezTo>
                  <a:pt x="91876" y="358021"/>
                  <a:pt x="88236" y="369640"/>
                  <a:pt x="79137" y="374856"/>
                </a:cubicBezTo>
                <a:lnTo>
                  <a:pt x="64498" y="383314"/>
                </a:lnTo>
                <a:cubicBezTo>
                  <a:pt x="61571" y="384974"/>
                  <a:pt x="58168" y="385922"/>
                  <a:pt x="54687" y="385922"/>
                </a:cubicBezTo>
                <a:cubicBezTo>
                  <a:pt x="47724" y="385922"/>
                  <a:pt x="41156" y="382128"/>
                  <a:pt x="37675" y="376121"/>
                </a:cubicBezTo>
                <a:lnTo>
                  <a:pt x="28021" y="359285"/>
                </a:lnTo>
                <a:cubicBezTo>
                  <a:pt x="25410" y="354780"/>
                  <a:pt x="24698" y="349484"/>
                  <a:pt x="26043" y="344426"/>
                </a:cubicBezTo>
                <a:cubicBezTo>
                  <a:pt x="27388" y="339367"/>
                  <a:pt x="30632" y="335099"/>
                  <a:pt x="35222" y="332491"/>
                </a:cubicBezTo>
                <a:lnTo>
                  <a:pt x="53500" y="321978"/>
                </a:lnTo>
                <a:cubicBezTo>
                  <a:pt x="56348" y="320319"/>
                  <a:pt x="59593" y="319449"/>
                  <a:pt x="62837" y="319449"/>
                </a:cubicBezTo>
                <a:close/>
                <a:moveTo>
                  <a:pt x="427899" y="319379"/>
                </a:moveTo>
                <a:cubicBezTo>
                  <a:pt x="431145" y="319379"/>
                  <a:pt x="434391" y="320248"/>
                  <a:pt x="437320" y="321908"/>
                </a:cubicBezTo>
                <a:lnTo>
                  <a:pt x="455767" y="332498"/>
                </a:lnTo>
                <a:cubicBezTo>
                  <a:pt x="460279" y="335106"/>
                  <a:pt x="463525" y="339374"/>
                  <a:pt x="464871" y="344431"/>
                </a:cubicBezTo>
                <a:cubicBezTo>
                  <a:pt x="466296" y="349489"/>
                  <a:pt x="465583" y="354784"/>
                  <a:pt x="462971" y="359289"/>
                </a:cubicBezTo>
                <a:lnTo>
                  <a:pt x="453233" y="376122"/>
                </a:lnTo>
                <a:cubicBezTo>
                  <a:pt x="449750" y="382129"/>
                  <a:pt x="443258" y="385922"/>
                  <a:pt x="436212" y="385922"/>
                </a:cubicBezTo>
                <a:cubicBezTo>
                  <a:pt x="432808" y="385922"/>
                  <a:pt x="429403" y="384974"/>
                  <a:pt x="426395" y="383235"/>
                </a:cubicBezTo>
                <a:lnTo>
                  <a:pt x="411511" y="374700"/>
                </a:lnTo>
                <a:cubicBezTo>
                  <a:pt x="402407" y="369405"/>
                  <a:pt x="398765" y="357787"/>
                  <a:pt x="403198" y="348225"/>
                </a:cubicBezTo>
                <a:cubicBezTo>
                  <a:pt x="405969" y="342456"/>
                  <a:pt x="408582" y="336529"/>
                  <a:pt x="411115" y="330759"/>
                </a:cubicBezTo>
                <a:cubicBezTo>
                  <a:pt x="414045" y="323805"/>
                  <a:pt x="420616" y="319379"/>
                  <a:pt x="427899" y="319379"/>
                </a:cubicBezTo>
                <a:close/>
                <a:moveTo>
                  <a:pt x="19624" y="215859"/>
                </a:moveTo>
                <a:lnTo>
                  <a:pt x="40990" y="215859"/>
                </a:lnTo>
                <a:cubicBezTo>
                  <a:pt x="46371" y="215859"/>
                  <a:pt x="51435" y="218072"/>
                  <a:pt x="54917" y="222024"/>
                </a:cubicBezTo>
                <a:cubicBezTo>
                  <a:pt x="58398" y="225897"/>
                  <a:pt x="59981" y="231193"/>
                  <a:pt x="59269" y="236489"/>
                </a:cubicBezTo>
                <a:cubicBezTo>
                  <a:pt x="58952" y="239097"/>
                  <a:pt x="58636" y="242101"/>
                  <a:pt x="58636" y="245104"/>
                </a:cubicBezTo>
                <a:cubicBezTo>
                  <a:pt x="58636" y="248187"/>
                  <a:pt x="58952" y="251348"/>
                  <a:pt x="59269" y="253719"/>
                </a:cubicBezTo>
                <a:cubicBezTo>
                  <a:pt x="59981" y="259094"/>
                  <a:pt x="58398" y="264390"/>
                  <a:pt x="54996" y="268263"/>
                </a:cubicBezTo>
                <a:cubicBezTo>
                  <a:pt x="51514" y="272136"/>
                  <a:pt x="46450" y="274428"/>
                  <a:pt x="41069" y="274428"/>
                </a:cubicBezTo>
                <a:lnTo>
                  <a:pt x="19624" y="274428"/>
                </a:lnTo>
                <a:cubicBezTo>
                  <a:pt x="8783" y="274428"/>
                  <a:pt x="0" y="265576"/>
                  <a:pt x="0" y="254826"/>
                </a:cubicBezTo>
                <a:lnTo>
                  <a:pt x="0" y="235461"/>
                </a:lnTo>
                <a:cubicBezTo>
                  <a:pt x="0" y="224633"/>
                  <a:pt x="8783" y="215859"/>
                  <a:pt x="19624" y="215859"/>
                </a:cubicBezTo>
                <a:close/>
                <a:moveTo>
                  <a:pt x="450011" y="215789"/>
                </a:moveTo>
                <a:lnTo>
                  <a:pt x="471373" y="215789"/>
                </a:lnTo>
                <a:cubicBezTo>
                  <a:pt x="482133" y="215789"/>
                  <a:pt x="490994" y="224640"/>
                  <a:pt x="490994" y="235467"/>
                </a:cubicBezTo>
                <a:lnTo>
                  <a:pt x="490994" y="254830"/>
                </a:lnTo>
                <a:cubicBezTo>
                  <a:pt x="490994" y="265578"/>
                  <a:pt x="482133" y="274429"/>
                  <a:pt x="471373" y="274429"/>
                </a:cubicBezTo>
                <a:lnTo>
                  <a:pt x="449931" y="274429"/>
                </a:lnTo>
                <a:cubicBezTo>
                  <a:pt x="444472" y="274429"/>
                  <a:pt x="439409" y="272137"/>
                  <a:pt x="436007" y="268265"/>
                </a:cubicBezTo>
                <a:cubicBezTo>
                  <a:pt x="432525" y="264313"/>
                  <a:pt x="430943" y="259018"/>
                  <a:pt x="431655" y="253723"/>
                </a:cubicBezTo>
                <a:cubicBezTo>
                  <a:pt x="431972" y="251352"/>
                  <a:pt x="432367" y="248191"/>
                  <a:pt x="432367" y="245109"/>
                </a:cubicBezTo>
                <a:cubicBezTo>
                  <a:pt x="432367" y="242106"/>
                  <a:pt x="431972" y="239024"/>
                  <a:pt x="431655" y="236495"/>
                </a:cubicBezTo>
                <a:cubicBezTo>
                  <a:pt x="431022" y="231200"/>
                  <a:pt x="432604" y="225905"/>
                  <a:pt x="436007" y="221953"/>
                </a:cubicBezTo>
                <a:cubicBezTo>
                  <a:pt x="439488" y="218081"/>
                  <a:pt x="444551" y="215789"/>
                  <a:pt x="450011" y="215789"/>
                </a:cubicBezTo>
                <a:close/>
                <a:moveTo>
                  <a:pt x="245501" y="133735"/>
                </a:moveTo>
                <a:cubicBezTo>
                  <a:pt x="185810" y="133735"/>
                  <a:pt x="137281" y="182198"/>
                  <a:pt x="137281" y="241809"/>
                </a:cubicBezTo>
                <a:cubicBezTo>
                  <a:pt x="137281" y="269717"/>
                  <a:pt x="153905" y="303159"/>
                  <a:pt x="171639" y="338656"/>
                </a:cubicBezTo>
                <a:cubicBezTo>
                  <a:pt x="185572" y="366564"/>
                  <a:pt x="199901" y="395342"/>
                  <a:pt x="208372" y="425858"/>
                </a:cubicBezTo>
                <a:cubicBezTo>
                  <a:pt x="208768" y="427123"/>
                  <a:pt x="210430" y="428388"/>
                  <a:pt x="211459" y="428388"/>
                </a:cubicBezTo>
                <a:lnTo>
                  <a:pt x="279305" y="428388"/>
                </a:lnTo>
                <a:cubicBezTo>
                  <a:pt x="280255" y="428388"/>
                  <a:pt x="281997" y="427123"/>
                  <a:pt x="282313" y="425858"/>
                </a:cubicBezTo>
                <a:cubicBezTo>
                  <a:pt x="290863" y="394314"/>
                  <a:pt x="305588" y="364983"/>
                  <a:pt x="319838" y="336759"/>
                </a:cubicBezTo>
                <a:lnTo>
                  <a:pt x="319918" y="336601"/>
                </a:lnTo>
                <a:cubicBezTo>
                  <a:pt x="337255" y="301973"/>
                  <a:pt x="353722" y="269321"/>
                  <a:pt x="353722" y="241809"/>
                </a:cubicBezTo>
                <a:cubicBezTo>
                  <a:pt x="353722" y="182198"/>
                  <a:pt x="305113" y="133735"/>
                  <a:pt x="245501" y="133735"/>
                </a:cubicBezTo>
                <a:close/>
                <a:moveTo>
                  <a:pt x="436205" y="104366"/>
                </a:moveTo>
                <a:cubicBezTo>
                  <a:pt x="443250" y="104366"/>
                  <a:pt x="449741" y="108160"/>
                  <a:pt x="453224" y="114168"/>
                </a:cubicBezTo>
                <a:lnTo>
                  <a:pt x="462960" y="131006"/>
                </a:lnTo>
                <a:cubicBezTo>
                  <a:pt x="468343" y="140334"/>
                  <a:pt x="465098" y="152428"/>
                  <a:pt x="455757" y="157804"/>
                </a:cubicBezTo>
                <a:lnTo>
                  <a:pt x="437788" y="168159"/>
                </a:lnTo>
                <a:cubicBezTo>
                  <a:pt x="434859" y="169819"/>
                  <a:pt x="431535" y="170768"/>
                  <a:pt x="428289" y="170768"/>
                </a:cubicBezTo>
                <a:cubicBezTo>
                  <a:pt x="421165" y="170768"/>
                  <a:pt x="414674" y="166737"/>
                  <a:pt x="411349" y="160254"/>
                </a:cubicBezTo>
                <a:cubicBezTo>
                  <a:pt x="408579" y="154879"/>
                  <a:pt x="405413" y="149504"/>
                  <a:pt x="402009" y="144365"/>
                </a:cubicBezTo>
                <a:cubicBezTo>
                  <a:pt x="399080" y="139780"/>
                  <a:pt x="398130" y="134484"/>
                  <a:pt x="399317" y="129346"/>
                </a:cubicBezTo>
                <a:cubicBezTo>
                  <a:pt x="400505" y="124366"/>
                  <a:pt x="403671" y="120097"/>
                  <a:pt x="408262" y="117488"/>
                </a:cubicBezTo>
                <a:lnTo>
                  <a:pt x="426389" y="107054"/>
                </a:lnTo>
                <a:cubicBezTo>
                  <a:pt x="429397" y="105315"/>
                  <a:pt x="432801" y="104366"/>
                  <a:pt x="436205" y="104366"/>
                </a:cubicBezTo>
                <a:close/>
                <a:moveTo>
                  <a:pt x="54676" y="104366"/>
                </a:moveTo>
                <a:cubicBezTo>
                  <a:pt x="58162" y="104366"/>
                  <a:pt x="61569" y="105315"/>
                  <a:pt x="64501" y="107054"/>
                </a:cubicBezTo>
                <a:lnTo>
                  <a:pt x="82644" y="117488"/>
                </a:lnTo>
                <a:cubicBezTo>
                  <a:pt x="87239" y="120097"/>
                  <a:pt x="90408" y="124366"/>
                  <a:pt x="91596" y="129346"/>
                </a:cubicBezTo>
                <a:cubicBezTo>
                  <a:pt x="92864" y="134484"/>
                  <a:pt x="91913" y="139780"/>
                  <a:pt x="88903" y="144365"/>
                </a:cubicBezTo>
                <a:cubicBezTo>
                  <a:pt x="85575" y="149504"/>
                  <a:pt x="82406" y="154879"/>
                  <a:pt x="79633" y="160254"/>
                </a:cubicBezTo>
                <a:cubicBezTo>
                  <a:pt x="76305" y="166737"/>
                  <a:pt x="69809" y="170768"/>
                  <a:pt x="62678" y="170768"/>
                </a:cubicBezTo>
                <a:cubicBezTo>
                  <a:pt x="59430" y="170768"/>
                  <a:pt x="56102" y="169819"/>
                  <a:pt x="53171" y="168159"/>
                </a:cubicBezTo>
                <a:lnTo>
                  <a:pt x="35186" y="157804"/>
                </a:lnTo>
                <a:cubicBezTo>
                  <a:pt x="25758" y="152428"/>
                  <a:pt x="22510" y="140334"/>
                  <a:pt x="27977" y="131006"/>
                </a:cubicBezTo>
                <a:lnTo>
                  <a:pt x="37642" y="114168"/>
                </a:lnTo>
                <a:cubicBezTo>
                  <a:pt x="41128" y="108160"/>
                  <a:pt x="47704" y="104366"/>
                  <a:pt x="54676" y="104366"/>
                </a:cubicBezTo>
                <a:close/>
                <a:moveTo>
                  <a:pt x="245501" y="75152"/>
                </a:moveTo>
                <a:cubicBezTo>
                  <a:pt x="337493" y="75152"/>
                  <a:pt x="412384" y="149942"/>
                  <a:pt x="412384" y="241809"/>
                </a:cubicBezTo>
                <a:cubicBezTo>
                  <a:pt x="412384" y="283236"/>
                  <a:pt x="391959" y="323793"/>
                  <a:pt x="372247" y="363006"/>
                </a:cubicBezTo>
                <a:cubicBezTo>
                  <a:pt x="354909" y="397634"/>
                  <a:pt x="336859" y="433448"/>
                  <a:pt x="334168" y="468155"/>
                </a:cubicBezTo>
                <a:cubicBezTo>
                  <a:pt x="333297" y="478749"/>
                  <a:pt x="324509" y="486971"/>
                  <a:pt x="314138" y="486971"/>
                </a:cubicBezTo>
                <a:lnTo>
                  <a:pt x="176864" y="486971"/>
                </a:lnTo>
                <a:cubicBezTo>
                  <a:pt x="166493" y="486971"/>
                  <a:pt x="157705" y="478749"/>
                  <a:pt x="156755" y="468155"/>
                </a:cubicBezTo>
                <a:cubicBezTo>
                  <a:pt x="153985" y="434792"/>
                  <a:pt x="137043" y="400797"/>
                  <a:pt x="119151" y="364825"/>
                </a:cubicBezTo>
                <a:cubicBezTo>
                  <a:pt x="99201" y="324821"/>
                  <a:pt x="78539" y="283473"/>
                  <a:pt x="78618" y="241809"/>
                </a:cubicBezTo>
                <a:cubicBezTo>
                  <a:pt x="78618" y="149942"/>
                  <a:pt x="153430" y="75152"/>
                  <a:pt x="245501" y="75152"/>
                </a:cubicBezTo>
                <a:close/>
                <a:moveTo>
                  <a:pt x="350001" y="25404"/>
                </a:moveTo>
                <a:cubicBezTo>
                  <a:pt x="353482" y="25404"/>
                  <a:pt x="356885" y="26273"/>
                  <a:pt x="359812" y="28012"/>
                </a:cubicBezTo>
                <a:lnTo>
                  <a:pt x="376587" y="37731"/>
                </a:lnTo>
                <a:cubicBezTo>
                  <a:pt x="386003" y="43104"/>
                  <a:pt x="389168" y="55116"/>
                  <a:pt x="383787" y="64519"/>
                </a:cubicBezTo>
                <a:lnTo>
                  <a:pt x="373343" y="82536"/>
                </a:lnTo>
                <a:cubicBezTo>
                  <a:pt x="369940" y="88462"/>
                  <a:pt x="363848" y="92018"/>
                  <a:pt x="357043" y="92018"/>
                </a:cubicBezTo>
                <a:cubicBezTo>
                  <a:pt x="353324" y="92018"/>
                  <a:pt x="349684" y="90912"/>
                  <a:pt x="346440" y="88857"/>
                </a:cubicBezTo>
                <a:cubicBezTo>
                  <a:pt x="341297" y="85459"/>
                  <a:pt x="335916" y="82378"/>
                  <a:pt x="330536" y="79533"/>
                </a:cubicBezTo>
                <a:cubicBezTo>
                  <a:pt x="325788" y="77083"/>
                  <a:pt x="322307" y="72974"/>
                  <a:pt x="320803" y="67917"/>
                </a:cubicBezTo>
                <a:cubicBezTo>
                  <a:pt x="319379" y="62939"/>
                  <a:pt x="320012" y="57723"/>
                  <a:pt x="322623" y="53219"/>
                </a:cubicBezTo>
                <a:lnTo>
                  <a:pt x="332989" y="35202"/>
                </a:lnTo>
                <a:cubicBezTo>
                  <a:pt x="336549" y="29197"/>
                  <a:pt x="343038" y="25404"/>
                  <a:pt x="350001" y="25404"/>
                </a:cubicBezTo>
                <a:close/>
                <a:moveTo>
                  <a:pt x="140881" y="25404"/>
                </a:moveTo>
                <a:cubicBezTo>
                  <a:pt x="147931" y="25404"/>
                  <a:pt x="154426" y="29197"/>
                  <a:pt x="157911" y="35202"/>
                </a:cubicBezTo>
                <a:lnTo>
                  <a:pt x="168367" y="53219"/>
                </a:lnTo>
                <a:cubicBezTo>
                  <a:pt x="170981" y="57723"/>
                  <a:pt x="171615" y="62939"/>
                  <a:pt x="170189" y="67917"/>
                </a:cubicBezTo>
                <a:cubicBezTo>
                  <a:pt x="168684" y="72974"/>
                  <a:pt x="165199" y="77083"/>
                  <a:pt x="160367" y="79533"/>
                </a:cubicBezTo>
                <a:cubicBezTo>
                  <a:pt x="154981" y="82378"/>
                  <a:pt x="149673" y="85459"/>
                  <a:pt x="144446" y="88857"/>
                </a:cubicBezTo>
                <a:cubicBezTo>
                  <a:pt x="141198" y="90912"/>
                  <a:pt x="137554" y="92018"/>
                  <a:pt x="133831" y="92018"/>
                </a:cubicBezTo>
                <a:cubicBezTo>
                  <a:pt x="127019" y="92018"/>
                  <a:pt x="120999" y="88541"/>
                  <a:pt x="117514" y="82615"/>
                </a:cubicBezTo>
                <a:lnTo>
                  <a:pt x="107058" y="64519"/>
                </a:lnTo>
                <a:cubicBezTo>
                  <a:pt x="104444" y="59936"/>
                  <a:pt x="103731" y="54641"/>
                  <a:pt x="105078" y="49584"/>
                </a:cubicBezTo>
                <a:cubicBezTo>
                  <a:pt x="106424" y="44527"/>
                  <a:pt x="109672" y="40339"/>
                  <a:pt x="114266" y="37731"/>
                </a:cubicBezTo>
                <a:lnTo>
                  <a:pt x="131059" y="28012"/>
                </a:lnTo>
                <a:cubicBezTo>
                  <a:pt x="134069" y="26273"/>
                  <a:pt x="137475" y="25404"/>
                  <a:pt x="140881" y="25404"/>
                </a:cubicBezTo>
                <a:close/>
                <a:moveTo>
                  <a:pt x="235768" y="0"/>
                </a:moveTo>
                <a:lnTo>
                  <a:pt x="255156" y="0"/>
                </a:lnTo>
                <a:cubicBezTo>
                  <a:pt x="265998" y="0"/>
                  <a:pt x="274782" y="8770"/>
                  <a:pt x="274782" y="19595"/>
                </a:cubicBezTo>
                <a:lnTo>
                  <a:pt x="274782" y="40927"/>
                </a:lnTo>
                <a:cubicBezTo>
                  <a:pt x="274782" y="51278"/>
                  <a:pt x="266789" y="59416"/>
                  <a:pt x="256581" y="59416"/>
                </a:cubicBezTo>
                <a:cubicBezTo>
                  <a:pt x="255710" y="59416"/>
                  <a:pt x="254919" y="59337"/>
                  <a:pt x="254127" y="59258"/>
                </a:cubicBezTo>
                <a:cubicBezTo>
                  <a:pt x="251516" y="58863"/>
                  <a:pt x="248509" y="58547"/>
                  <a:pt x="245502" y="58547"/>
                </a:cubicBezTo>
                <a:cubicBezTo>
                  <a:pt x="242415" y="58547"/>
                  <a:pt x="239408" y="58863"/>
                  <a:pt x="236876" y="59258"/>
                </a:cubicBezTo>
                <a:cubicBezTo>
                  <a:pt x="236005" y="59337"/>
                  <a:pt x="235214" y="59416"/>
                  <a:pt x="234422" y="59416"/>
                </a:cubicBezTo>
                <a:cubicBezTo>
                  <a:pt x="224135" y="59416"/>
                  <a:pt x="216142" y="51278"/>
                  <a:pt x="216142" y="40927"/>
                </a:cubicBezTo>
                <a:lnTo>
                  <a:pt x="216142" y="19595"/>
                </a:lnTo>
                <a:cubicBezTo>
                  <a:pt x="216142" y="8770"/>
                  <a:pt x="224926" y="0"/>
                  <a:pt x="235768" y="0"/>
                </a:cubicBezTo>
                <a:close/>
              </a:path>
            </a:pathLst>
          </a:custGeom>
          <a:solidFill>
            <a:srgbClr val="FBBB3B"/>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fontAlgn="auto"/>
            <a:endParaRPr lang="zh-CN" altLang="en-US" noProof="1">
              <a:solidFill>
                <a:srgbClr val="FF0000"/>
              </a:solidFill>
              <a:highlight>
                <a:srgbClr val="FFFF00"/>
              </a:highlight>
            </a:endParaRPr>
          </a:p>
        </p:txBody>
      </p:sp>
      <p:sp>
        <p:nvSpPr>
          <p:cNvPr id="123" name="increasing-stocks-graphic_38888">
            <a:extLst>
              <a:ext uri="{FF2B5EF4-FFF2-40B4-BE49-F238E27FC236}">
                <a16:creationId xmlns="" xmlns:a16="http://schemas.microsoft.com/office/drawing/2014/main" id="{7B945D96-5651-4B79-8CB4-95DD4AD24423}"/>
              </a:ext>
            </a:extLst>
          </p:cNvPr>
          <p:cNvSpPr>
            <a:spLocks noChangeAspect="1" noChangeArrowheads="1"/>
          </p:cNvSpPr>
          <p:nvPr userDrawn="1"/>
        </p:nvSpPr>
        <p:spPr bwMode="auto">
          <a:xfrm>
            <a:off x="3951288" y="2970213"/>
            <a:ext cx="347662" cy="342900"/>
          </a:xfrm>
          <a:custGeom>
            <a:avLst/>
            <a:gdLst>
              <a:gd name="T0" fmla="*/ 269730 w 593397"/>
              <a:gd name="T1" fmla="*/ 48345 h 586586"/>
              <a:gd name="T2" fmla="*/ 269730 w 593397"/>
              <a:gd name="T3" fmla="*/ 329207 h 586586"/>
              <a:gd name="T4" fmla="*/ 518251 w 593397"/>
              <a:gd name="T5" fmla="*/ 421753 h 586586"/>
              <a:gd name="T6" fmla="*/ 269730 w 593397"/>
              <a:gd name="T7" fmla="*/ 586586 h 586586"/>
              <a:gd name="T8" fmla="*/ 0 w 593397"/>
              <a:gd name="T9" fmla="*/ 317696 h 586586"/>
              <a:gd name="T10" fmla="*/ 269730 w 593397"/>
              <a:gd name="T11" fmla="*/ 48345 h 586586"/>
              <a:gd name="T12" fmla="*/ 323685 w 593397"/>
              <a:gd name="T13" fmla="*/ 0 h 586586"/>
              <a:gd name="T14" fmla="*/ 593397 w 593397"/>
              <a:gd name="T15" fmla="*/ 269372 h 586586"/>
              <a:gd name="T16" fmla="*/ 572189 w 593397"/>
              <a:gd name="T17" fmla="*/ 373437 h 586586"/>
              <a:gd name="T18" fmla="*/ 323685 w 593397"/>
              <a:gd name="T19" fmla="*/ 280884 h 5865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93397" h="586586">
                <a:moveTo>
                  <a:pt x="269730" y="48345"/>
                </a:moveTo>
                <a:lnTo>
                  <a:pt x="269730" y="329207"/>
                </a:lnTo>
                <a:lnTo>
                  <a:pt x="518251" y="421753"/>
                </a:lnTo>
                <a:cubicBezTo>
                  <a:pt x="477215" y="518903"/>
                  <a:pt x="381311" y="586586"/>
                  <a:pt x="269730" y="586586"/>
                </a:cubicBezTo>
                <a:cubicBezTo>
                  <a:pt x="120802" y="586586"/>
                  <a:pt x="0" y="466414"/>
                  <a:pt x="0" y="317696"/>
                </a:cubicBezTo>
                <a:cubicBezTo>
                  <a:pt x="0" y="168977"/>
                  <a:pt x="120802" y="48345"/>
                  <a:pt x="269730" y="48345"/>
                </a:cubicBezTo>
                <a:close/>
                <a:moveTo>
                  <a:pt x="323685" y="0"/>
                </a:moveTo>
                <a:cubicBezTo>
                  <a:pt x="472603" y="0"/>
                  <a:pt x="593397" y="120642"/>
                  <a:pt x="593397" y="269372"/>
                </a:cubicBezTo>
                <a:cubicBezTo>
                  <a:pt x="593397" y="306209"/>
                  <a:pt x="585559" y="341665"/>
                  <a:pt x="572189" y="373437"/>
                </a:cubicBezTo>
                <a:lnTo>
                  <a:pt x="323685" y="280884"/>
                </a:lnTo>
                <a:close/>
              </a:path>
            </a:pathLst>
          </a:custGeom>
          <a:solidFill>
            <a:srgbClr val="FBBB3B"/>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124" name="组合 123">
            <a:extLst>
              <a:ext uri="{FF2B5EF4-FFF2-40B4-BE49-F238E27FC236}">
                <a16:creationId xmlns="" xmlns:a16="http://schemas.microsoft.com/office/drawing/2014/main" id="{408B5205-2A4B-456E-8135-3354FC249D20}"/>
              </a:ext>
            </a:extLst>
          </p:cNvPr>
          <p:cNvGrpSpPr/>
          <p:nvPr/>
        </p:nvGrpSpPr>
        <p:grpSpPr>
          <a:xfrm>
            <a:off x="937172" y="1836665"/>
            <a:ext cx="10459150" cy="3921025"/>
            <a:chOff x="1728788" y="7356475"/>
            <a:chExt cx="10683874" cy="4005263"/>
          </a:xfrm>
          <a:solidFill>
            <a:schemeClr val="bg1">
              <a:alpha val="20000"/>
            </a:schemeClr>
          </a:solidFill>
        </p:grpSpPr>
        <p:sp>
          <p:nvSpPr>
            <p:cNvPr id="125" name="Freeform 192">
              <a:extLst>
                <a:ext uri="{FF2B5EF4-FFF2-40B4-BE49-F238E27FC236}">
                  <a16:creationId xmlns="" xmlns:a16="http://schemas.microsoft.com/office/drawing/2014/main" id="{58A50D4B-E781-4B8E-B0B8-717CFC9A36B8}"/>
                </a:ext>
              </a:extLst>
            </p:cNvPr>
            <p:cNvSpPr/>
            <p:nvPr userDrawn="1"/>
          </p:nvSpPr>
          <p:spPr bwMode="auto">
            <a:xfrm>
              <a:off x="2941638" y="9977438"/>
              <a:ext cx="4075112" cy="1090613"/>
            </a:xfrm>
            <a:custGeom>
              <a:avLst/>
              <a:gdLst>
                <a:gd name="T0" fmla="*/ 834 w 834"/>
                <a:gd name="T1" fmla="*/ 0 h 223"/>
                <a:gd name="T2" fmla="*/ 105 w 834"/>
                <a:gd name="T3" fmla="*/ 0 h 223"/>
                <a:gd name="T4" fmla="*/ 0 w 834"/>
                <a:gd name="T5" fmla="*/ 105 h 223"/>
                <a:gd name="T6" fmla="*/ 0 w 834"/>
                <a:gd name="T7" fmla="*/ 223 h 223"/>
                <a:gd name="T8" fmla="*/ 2 w 834"/>
                <a:gd name="T9" fmla="*/ 223 h 223"/>
                <a:gd name="T10" fmla="*/ 4 w 834"/>
                <a:gd name="T11" fmla="*/ 223 h 223"/>
                <a:gd name="T12" fmla="*/ 4 w 834"/>
                <a:gd name="T13" fmla="*/ 105 h 223"/>
                <a:gd name="T14" fmla="*/ 105 w 834"/>
                <a:gd name="T15" fmla="*/ 3 h 223"/>
                <a:gd name="T16" fmla="*/ 834 w 834"/>
                <a:gd name="T17" fmla="*/ 3 h 223"/>
                <a:gd name="T18" fmla="*/ 834 w 834"/>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3">
                  <a:moveTo>
                    <a:pt x="834" y="0"/>
                  </a:moveTo>
                  <a:cubicBezTo>
                    <a:pt x="105" y="0"/>
                    <a:pt x="105" y="0"/>
                    <a:pt x="105" y="0"/>
                  </a:cubicBezTo>
                  <a:cubicBezTo>
                    <a:pt x="47" y="0"/>
                    <a:pt x="0" y="47"/>
                    <a:pt x="0" y="105"/>
                  </a:cubicBezTo>
                  <a:cubicBezTo>
                    <a:pt x="0" y="223"/>
                    <a:pt x="0" y="223"/>
                    <a:pt x="0" y="223"/>
                  </a:cubicBezTo>
                  <a:cubicBezTo>
                    <a:pt x="1" y="223"/>
                    <a:pt x="1" y="223"/>
                    <a:pt x="2" y="223"/>
                  </a:cubicBezTo>
                  <a:cubicBezTo>
                    <a:pt x="3" y="223"/>
                    <a:pt x="3" y="223"/>
                    <a:pt x="4" y="223"/>
                  </a:cubicBezTo>
                  <a:cubicBezTo>
                    <a:pt x="4" y="105"/>
                    <a:pt x="4" y="105"/>
                    <a:pt x="4" y="105"/>
                  </a:cubicBezTo>
                  <a:cubicBezTo>
                    <a:pt x="4" y="49"/>
                    <a:pt x="49" y="3"/>
                    <a:pt x="105" y="3"/>
                  </a:cubicBezTo>
                  <a:cubicBezTo>
                    <a:pt x="834" y="3"/>
                    <a:pt x="834" y="3"/>
                    <a:pt x="834" y="3"/>
                  </a:cubicBezTo>
                  <a:cubicBezTo>
                    <a:pt x="834" y="0"/>
                    <a:pt x="834" y="0"/>
                    <a:pt x="834" y="0"/>
                  </a:cubicBezTo>
                </a:path>
              </a:pathLst>
            </a:custGeom>
            <a:grpFill/>
            <a:ln>
              <a:noFill/>
            </a:ln>
          </p:spPr>
          <p:txBody>
            <a:bodyPr/>
            <a:lstStyle/>
            <a:p>
              <a:pPr fontAlgn="auto"/>
              <a:endParaRPr lang="zh-CN" altLang="en-US" noProof="1"/>
            </a:p>
          </p:txBody>
        </p:sp>
        <p:sp>
          <p:nvSpPr>
            <p:cNvPr id="126" name="Freeform 193">
              <a:extLst>
                <a:ext uri="{FF2B5EF4-FFF2-40B4-BE49-F238E27FC236}">
                  <a16:creationId xmlns="" xmlns:a16="http://schemas.microsoft.com/office/drawing/2014/main" id="{42C3B884-6BFA-42E8-B0D5-E83D66B476DD}"/>
                </a:ext>
              </a:extLst>
            </p:cNvPr>
            <p:cNvSpPr/>
            <p:nvPr userDrawn="1"/>
          </p:nvSpPr>
          <p:spPr bwMode="auto">
            <a:xfrm>
              <a:off x="2789238" y="9840913"/>
              <a:ext cx="4227512" cy="885825"/>
            </a:xfrm>
            <a:custGeom>
              <a:avLst/>
              <a:gdLst>
                <a:gd name="T0" fmla="*/ 865 w 865"/>
                <a:gd name="T1" fmla="*/ 0 h 181"/>
                <a:gd name="T2" fmla="*/ 130 w 865"/>
                <a:gd name="T3" fmla="*/ 0 h 181"/>
                <a:gd name="T4" fmla="*/ 0 w 865"/>
                <a:gd name="T5" fmla="*/ 131 h 181"/>
                <a:gd name="T6" fmla="*/ 0 w 865"/>
                <a:gd name="T7" fmla="*/ 181 h 181"/>
                <a:gd name="T8" fmla="*/ 2 w 865"/>
                <a:gd name="T9" fmla="*/ 181 h 181"/>
                <a:gd name="T10" fmla="*/ 3 w 865"/>
                <a:gd name="T11" fmla="*/ 181 h 181"/>
                <a:gd name="T12" fmla="*/ 3 w 865"/>
                <a:gd name="T13" fmla="*/ 131 h 181"/>
                <a:gd name="T14" fmla="*/ 130 w 865"/>
                <a:gd name="T15" fmla="*/ 3 h 181"/>
                <a:gd name="T16" fmla="*/ 865 w 865"/>
                <a:gd name="T17" fmla="*/ 3 h 181"/>
                <a:gd name="T18" fmla="*/ 865 w 865"/>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5" h="181">
                  <a:moveTo>
                    <a:pt x="865" y="0"/>
                  </a:moveTo>
                  <a:cubicBezTo>
                    <a:pt x="130" y="0"/>
                    <a:pt x="130" y="0"/>
                    <a:pt x="130" y="0"/>
                  </a:cubicBezTo>
                  <a:cubicBezTo>
                    <a:pt x="58" y="0"/>
                    <a:pt x="0" y="59"/>
                    <a:pt x="0" y="131"/>
                  </a:cubicBezTo>
                  <a:cubicBezTo>
                    <a:pt x="0" y="181"/>
                    <a:pt x="0" y="181"/>
                    <a:pt x="0" y="181"/>
                  </a:cubicBezTo>
                  <a:cubicBezTo>
                    <a:pt x="0" y="181"/>
                    <a:pt x="1" y="181"/>
                    <a:pt x="2" y="181"/>
                  </a:cubicBezTo>
                  <a:cubicBezTo>
                    <a:pt x="2" y="181"/>
                    <a:pt x="3" y="181"/>
                    <a:pt x="3" y="181"/>
                  </a:cubicBezTo>
                  <a:cubicBezTo>
                    <a:pt x="3" y="131"/>
                    <a:pt x="3" y="131"/>
                    <a:pt x="3" y="131"/>
                  </a:cubicBezTo>
                  <a:cubicBezTo>
                    <a:pt x="3" y="60"/>
                    <a:pt x="60" y="3"/>
                    <a:pt x="130" y="3"/>
                  </a:cubicBezTo>
                  <a:cubicBezTo>
                    <a:pt x="865" y="3"/>
                    <a:pt x="865" y="3"/>
                    <a:pt x="865" y="3"/>
                  </a:cubicBezTo>
                  <a:cubicBezTo>
                    <a:pt x="865" y="0"/>
                    <a:pt x="865" y="0"/>
                    <a:pt x="865" y="0"/>
                  </a:cubicBezTo>
                </a:path>
              </a:pathLst>
            </a:custGeom>
            <a:grpFill/>
            <a:ln>
              <a:noFill/>
            </a:ln>
          </p:spPr>
          <p:txBody>
            <a:bodyPr/>
            <a:lstStyle/>
            <a:p>
              <a:pPr fontAlgn="auto"/>
              <a:endParaRPr lang="zh-CN" altLang="en-US" noProof="1"/>
            </a:p>
          </p:txBody>
        </p:sp>
        <p:sp>
          <p:nvSpPr>
            <p:cNvPr id="127" name="Freeform 194">
              <a:extLst>
                <a:ext uri="{FF2B5EF4-FFF2-40B4-BE49-F238E27FC236}">
                  <a16:creationId xmlns="" xmlns:a16="http://schemas.microsoft.com/office/drawing/2014/main" id="{AC649642-D428-4D63-A6C3-FCE5F6FC2ECD}"/>
                </a:ext>
              </a:extLst>
            </p:cNvPr>
            <p:cNvSpPr/>
            <p:nvPr userDrawn="1"/>
          </p:nvSpPr>
          <p:spPr bwMode="auto">
            <a:xfrm>
              <a:off x="2627313" y="9694863"/>
              <a:ext cx="4389437" cy="1168400"/>
            </a:xfrm>
            <a:custGeom>
              <a:avLst/>
              <a:gdLst>
                <a:gd name="T0" fmla="*/ 898 w 898"/>
                <a:gd name="T1" fmla="*/ 0 h 239"/>
                <a:gd name="T2" fmla="*/ 159 w 898"/>
                <a:gd name="T3" fmla="*/ 0 h 239"/>
                <a:gd name="T4" fmla="*/ 0 w 898"/>
                <a:gd name="T5" fmla="*/ 160 h 239"/>
                <a:gd name="T6" fmla="*/ 0 w 898"/>
                <a:gd name="T7" fmla="*/ 239 h 239"/>
                <a:gd name="T8" fmla="*/ 1 w 898"/>
                <a:gd name="T9" fmla="*/ 239 h 239"/>
                <a:gd name="T10" fmla="*/ 3 w 898"/>
                <a:gd name="T11" fmla="*/ 239 h 239"/>
                <a:gd name="T12" fmla="*/ 3 w 898"/>
                <a:gd name="T13" fmla="*/ 160 h 239"/>
                <a:gd name="T14" fmla="*/ 159 w 898"/>
                <a:gd name="T15" fmla="*/ 3 h 239"/>
                <a:gd name="T16" fmla="*/ 898 w 898"/>
                <a:gd name="T17" fmla="*/ 3 h 239"/>
                <a:gd name="T18" fmla="*/ 898 w 898"/>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8" h="239">
                  <a:moveTo>
                    <a:pt x="898" y="0"/>
                  </a:moveTo>
                  <a:cubicBezTo>
                    <a:pt x="159" y="0"/>
                    <a:pt x="159" y="0"/>
                    <a:pt x="159" y="0"/>
                  </a:cubicBezTo>
                  <a:cubicBezTo>
                    <a:pt x="71" y="0"/>
                    <a:pt x="0" y="72"/>
                    <a:pt x="0" y="160"/>
                  </a:cubicBezTo>
                  <a:cubicBezTo>
                    <a:pt x="0" y="239"/>
                    <a:pt x="0" y="239"/>
                    <a:pt x="0" y="239"/>
                  </a:cubicBezTo>
                  <a:cubicBezTo>
                    <a:pt x="0" y="239"/>
                    <a:pt x="1" y="239"/>
                    <a:pt x="1" y="239"/>
                  </a:cubicBezTo>
                  <a:cubicBezTo>
                    <a:pt x="2" y="239"/>
                    <a:pt x="2" y="239"/>
                    <a:pt x="3" y="239"/>
                  </a:cubicBezTo>
                  <a:cubicBezTo>
                    <a:pt x="3" y="160"/>
                    <a:pt x="3" y="160"/>
                    <a:pt x="3" y="160"/>
                  </a:cubicBezTo>
                  <a:cubicBezTo>
                    <a:pt x="3" y="74"/>
                    <a:pt x="73" y="3"/>
                    <a:pt x="159" y="3"/>
                  </a:cubicBezTo>
                  <a:cubicBezTo>
                    <a:pt x="898" y="3"/>
                    <a:pt x="898" y="3"/>
                    <a:pt x="898" y="3"/>
                  </a:cubicBezTo>
                  <a:cubicBezTo>
                    <a:pt x="898" y="0"/>
                    <a:pt x="898" y="0"/>
                    <a:pt x="898" y="0"/>
                  </a:cubicBezTo>
                </a:path>
              </a:pathLst>
            </a:custGeom>
            <a:grpFill/>
            <a:ln>
              <a:noFill/>
            </a:ln>
          </p:spPr>
          <p:txBody>
            <a:bodyPr/>
            <a:lstStyle/>
            <a:p>
              <a:pPr fontAlgn="auto"/>
              <a:endParaRPr lang="zh-CN" altLang="en-US" noProof="1"/>
            </a:p>
          </p:txBody>
        </p:sp>
        <p:sp>
          <p:nvSpPr>
            <p:cNvPr id="128" name="Freeform 195">
              <a:extLst>
                <a:ext uri="{FF2B5EF4-FFF2-40B4-BE49-F238E27FC236}">
                  <a16:creationId xmlns="" xmlns:a16="http://schemas.microsoft.com/office/drawing/2014/main" id="{B582B9E6-10D1-4810-BDCB-33CEB9AE5C13}"/>
                </a:ext>
              </a:extLst>
            </p:cNvPr>
            <p:cNvSpPr/>
            <p:nvPr userDrawn="1"/>
          </p:nvSpPr>
          <p:spPr bwMode="auto">
            <a:xfrm>
              <a:off x="2495550" y="9547225"/>
              <a:ext cx="4521200" cy="1731963"/>
            </a:xfrm>
            <a:custGeom>
              <a:avLst/>
              <a:gdLst>
                <a:gd name="T0" fmla="*/ 925 w 925"/>
                <a:gd name="T1" fmla="*/ 0 h 354"/>
                <a:gd name="T2" fmla="*/ 180 w 925"/>
                <a:gd name="T3" fmla="*/ 0 h 354"/>
                <a:gd name="T4" fmla="*/ 0 w 925"/>
                <a:gd name="T5" fmla="*/ 180 h 354"/>
                <a:gd name="T6" fmla="*/ 0 w 925"/>
                <a:gd name="T7" fmla="*/ 354 h 354"/>
                <a:gd name="T8" fmla="*/ 2 w 925"/>
                <a:gd name="T9" fmla="*/ 353 h 354"/>
                <a:gd name="T10" fmla="*/ 3 w 925"/>
                <a:gd name="T11" fmla="*/ 354 h 354"/>
                <a:gd name="T12" fmla="*/ 3 w 925"/>
                <a:gd name="T13" fmla="*/ 180 h 354"/>
                <a:gd name="T14" fmla="*/ 180 w 925"/>
                <a:gd name="T15" fmla="*/ 3 h 354"/>
                <a:gd name="T16" fmla="*/ 925 w 925"/>
                <a:gd name="T17" fmla="*/ 3 h 354"/>
                <a:gd name="T18" fmla="*/ 925 w 925"/>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5" h="354">
                  <a:moveTo>
                    <a:pt x="925" y="0"/>
                  </a:moveTo>
                  <a:cubicBezTo>
                    <a:pt x="180" y="0"/>
                    <a:pt x="180" y="0"/>
                    <a:pt x="180" y="0"/>
                  </a:cubicBezTo>
                  <a:cubicBezTo>
                    <a:pt x="81" y="0"/>
                    <a:pt x="0" y="81"/>
                    <a:pt x="0" y="180"/>
                  </a:cubicBezTo>
                  <a:cubicBezTo>
                    <a:pt x="0" y="354"/>
                    <a:pt x="0" y="354"/>
                    <a:pt x="0" y="354"/>
                  </a:cubicBezTo>
                  <a:cubicBezTo>
                    <a:pt x="1" y="353"/>
                    <a:pt x="1" y="353"/>
                    <a:pt x="2" y="353"/>
                  </a:cubicBezTo>
                  <a:cubicBezTo>
                    <a:pt x="2" y="353"/>
                    <a:pt x="3" y="353"/>
                    <a:pt x="3" y="354"/>
                  </a:cubicBezTo>
                  <a:cubicBezTo>
                    <a:pt x="3" y="180"/>
                    <a:pt x="3" y="180"/>
                    <a:pt x="3" y="180"/>
                  </a:cubicBezTo>
                  <a:cubicBezTo>
                    <a:pt x="3" y="82"/>
                    <a:pt x="82" y="3"/>
                    <a:pt x="180" y="3"/>
                  </a:cubicBezTo>
                  <a:cubicBezTo>
                    <a:pt x="925" y="3"/>
                    <a:pt x="925" y="3"/>
                    <a:pt x="925" y="3"/>
                  </a:cubicBezTo>
                  <a:cubicBezTo>
                    <a:pt x="925" y="0"/>
                    <a:pt x="925" y="0"/>
                    <a:pt x="925" y="0"/>
                  </a:cubicBezTo>
                </a:path>
              </a:pathLst>
            </a:custGeom>
            <a:grpFill/>
            <a:ln>
              <a:noFill/>
            </a:ln>
          </p:spPr>
          <p:txBody>
            <a:bodyPr/>
            <a:lstStyle/>
            <a:p>
              <a:pPr fontAlgn="auto"/>
              <a:endParaRPr lang="zh-CN" altLang="en-US" noProof="1"/>
            </a:p>
          </p:txBody>
        </p:sp>
        <p:sp>
          <p:nvSpPr>
            <p:cNvPr id="129" name="Freeform 196">
              <a:extLst>
                <a:ext uri="{FF2B5EF4-FFF2-40B4-BE49-F238E27FC236}">
                  <a16:creationId xmlns="" xmlns:a16="http://schemas.microsoft.com/office/drawing/2014/main" id="{2D64AF32-6592-48F7-8F90-F628B250CB1A}"/>
                </a:ext>
              </a:extLst>
            </p:cNvPr>
            <p:cNvSpPr>
              <a:spLocks noEditPoints="1"/>
            </p:cNvSpPr>
            <p:nvPr userDrawn="1"/>
          </p:nvSpPr>
          <p:spPr bwMode="auto">
            <a:xfrm>
              <a:off x="2906713" y="11068050"/>
              <a:ext cx="87312" cy="84138"/>
            </a:xfrm>
            <a:custGeom>
              <a:avLst/>
              <a:gdLst>
                <a:gd name="T0" fmla="*/ 9 w 18"/>
                <a:gd name="T1" fmla="*/ 14 h 17"/>
                <a:gd name="T2" fmla="*/ 4 w 18"/>
                <a:gd name="T3" fmla="*/ 8 h 17"/>
                <a:gd name="T4" fmla="*/ 9 w 18"/>
                <a:gd name="T5" fmla="*/ 3 h 17"/>
                <a:gd name="T6" fmla="*/ 14 w 18"/>
                <a:gd name="T7" fmla="*/ 8 h 17"/>
                <a:gd name="T8" fmla="*/ 9 w 18"/>
                <a:gd name="T9" fmla="*/ 14 h 17"/>
                <a:gd name="T10" fmla="*/ 9 w 18"/>
                <a:gd name="T11" fmla="*/ 0 h 17"/>
                <a:gd name="T12" fmla="*/ 7 w 18"/>
                <a:gd name="T13" fmla="*/ 0 h 17"/>
                <a:gd name="T14" fmla="*/ 0 w 18"/>
                <a:gd name="T15" fmla="*/ 8 h 17"/>
                <a:gd name="T16" fmla="*/ 9 w 18"/>
                <a:gd name="T17" fmla="*/ 17 h 17"/>
                <a:gd name="T18" fmla="*/ 18 w 18"/>
                <a:gd name="T19" fmla="*/ 8 h 17"/>
                <a:gd name="T20" fmla="*/ 11 w 18"/>
                <a:gd name="T21" fmla="*/ 0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4"/>
                  </a:moveTo>
                  <a:cubicBezTo>
                    <a:pt x="6" y="14"/>
                    <a:pt x="4" y="11"/>
                    <a:pt x="4" y="8"/>
                  </a:cubicBezTo>
                  <a:cubicBezTo>
                    <a:pt x="4"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4" y="17"/>
                    <a:pt x="18" y="13"/>
                    <a:pt x="18" y="8"/>
                  </a:cubicBezTo>
                  <a:cubicBezTo>
                    <a:pt x="18" y="4"/>
                    <a:pt x="15" y="1"/>
                    <a:pt x="11" y="0"/>
                  </a:cubicBezTo>
                  <a:cubicBezTo>
                    <a:pt x="10" y="0"/>
                    <a:pt x="10" y="0"/>
                    <a:pt x="9" y="0"/>
                  </a:cubicBezTo>
                </a:path>
              </a:pathLst>
            </a:custGeom>
            <a:grpFill/>
            <a:ln>
              <a:noFill/>
            </a:ln>
          </p:spPr>
          <p:txBody>
            <a:bodyPr/>
            <a:lstStyle/>
            <a:p>
              <a:pPr fontAlgn="auto"/>
              <a:endParaRPr lang="zh-CN" altLang="en-US" noProof="1"/>
            </a:p>
          </p:txBody>
        </p:sp>
        <p:sp>
          <p:nvSpPr>
            <p:cNvPr id="130" name="Freeform 197">
              <a:extLst>
                <a:ext uri="{FF2B5EF4-FFF2-40B4-BE49-F238E27FC236}">
                  <a16:creationId xmlns="" xmlns:a16="http://schemas.microsoft.com/office/drawing/2014/main" id="{C7B7BC44-F60B-4CFC-A762-DC1B77B90055}"/>
                </a:ext>
              </a:extLst>
            </p:cNvPr>
            <p:cNvSpPr>
              <a:spLocks noEditPoints="1"/>
            </p:cNvSpPr>
            <p:nvPr userDrawn="1"/>
          </p:nvSpPr>
          <p:spPr bwMode="auto">
            <a:xfrm>
              <a:off x="2755900" y="10726738"/>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1" y="3"/>
                    <a:pt x="14" y="6"/>
                    <a:pt x="14" y="9"/>
                  </a:cubicBezTo>
                  <a:cubicBezTo>
                    <a:pt x="14" y="12"/>
                    <a:pt x="11" y="14"/>
                    <a:pt x="9" y="14"/>
                  </a:cubicBezTo>
                  <a:moveTo>
                    <a:pt x="9" y="0"/>
                  </a:moveTo>
                  <a:cubicBezTo>
                    <a:pt x="8" y="0"/>
                    <a:pt x="7" y="0"/>
                    <a:pt x="7" y="0"/>
                  </a:cubicBezTo>
                  <a:cubicBezTo>
                    <a:pt x="3" y="1"/>
                    <a:pt x="0" y="5"/>
                    <a:pt x="0" y="9"/>
                  </a:cubicBezTo>
                  <a:cubicBezTo>
                    <a:pt x="0" y="13"/>
                    <a:pt x="4" y="17"/>
                    <a:pt x="9" y="17"/>
                  </a:cubicBezTo>
                  <a:cubicBezTo>
                    <a:pt x="13" y="17"/>
                    <a:pt x="17" y="13"/>
                    <a:pt x="17" y="9"/>
                  </a:cubicBezTo>
                  <a:cubicBezTo>
                    <a:pt x="17" y="5"/>
                    <a:pt x="14" y="1"/>
                    <a:pt x="10" y="0"/>
                  </a:cubicBezTo>
                  <a:cubicBezTo>
                    <a:pt x="10" y="0"/>
                    <a:pt x="9" y="0"/>
                    <a:pt x="9" y="0"/>
                  </a:cubicBezTo>
                </a:path>
              </a:pathLst>
            </a:custGeom>
            <a:grpFill/>
            <a:ln>
              <a:noFill/>
            </a:ln>
          </p:spPr>
          <p:txBody>
            <a:bodyPr/>
            <a:lstStyle/>
            <a:p>
              <a:pPr fontAlgn="auto"/>
              <a:endParaRPr lang="zh-CN" altLang="en-US" noProof="1"/>
            </a:p>
          </p:txBody>
        </p:sp>
        <p:sp>
          <p:nvSpPr>
            <p:cNvPr id="131" name="Freeform 198">
              <a:extLst>
                <a:ext uri="{FF2B5EF4-FFF2-40B4-BE49-F238E27FC236}">
                  <a16:creationId xmlns="" xmlns:a16="http://schemas.microsoft.com/office/drawing/2014/main" id="{D1A0F323-7BE9-4760-A08B-DC0C71F82299}"/>
                </a:ext>
              </a:extLst>
            </p:cNvPr>
            <p:cNvSpPr>
              <a:spLocks noEditPoints="1"/>
            </p:cNvSpPr>
            <p:nvPr userDrawn="1"/>
          </p:nvSpPr>
          <p:spPr bwMode="auto">
            <a:xfrm>
              <a:off x="2593975" y="10863263"/>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8" y="0"/>
                    <a:pt x="7" y="0"/>
                    <a:pt x="7" y="0"/>
                  </a:cubicBezTo>
                  <a:cubicBezTo>
                    <a:pt x="3" y="1"/>
                    <a:pt x="0" y="4"/>
                    <a:pt x="0" y="9"/>
                  </a:cubicBezTo>
                  <a:cubicBezTo>
                    <a:pt x="0" y="13"/>
                    <a:pt x="3" y="17"/>
                    <a:pt x="8" y="17"/>
                  </a:cubicBezTo>
                  <a:cubicBezTo>
                    <a:pt x="13" y="17"/>
                    <a:pt x="17" y="13"/>
                    <a:pt x="17" y="9"/>
                  </a:cubicBezTo>
                  <a:cubicBezTo>
                    <a:pt x="17" y="4"/>
                    <a:pt x="14" y="1"/>
                    <a:pt x="10" y="0"/>
                  </a:cubicBezTo>
                  <a:cubicBezTo>
                    <a:pt x="9" y="0"/>
                    <a:pt x="9" y="0"/>
                    <a:pt x="8" y="0"/>
                  </a:cubicBezTo>
                </a:path>
              </a:pathLst>
            </a:custGeom>
            <a:grpFill/>
            <a:ln>
              <a:noFill/>
            </a:ln>
          </p:spPr>
          <p:txBody>
            <a:bodyPr/>
            <a:lstStyle/>
            <a:p>
              <a:pPr fontAlgn="auto"/>
              <a:endParaRPr lang="zh-CN" altLang="en-US" noProof="1"/>
            </a:p>
          </p:txBody>
        </p:sp>
        <p:sp>
          <p:nvSpPr>
            <p:cNvPr id="132" name="Freeform 199">
              <a:extLst>
                <a:ext uri="{FF2B5EF4-FFF2-40B4-BE49-F238E27FC236}">
                  <a16:creationId xmlns="" xmlns:a16="http://schemas.microsoft.com/office/drawing/2014/main" id="{573B7176-9E7C-4448-8B97-7BC840646C44}"/>
                </a:ext>
              </a:extLst>
            </p:cNvPr>
            <p:cNvSpPr>
              <a:spLocks noEditPoints="1"/>
            </p:cNvSpPr>
            <p:nvPr userDrawn="1"/>
          </p:nvSpPr>
          <p:spPr bwMode="auto">
            <a:xfrm>
              <a:off x="2462213" y="11274425"/>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7 w 17"/>
                <a:gd name="T13" fmla="*/ 1 h 18"/>
                <a:gd name="T14" fmla="*/ 0 w 17"/>
                <a:gd name="T15" fmla="*/ 9 h 18"/>
                <a:gd name="T16" fmla="*/ 9 w 17"/>
                <a:gd name="T17" fmla="*/ 18 h 18"/>
                <a:gd name="T18" fmla="*/ 17 w 17"/>
                <a:gd name="T19" fmla="*/ 9 h 18"/>
                <a:gd name="T20" fmla="*/ 10 w 17"/>
                <a:gd name="T21" fmla="*/ 1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2" y="4"/>
                    <a:pt x="14" y="6"/>
                    <a:pt x="14" y="9"/>
                  </a:cubicBezTo>
                  <a:cubicBezTo>
                    <a:pt x="14" y="12"/>
                    <a:pt x="12" y="14"/>
                    <a:pt x="9" y="14"/>
                  </a:cubicBezTo>
                  <a:moveTo>
                    <a:pt x="9" y="0"/>
                  </a:moveTo>
                  <a:cubicBezTo>
                    <a:pt x="8" y="0"/>
                    <a:pt x="8" y="0"/>
                    <a:pt x="7" y="1"/>
                  </a:cubicBezTo>
                  <a:cubicBezTo>
                    <a:pt x="3" y="1"/>
                    <a:pt x="0" y="5"/>
                    <a:pt x="0" y="9"/>
                  </a:cubicBezTo>
                  <a:cubicBezTo>
                    <a:pt x="0" y="14"/>
                    <a:pt x="4" y="18"/>
                    <a:pt x="9" y="18"/>
                  </a:cubicBezTo>
                  <a:cubicBezTo>
                    <a:pt x="13" y="18"/>
                    <a:pt x="17" y="14"/>
                    <a:pt x="17" y="9"/>
                  </a:cubicBezTo>
                  <a:cubicBezTo>
                    <a:pt x="17" y="5"/>
                    <a:pt x="14" y="1"/>
                    <a:pt x="10" y="1"/>
                  </a:cubicBezTo>
                  <a:cubicBezTo>
                    <a:pt x="10" y="0"/>
                    <a:pt x="9" y="0"/>
                    <a:pt x="9" y="0"/>
                  </a:cubicBezTo>
                </a:path>
              </a:pathLst>
            </a:custGeom>
            <a:grpFill/>
            <a:ln>
              <a:noFill/>
            </a:ln>
          </p:spPr>
          <p:txBody>
            <a:bodyPr/>
            <a:lstStyle/>
            <a:p>
              <a:pPr fontAlgn="auto"/>
              <a:endParaRPr lang="zh-CN" altLang="en-US" noProof="1"/>
            </a:p>
          </p:txBody>
        </p:sp>
        <p:sp>
          <p:nvSpPr>
            <p:cNvPr id="133" name="Freeform 200">
              <a:extLst>
                <a:ext uri="{FF2B5EF4-FFF2-40B4-BE49-F238E27FC236}">
                  <a16:creationId xmlns="" xmlns:a16="http://schemas.microsoft.com/office/drawing/2014/main" id="{25B855A5-D691-4AB7-80BC-8C8ABA078521}"/>
                </a:ext>
              </a:extLst>
            </p:cNvPr>
            <p:cNvSpPr/>
            <p:nvPr userDrawn="1"/>
          </p:nvSpPr>
          <p:spPr bwMode="auto">
            <a:xfrm>
              <a:off x="2935288" y="7650163"/>
              <a:ext cx="4076700" cy="1085850"/>
            </a:xfrm>
            <a:custGeom>
              <a:avLst/>
              <a:gdLst>
                <a:gd name="T0" fmla="*/ 3 w 834"/>
                <a:gd name="T1" fmla="*/ 0 h 222"/>
                <a:gd name="T2" fmla="*/ 1 w 834"/>
                <a:gd name="T3" fmla="*/ 0 h 222"/>
                <a:gd name="T4" fmla="*/ 0 w 834"/>
                <a:gd name="T5" fmla="*/ 0 h 222"/>
                <a:gd name="T6" fmla="*/ 0 w 834"/>
                <a:gd name="T7" fmla="*/ 118 h 222"/>
                <a:gd name="T8" fmla="*/ 105 w 834"/>
                <a:gd name="T9" fmla="*/ 222 h 222"/>
                <a:gd name="T10" fmla="*/ 834 w 834"/>
                <a:gd name="T11" fmla="*/ 222 h 222"/>
                <a:gd name="T12" fmla="*/ 834 w 834"/>
                <a:gd name="T13" fmla="*/ 219 h 222"/>
                <a:gd name="T14" fmla="*/ 105 w 834"/>
                <a:gd name="T15" fmla="*/ 219 h 222"/>
                <a:gd name="T16" fmla="*/ 3 w 834"/>
                <a:gd name="T17" fmla="*/ 118 h 222"/>
                <a:gd name="T18" fmla="*/ 3 w 834"/>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34" h="222">
                  <a:moveTo>
                    <a:pt x="3" y="0"/>
                  </a:moveTo>
                  <a:cubicBezTo>
                    <a:pt x="2" y="0"/>
                    <a:pt x="2" y="0"/>
                    <a:pt x="1" y="0"/>
                  </a:cubicBezTo>
                  <a:cubicBezTo>
                    <a:pt x="1" y="0"/>
                    <a:pt x="0" y="0"/>
                    <a:pt x="0" y="0"/>
                  </a:cubicBezTo>
                  <a:cubicBezTo>
                    <a:pt x="0" y="118"/>
                    <a:pt x="0" y="118"/>
                    <a:pt x="0" y="118"/>
                  </a:cubicBezTo>
                  <a:cubicBezTo>
                    <a:pt x="0" y="175"/>
                    <a:pt x="47" y="222"/>
                    <a:pt x="105" y="222"/>
                  </a:cubicBezTo>
                  <a:cubicBezTo>
                    <a:pt x="834" y="222"/>
                    <a:pt x="834" y="222"/>
                    <a:pt x="834" y="222"/>
                  </a:cubicBezTo>
                  <a:cubicBezTo>
                    <a:pt x="834" y="219"/>
                    <a:pt x="834" y="219"/>
                    <a:pt x="834" y="219"/>
                  </a:cubicBezTo>
                  <a:cubicBezTo>
                    <a:pt x="105" y="219"/>
                    <a:pt x="105" y="219"/>
                    <a:pt x="105" y="219"/>
                  </a:cubicBezTo>
                  <a:cubicBezTo>
                    <a:pt x="49" y="219"/>
                    <a:pt x="3" y="174"/>
                    <a:pt x="3" y="118"/>
                  </a:cubicBezTo>
                  <a:cubicBezTo>
                    <a:pt x="3" y="0"/>
                    <a:pt x="3" y="0"/>
                    <a:pt x="3" y="0"/>
                  </a:cubicBezTo>
                </a:path>
              </a:pathLst>
            </a:custGeom>
            <a:grpFill/>
            <a:ln>
              <a:noFill/>
            </a:ln>
          </p:spPr>
          <p:txBody>
            <a:bodyPr/>
            <a:lstStyle/>
            <a:p>
              <a:pPr fontAlgn="auto"/>
              <a:endParaRPr lang="zh-CN" altLang="en-US" noProof="1"/>
            </a:p>
          </p:txBody>
        </p:sp>
        <p:sp>
          <p:nvSpPr>
            <p:cNvPr id="134" name="Freeform 201">
              <a:extLst>
                <a:ext uri="{FF2B5EF4-FFF2-40B4-BE49-F238E27FC236}">
                  <a16:creationId xmlns="" xmlns:a16="http://schemas.microsoft.com/office/drawing/2014/main" id="{0E66EEBF-B104-499C-99BF-2232A7CFAA86}"/>
                </a:ext>
              </a:extLst>
            </p:cNvPr>
            <p:cNvSpPr/>
            <p:nvPr userDrawn="1"/>
          </p:nvSpPr>
          <p:spPr bwMode="auto">
            <a:xfrm>
              <a:off x="2779713" y="7986713"/>
              <a:ext cx="4232275" cy="885825"/>
            </a:xfrm>
            <a:custGeom>
              <a:avLst/>
              <a:gdLst>
                <a:gd name="T0" fmla="*/ 0 w 866"/>
                <a:gd name="T1" fmla="*/ 0 h 181"/>
                <a:gd name="T2" fmla="*/ 0 w 866"/>
                <a:gd name="T3" fmla="*/ 51 h 181"/>
                <a:gd name="T4" fmla="*/ 131 w 866"/>
                <a:gd name="T5" fmla="*/ 181 h 181"/>
                <a:gd name="T6" fmla="*/ 866 w 866"/>
                <a:gd name="T7" fmla="*/ 181 h 181"/>
                <a:gd name="T8" fmla="*/ 866 w 866"/>
                <a:gd name="T9" fmla="*/ 178 h 181"/>
                <a:gd name="T10" fmla="*/ 131 w 866"/>
                <a:gd name="T11" fmla="*/ 178 h 181"/>
                <a:gd name="T12" fmla="*/ 3 w 866"/>
                <a:gd name="T13" fmla="*/ 51 h 181"/>
                <a:gd name="T14" fmla="*/ 3 w 866"/>
                <a:gd name="T15" fmla="*/ 0 h 181"/>
                <a:gd name="T16" fmla="*/ 2 w 866"/>
                <a:gd name="T17" fmla="*/ 0 h 181"/>
                <a:gd name="T18" fmla="*/ 0 w 866"/>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66" h="181">
                  <a:moveTo>
                    <a:pt x="0" y="0"/>
                  </a:moveTo>
                  <a:cubicBezTo>
                    <a:pt x="0" y="51"/>
                    <a:pt x="0" y="51"/>
                    <a:pt x="0" y="51"/>
                  </a:cubicBezTo>
                  <a:cubicBezTo>
                    <a:pt x="0" y="123"/>
                    <a:pt x="59" y="181"/>
                    <a:pt x="131" y="181"/>
                  </a:cubicBezTo>
                  <a:cubicBezTo>
                    <a:pt x="866" y="181"/>
                    <a:pt x="866" y="181"/>
                    <a:pt x="866" y="181"/>
                  </a:cubicBezTo>
                  <a:cubicBezTo>
                    <a:pt x="866" y="178"/>
                    <a:pt x="866" y="178"/>
                    <a:pt x="866" y="178"/>
                  </a:cubicBezTo>
                  <a:cubicBezTo>
                    <a:pt x="131" y="178"/>
                    <a:pt x="131" y="178"/>
                    <a:pt x="131" y="178"/>
                  </a:cubicBezTo>
                  <a:cubicBezTo>
                    <a:pt x="61" y="178"/>
                    <a:pt x="3" y="121"/>
                    <a:pt x="3" y="51"/>
                  </a:cubicBezTo>
                  <a:cubicBezTo>
                    <a:pt x="3" y="0"/>
                    <a:pt x="3" y="0"/>
                    <a:pt x="3" y="0"/>
                  </a:cubicBezTo>
                  <a:cubicBezTo>
                    <a:pt x="3" y="0"/>
                    <a:pt x="2" y="0"/>
                    <a:pt x="2" y="0"/>
                  </a:cubicBezTo>
                  <a:cubicBezTo>
                    <a:pt x="1" y="0"/>
                    <a:pt x="1" y="0"/>
                    <a:pt x="0" y="0"/>
                  </a:cubicBezTo>
                </a:path>
              </a:pathLst>
            </a:custGeom>
            <a:grpFill/>
            <a:ln>
              <a:noFill/>
            </a:ln>
          </p:spPr>
          <p:txBody>
            <a:bodyPr/>
            <a:lstStyle/>
            <a:p>
              <a:pPr fontAlgn="auto"/>
              <a:endParaRPr lang="zh-CN" altLang="en-US" noProof="1"/>
            </a:p>
          </p:txBody>
        </p:sp>
        <p:sp>
          <p:nvSpPr>
            <p:cNvPr id="135" name="Freeform 202">
              <a:extLst>
                <a:ext uri="{FF2B5EF4-FFF2-40B4-BE49-F238E27FC236}">
                  <a16:creationId xmlns="" xmlns:a16="http://schemas.microsoft.com/office/drawing/2014/main" id="{C46644B0-DEA0-494B-80FF-FF2998E8968E}"/>
                </a:ext>
              </a:extLst>
            </p:cNvPr>
            <p:cNvSpPr/>
            <p:nvPr userDrawn="1"/>
          </p:nvSpPr>
          <p:spPr bwMode="auto">
            <a:xfrm>
              <a:off x="2617788" y="7850188"/>
              <a:ext cx="4394200" cy="1168400"/>
            </a:xfrm>
            <a:custGeom>
              <a:avLst/>
              <a:gdLst>
                <a:gd name="T0" fmla="*/ 0 w 899"/>
                <a:gd name="T1" fmla="*/ 0 h 239"/>
                <a:gd name="T2" fmla="*/ 0 w 899"/>
                <a:gd name="T3" fmla="*/ 80 h 239"/>
                <a:gd name="T4" fmla="*/ 160 w 899"/>
                <a:gd name="T5" fmla="*/ 239 h 239"/>
                <a:gd name="T6" fmla="*/ 899 w 899"/>
                <a:gd name="T7" fmla="*/ 239 h 239"/>
                <a:gd name="T8" fmla="*/ 899 w 899"/>
                <a:gd name="T9" fmla="*/ 236 h 239"/>
                <a:gd name="T10" fmla="*/ 160 w 899"/>
                <a:gd name="T11" fmla="*/ 236 h 239"/>
                <a:gd name="T12" fmla="*/ 3 w 899"/>
                <a:gd name="T13" fmla="*/ 80 h 239"/>
                <a:gd name="T14" fmla="*/ 3 w 899"/>
                <a:gd name="T15" fmla="*/ 0 h 239"/>
                <a:gd name="T16" fmla="*/ 2 w 899"/>
                <a:gd name="T17" fmla="*/ 1 h 239"/>
                <a:gd name="T18" fmla="*/ 0 w 899"/>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99" h="239">
                  <a:moveTo>
                    <a:pt x="0" y="0"/>
                  </a:moveTo>
                  <a:cubicBezTo>
                    <a:pt x="0" y="80"/>
                    <a:pt x="0" y="80"/>
                    <a:pt x="0" y="80"/>
                  </a:cubicBezTo>
                  <a:cubicBezTo>
                    <a:pt x="0" y="168"/>
                    <a:pt x="72" y="239"/>
                    <a:pt x="160" y="239"/>
                  </a:cubicBezTo>
                  <a:cubicBezTo>
                    <a:pt x="899" y="239"/>
                    <a:pt x="899" y="239"/>
                    <a:pt x="899" y="239"/>
                  </a:cubicBezTo>
                  <a:cubicBezTo>
                    <a:pt x="899" y="236"/>
                    <a:pt x="899" y="236"/>
                    <a:pt x="899" y="236"/>
                  </a:cubicBezTo>
                  <a:cubicBezTo>
                    <a:pt x="160" y="236"/>
                    <a:pt x="160" y="236"/>
                    <a:pt x="160" y="236"/>
                  </a:cubicBezTo>
                  <a:cubicBezTo>
                    <a:pt x="73" y="236"/>
                    <a:pt x="3" y="166"/>
                    <a:pt x="3" y="80"/>
                  </a:cubicBezTo>
                  <a:cubicBezTo>
                    <a:pt x="3" y="0"/>
                    <a:pt x="3" y="0"/>
                    <a:pt x="3" y="0"/>
                  </a:cubicBezTo>
                  <a:cubicBezTo>
                    <a:pt x="3" y="1"/>
                    <a:pt x="2" y="1"/>
                    <a:pt x="2" y="1"/>
                  </a:cubicBezTo>
                  <a:cubicBezTo>
                    <a:pt x="1" y="1"/>
                    <a:pt x="0" y="1"/>
                    <a:pt x="0" y="0"/>
                  </a:cubicBezTo>
                </a:path>
              </a:pathLst>
            </a:custGeom>
            <a:grpFill/>
            <a:ln>
              <a:noFill/>
            </a:ln>
          </p:spPr>
          <p:txBody>
            <a:bodyPr/>
            <a:lstStyle/>
            <a:p>
              <a:pPr fontAlgn="auto"/>
              <a:endParaRPr lang="zh-CN" altLang="en-US" noProof="1"/>
            </a:p>
          </p:txBody>
        </p:sp>
        <p:sp>
          <p:nvSpPr>
            <p:cNvPr id="136" name="Freeform 203">
              <a:extLst>
                <a:ext uri="{FF2B5EF4-FFF2-40B4-BE49-F238E27FC236}">
                  <a16:creationId xmlns="" xmlns:a16="http://schemas.microsoft.com/office/drawing/2014/main" id="{84843ED1-8455-4781-88CA-CEDE3EA329A2}"/>
                </a:ext>
              </a:extLst>
            </p:cNvPr>
            <p:cNvSpPr/>
            <p:nvPr userDrawn="1"/>
          </p:nvSpPr>
          <p:spPr bwMode="auto">
            <a:xfrm>
              <a:off x="2486025" y="7439025"/>
              <a:ext cx="4525962" cy="1727200"/>
            </a:xfrm>
            <a:custGeom>
              <a:avLst/>
              <a:gdLst>
                <a:gd name="T0" fmla="*/ 4 w 926"/>
                <a:gd name="T1" fmla="*/ 0 h 353"/>
                <a:gd name="T2" fmla="*/ 2 w 926"/>
                <a:gd name="T3" fmla="*/ 0 h 353"/>
                <a:gd name="T4" fmla="*/ 0 w 926"/>
                <a:gd name="T5" fmla="*/ 0 h 353"/>
                <a:gd name="T6" fmla="*/ 0 w 926"/>
                <a:gd name="T7" fmla="*/ 174 h 353"/>
                <a:gd name="T8" fmla="*/ 180 w 926"/>
                <a:gd name="T9" fmla="*/ 353 h 353"/>
                <a:gd name="T10" fmla="*/ 926 w 926"/>
                <a:gd name="T11" fmla="*/ 353 h 353"/>
                <a:gd name="T12" fmla="*/ 926 w 926"/>
                <a:gd name="T13" fmla="*/ 350 h 353"/>
                <a:gd name="T14" fmla="*/ 180 w 926"/>
                <a:gd name="T15" fmla="*/ 350 h 353"/>
                <a:gd name="T16" fmla="*/ 4 w 926"/>
                <a:gd name="T17" fmla="*/ 174 h 353"/>
                <a:gd name="T18" fmla="*/ 4 w 926"/>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6" h="353">
                  <a:moveTo>
                    <a:pt x="4" y="0"/>
                  </a:moveTo>
                  <a:cubicBezTo>
                    <a:pt x="3" y="0"/>
                    <a:pt x="3" y="0"/>
                    <a:pt x="2" y="0"/>
                  </a:cubicBezTo>
                  <a:cubicBezTo>
                    <a:pt x="2" y="0"/>
                    <a:pt x="1" y="0"/>
                    <a:pt x="0" y="0"/>
                  </a:cubicBezTo>
                  <a:cubicBezTo>
                    <a:pt x="0" y="174"/>
                    <a:pt x="0" y="174"/>
                    <a:pt x="0" y="174"/>
                  </a:cubicBezTo>
                  <a:cubicBezTo>
                    <a:pt x="0" y="273"/>
                    <a:pt x="81" y="353"/>
                    <a:pt x="180" y="353"/>
                  </a:cubicBezTo>
                  <a:cubicBezTo>
                    <a:pt x="926" y="353"/>
                    <a:pt x="926" y="353"/>
                    <a:pt x="926" y="353"/>
                  </a:cubicBezTo>
                  <a:cubicBezTo>
                    <a:pt x="926" y="350"/>
                    <a:pt x="926" y="350"/>
                    <a:pt x="926" y="350"/>
                  </a:cubicBezTo>
                  <a:cubicBezTo>
                    <a:pt x="180" y="350"/>
                    <a:pt x="180" y="350"/>
                    <a:pt x="180" y="350"/>
                  </a:cubicBezTo>
                  <a:cubicBezTo>
                    <a:pt x="83" y="350"/>
                    <a:pt x="4" y="271"/>
                    <a:pt x="4" y="174"/>
                  </a:cubicBezTo>
                  <a:cubicBezTo>
                    <a:pt x="4" y="0"/>
                    <a:pt x="4" y="0"/>
                    <a:pt x="4" y="0"/>
                  </a:cubicBezTo>
                </a:path>
              </a:pathLst>
            </a:custGeom>
            <a:grpFill/>
            <a:ln>
              <a:noFill/>
            </a:ln>
          </p:spPr>
          <p:txBody>
            <a:bodyPr/>
            <a:lstStyle/>
            <a:p>
              <a:pPr fontAlgn="auto"/>
              <a:endParaRPr lang="zh-CN" altLang="en-US" noProof="1"/>
            </a:p>
          </p:txBody>
        </p:sp>
        <p:sp>
          <p:nvSpPr>
            <p:cNvPr id="137" name="Freeform 204">
              <a:extLst>
                <a:ext uri="{FF2B5EF4-FFF2-40B4-BE49-F238E27FC236}">
                  <a16:creationId xmlns="" xmlns:a16="http://schemas.microsoft.com/office/drawing/2014/main" id="{2794E835-85EE-4FB3-B9C5-7B829D44182B}"/>
                </a:ext>
              </a:extLst>
            </p:cNvPr>
            <p:cNvSpPr>
              <a:spLocks noEditPoints="1"/>
            </p:cNvSpPr>
            <p:nvPr userDrawn="1"/>
          </p:nvSpPr>
          <p:spPr bwMode="auto">
            <a:xfrm>
              <a:off x="2901950" y="7566025"/>
              <a:ext cx="82550" cy="84138"/>
            </a:xfrm>
            <a:custGeom>
              <a:avLst/>
              <a:gdLst>
                <a:gd name="T0" fmla="*/ 8 w 17"/>
                <a:gd name="T1" fmla="*/ 14 h 17"/>
                <a:gd name="T2" fmla="*/ 3 w 17"/>
                <a:gd name="T3" fmla="*/ 8 h 17"/>
                <a:gd name="T4" fmla="*/ 8 w 17"/>
                <a:gd name="T5" fmla="*/ 3 h 17"/>
                <a:gd name="T6" fmla="*/ 14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4" y="5"/>
                    <a:pt x="14" y="8"/>
                  </a:cubicBezTo>
                  <a:cubicBezTo>
                    <a:pt x="14" y="11"/>
                    <a:pt x="11" y="14"/>
                    <a:pt x="8" y="14"/>
                  </a:cubicBezTo>
                  <a:moveTo>
                    <a:pt x="8" y="0"/>
                  </a:moveTo>
                  <a:cubicBezTo>
                    <a:pt x="4"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38" name="Freeform 205">
              <a:extLst>
                <a:ext uri="{FF2B5EF4-FFF2-40B4-BE49-F238E27FC236}">
                  <a16:creationId xmlns="" xmlns:a16="http://schemas.microsoft.com/office/drawing/2014/main" id="{A6A96DDD-881F-4933-8141-B1079D43E40D}"/>
                </a:ext>
              </a:extLst>
            </p:cNvPr>
            <p:cNvSpPr>
              <a:spLocks noEditPoints="1"/>
            </p:cNvSpPr>
            <p:nvPr userDrawn="1"/>
          </p:nvSpPr>
          <p:spPr bwMode="auto">
            <a:xfrm>
              <a:off x="2744788" y="7904163"/>
              <a:ext cx="84137" cy="82550"/>
            </a:xfrm>
            <a:custGeom>
              <a:avLst/>
              <a:gdLst>
                <a:gd name="T0" fmla="*/ 9 w 17"/>
                <a:gd name="T1" fmla="*/ 14 h 17"/>
                <a:gd name="T2" fmla="*/ 4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4" y="12"/>
                    <a:pt x="4" y="9"/>
                  </a:cubicBezTo>
                  <a:cubicBezTo>
                    <a:pt x="4"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4" y="0"/>
                    <a:pt x="9" y="0"/>
                  </a:cubicBezTo>
                </a:path>
              </a:pathLst>
            </a:custGeom>
            <a:grpFill/>
            <a:ln>
              <a:noFill/>
            </a:ln>
          </p:spPr>
          <p:txBody>
            <a:bodyPr/>
            <a:lstStyle/>
            <a:p>
              <a:pPr fontAlgn="auto"/>
              <a:endParaRPr lang="zh-CN" altLang="en-US" noProof="1"/>
            </a:p>
          </p:txBody>
        </p:sp>
        <p:sp>
          <p:nvSpPr>
            <p:cNvPr id="139" name="Freeform 206">
              <a:extLst>
                <a:ext uri="{FF2B5EF4-FFF2-40B4-BE49-F238E27FC236}">
                  <a16:creationId xmlns="" xmlns:a16="http://schemas.microsoft.com/office/drawing/2014/main" id="{91CCE4F0-4E3B-4FC0-9A28-7D5532D360C7}"/>
                </a:ext>
              </a:extLst>
            </p:cNvPr>
            <p:cNvSpPr>
              <a:spLocks noEditPoints="1"/>
            </p:cNvSpPr>
            <p:nvPr userDrawn="1"/>
          </p:nvSpPr>
          <p:spPr bwMode="auto">
            <a:xfrm>
              <a:off x="2584450" y="7767638"/>
              <a:ext cx="82550" cy="87313"/>
            </a:xfrm>
            <a:custGeom>
              <a:avLst/>
              <a:gdLst>
                <a:gd name="T0" fmla="*/ 9 w 17"/>
                <a:gd name="T1" fmla="*/ 14 h 18"/>
                <a:gd name="T2" fmla="*/ 3 w 17"/>
                <a:gd name="T3" fmla="*/ 9 h 18"/>
                <a:gd name="T4" fmla="*/ 9 w 17"/>
                <a:gd name="T5" fmla="*/ 4 h 18"/>
                <a:gd name="T6" fmla="*/ 14 w 17"/>
                <a:gd name="T7" fmla="*/ 9 h 18"/>
                <a:gd name="T8" fmla="*/ 9 w 17"/>
                <a:gd name="T9" fmla="*/ 14 h 18"/>
                <a:gd name="T10" fmla="*/ 9 w 17"/>
                <a:gd name="T11" fmla="*/ 0 h 18"/>
                <a:gd name="T12" fmla="*/ 0 w 17"/>
                <a:gd name="T13" fmla="*/ 9 h 18"/>
                <a:gd name="T14" fmla="*/ 7 w 17"/>
                <a:gd name="T15" fmla="*/ 17 h 18"/>
                <a:gd name="T16" fmla="*/ 9 w 17"/>
                <a:gd name="T17" fmla="*/ 18 h 18"/>
                <a:gd name="T18" fmla="*/ 10 w 17"/>
                <a:gd name="T19" fmla="*/ 17 h 18"/>
                <a:gd name="T20" fmla="*/ 17 w 17"/>
                <a:gd name="T21" fmla="*/ 9 h 18"/>
                <a:gd name="T22" fmla="*/ 9 w 17"/>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8">
                  <a:moveTo>
                    <a:pt x="9" y="14"/>
                  </a:moveTo>
                  <a:cubicBezTo>
                    <a:pt x="6" y="14"/>
                    <a:pt x="3" y="12"/>
                    <a:pt x="3" y="9"/>
                  </a:cubicBezTo>
                  <a:cubicBezTo>
                    <a:pt x="3" y="6"/>
                    <a:pt x="6" y="4"/>
                    <a:pt x="9" y="4"/>
                  </a:cubicBezTo>
                  <a:cubicBezTo>
                    <a:pt x="11" y="4"/>
                    <a:pt x="14" y="6"/>
                    <a:pt x="14" y="9"/>
                  </a:cubicBezTo>
                  <a:cubicBezTo>
                    <a:pt x="14" y="12"/>
                    <a:pt x="11" y="14"/>
                    <a:pt x="9" y="14"/>
                  </a:cubicBezTo>
                  <a:moveTo>
                    <a:pt x="9" y="0"/>
                  </a:moveTo>
                  <a:cubicBezTo>
                    <a:pt x="4" y="0"/>
                    <a:pt x="0" y="4"/>
                    <a:pt x="0" y="9"/>
                  </a:cubicBezTo>
                  <a:cubicBezTo>
                    <a:pt x="0" y="13"/>
                    <a:pt x="3" y="17"/>
                    <a:pt x="7" y="17"/>
                  </a:cubicBezTo>
                  <a:cubicBezTo>
                    <a:pt x="7" y="18"/>
                    <a:pt x="8" y="18"/>
                    <a:pt x="9" y="18"/>
                  </a:cubicBezTo>
                  <a:cubicBezTo>
                    <a:pt x="9" y="18"/>
                    <a:pt x="10" y="18"/>
                    <a:pt x="10" y="17"/>
                  </a:cubicBezTo>
                  <a:cubicBezTo>
                    <a:pt x="14" y="17"/>
                    <a:pt x="17" y="13"/>
                    <a:pt x="17" y="9"/>
                  </a:cubicBezTo>
                  <a:cubicBezTo>
                    <a:pt x="17" y="4"/>
                    <a:pt x="13" y="0"/>
                    <a:pt x="9" y="0"/>
                  </a:cubicBezTo>
                </a:path>
              </a:pathLst>
            </a:custGeom>
            <a:grpFill/>
            <a:ln>
              <a:noFill/>
            </a:ln>
          </p:spPr>
          <p:txBody>
            <a:bodyPr/>
            <a:lstStyle/>
            <a:p>
              <a:pPr fontAlgn="auto"/>
              <a:endParaRPr lang="zh-CN" altLang="en-US" noProof="1"/>
            </a:p>
          </p:txBody>
        </p:sp>
        <p:sp>
          <p:nvSpPr>
            <p:cNvPr id="140" name="Freeform 207">
              <a:extLst>
                <a:ext uri="{FF2B5EF4-FFF2-40B4-BE49-F238E27FC236}">
                  <a16:creationId xmlns="" xmlns:a16="http://schemas.microsoft.com/office/drawing/2014/main" id="{7AD7E107-798E-44E5-9A60-81D6063E552F}"/>
                </a:ext>
              </a:extLst>
            </p:cNvPr>
            <p:cNvSpPr>
              <a:spLocks noEditPoints="1"/>
            </p:cNvSpPr>
            <p:nvPr userDrawn="1"/>
          </p:nvSpPr>
          <p:spPr bwMode="auto">
            <a:xfrm>
              <a:off x="2457450" y="7356475"/>
              <a:ext cx="82550" cy="82550"/>
            </a:xfrm>
            <a:custGeom>
              <a:avLst/>
              <a:gdLst>
                <a:gd name="T0" fmla="*/ 8 w 17"/>
                <a:gd name="T1" fmla="*/ 14 h 17"/>
                <a:gd name="T2" fmla="*/ 3 w 17"/>
                <a:gd name="T3" fmla="*/ 9 h 17"/>
                <a:gd name="T4" fmla="*/ 8 w 17"/>
                <a:gd name="T5" fmla="*/ 3 h 17"/>
                <a:gd name="T6" fmla="*/ 13 w 17"/>
                <a:gd name="T7" fmla="*/ 9 h 17"/>
                <a:gd name="T8" fmla="*/ 8 w 17"/>
                <a:gd name="T9" fmla="*/ 14 h 17"/>
                <a:gd name="T10" fmla="*/ 8 w 17"/>
                <a:gd name="T11" fmla="*/ 0 h 17"/>
                <a:gd name="T12" fmla="*/ 0 w 17"/>
                <a:gd name="T13" fmla="*/ 9 h 17"/>
                <a:gd name="T14" fmla="*/ 6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3" y="6"/>
                    <a:pt x="13" y="9"/>
                  </a:cubicBezTo>
                  <a:cubicBezTo>
                    <a:pt x="13" y="11"/>
                    <a:pt x="11" y="14"/>
                    <a:pt x="8" y="14"/>
                  </a:cubicBezTo>
                  <a:moveTo>
                    <a:pt x="8" y="0"/>
                  </a:moveTo>
                  <a:cubicBezTo>
                    <a:pt x="3" y="0"/>
                    <a:pt x="0" y="4"/>
                    <a:pt x="0" y="9"/>
                  </a:cubicBezTo>
                  <a:cubicBezTo>
                    <a:pt x="0" y="13"/>
                    <a:pt x="3" y="16"/>
                    <a:pt x="6" y="17"/>
                  </a:cubicBezTo>
                  <a:cubicBezTo>
                    <a:pt x="7" y="17"/>
                    <a:pt x="8" y="17"/>
                    <a:pt x="8" y="17"/>
                  </a:cubicBezTo>
                  <a:cubicBezTo>
                    <a:pt x="9" y="17"/>
                    <a:pt x="9"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41" name="Freeform 208">
              <a:extLst>
                <a:ext uri="{FF2B5EF4-FFF2-40B4-BE49-F238E27FC236}">
                  <a16:creationId xmlns="" xmlns:a16="http://schemas.microsoft.com/office/drawing/2014/main" id="{B6F24CC8-64D4-45EC-A81B-8E268510B2AE}"/>
                </a:ext>
              </a:extLst>
            </p:cNvPr>
            <p:cNvSpPr/>
            <p:nvPr userDrawn="1"/>
          </p:nvSpPr>
          <p:spPr bwMode="auto">
            <a:xfrm>
              <a:off x="2217738" y="9415463"/>
              <a:ext cx="4789487" cy="14288"/>
            </a:xfrm>
            <a:custGeom>
              <a:avLst/>
              <a:gdLst>
                <a:gd name="T0" fmla="*/ 980 w 980"/>
                <a:gd name="T1" fmla="*/ 0 h 3"/>
                <a:gd name="T2" fmla="*/ 0 w 980"/>
                <a:gd name="T3" fmla="*/ 0 h 3"/>
                <a:gd name="T4" fmla="*/ 0 w 980"/>
                <a:gd name="T5" fmla="*/ 1 h 3"/>
                <a:gd name="T6" fmla="*/ 0 w 980"/>
                <a:gd name="T7" fmla="*/ 3 h 3"/>
                <a:gd name="T8" fmla="*/ 980 w 980"/>
                <a:gd name="T9" fmla="*/ 3 h 3"/>
                <a:gd name="T10" fmla="*/ 980 w 980"/>
                <a:gd name="T11" fmla="*/ 0 h 3"/>
              </a:gdLst>
              <a:ahLst/>
              <a:cxnLst>
                <a:cxn ang="0">
                  <a:pos x="T0" y="T1"/>
                </a:cxn>
                <a:cxn ang="0">
                  <a:pos x="T2" y="T3"/>
                </a:cxn>
                <a:cxn ang="0">
                  <a:pos x="T4" y="T5"/>
                </a:cxn>
                <a:cxn ang="0">
                  <a:pos x="T6" y="T7"/>
                </a:cxn>
                <a:cxn ang="0">
                  <a:pos x="T8" y="T9"/>
                </a:cxn>
                <a:cxn ang="0">
                  <a:pos x="T10" y="T11"/>
                </a:cxn>
              </a:cxnLst>
              <a:rect l="0" t="0" r="r" b="b"/>
              <a:pathLst>
                <a:path w="980" h="3">
                  <a:moveTo>
                    <a:pt x="980" y="0"/>
                  </a:moveTo>
                  <a:cubicBezTo>
                    <a:pt x="0" y="0"/>
                    <a:pt x="0" y="0"/>
                    <a:pt x="0" y="0"/>
                  </a:cubicBezTo>
                  <a:cubicBezTo>
                    <a:pt x="0" y="0"/>
                    <a:pt x="0" y="1"/>
                    <a:pt x="0" y="1"/>
                  </a:cubicBezTo>
                  <a:cubicBezTo>
                    <a:pt x="0" y="2"/>
                    <a:pt x="0" y="3"/>
                    <a:pt x="0" y="3"/>
                  </a:cubicBezTo>
                  <a:cubicBezTo>
                    <a:pt x="980" y="3"/>
                    <a:pt x="980" y="3"/>
                    <a:pt x="980" y="3"/>
                  </a:cubicBezTo>
                  <a:cubicBezTo>
                    <a:pt x="980" y="0"/>
                    <a:pt x="980" y="0"/>
                    <a:pt x="980" y="0"/>
                  </a:cubicBezTo>
                </a:path>
              </a:pathLst>
            </a:custGeom>
            <a:grpFill/>
            <a:ln>
              <a:noFill/>
            </a:ln>
          </p:spPr>
          <p:txBody>
            <a:bodyPr/>
            <a:lstStyle/>
            <a:p>
              <a:pPr fontAlgn="auto"/>
              <a:endParaRPr lang="zh-CN" altLang="en-US" noProof="1"/>
            </a:p>
          </p:txBody>
        </p:sp>
        <p:sp>
          <p:nvSpPr>
            <p:cNvPr id="142" name="Freeform 209">
              <a:extLst>
                <a:ext uri="{FF2B5EF4-FFF2-40B4-BE49-F238E27FC236}">
                  <a16:creationId xmlns="" xmlns:a16="http://schemas.microsoft.com/office/drawing/2014/main" id="{570606B0-14CE-456E-916D-7B0EF100926A}"/>
                </a:ext>
              </a:extLst>
            </p:cNvPr>
            <p:cNvSpPr/>
            <p:nvPr userDrawn="1"/>
          </p:nvSpPr>
          <p:spPr bwMode="auto">
            <a:xfrm>
              <a:off x="1811338" y="9283700"/>
              <a:ext cx="5205412" cy="14288"/>
            </a:xfrm>
            <a:custGeom>
              <a:avLst/>
              <a:gdLst>
                <a:gd name="T0" fmla="*/ 1065 w 1065"/>
                <a:gd name="T1" fmla="*/ 0 h 3"/>
                <a:gd name="T2" fmla="*/ 0 w 1065"/>
                <a:gd name="T3" fmla="*/ 0 h 3"/>
                <a:gd name="T4" fmla="*/ 0 w 1065"/>
                <a:gd name="T5" fmla="*/ 1 h 3"/>
                <a:gd name="T6" fmla="*/ 0 w 1065"/>
                <a:gd name="T7" fmla="*/ 3 h 3"/>
                <a:gd name="T8" fmla="*/ 1065 w 1065"/>
                <a:gd name="T9" fmla="*/ 3 h 3"/>
                <a:gd name="T10" fmla="*/ 1065 w 1065"/>
                <a:gd name="T11" fmla="*/ 0 h 3"/>
              </a:gdLst>
              <a:ahLst/>
              <a:cxnLst>
                <a:cxn ang="0">
                  <a:pos x="T0" y="T1"/>
                </a:cxn>
                <a:cxn ang="0">
                  <a:pos x="T2" y="T3"/>
                </a:cxn>
                <a:cxn ang="0">
                  <a:pos x="T4" y="T5"/>
                </a:cxn>
                <a:cxn ang="0">
                  <a:pos x="T6" y="T7"/>
                </a:cxn>
                <a:cxn ang="0">
                  <a:pos x="T8" y="T9"/>
                </a:cxn>
                <a:cxn ang="0">
                  <a:pos x="T10" y="T11"/>
                </a:cxn>
              </a:cxnLst>
              <a:rect l="0" t="0" r="r" b="b"/>
              <a:pathLst>
                <a:path w="1065" h="3">
                  <a:moveTo>
                    <a:pt x="1065" y="0"/>
                  </a:moveTo>
                  <a:cubicBezTo>
                    <a:pt x="0" y="0"/>
                    <a:pt x="0" y="0"/>
                    <a:pt x="0" y="0"/>
                  </a:cubicBezTo>
                  <a:cubicBezTo>
                    <a:pt x="0" y="0"/>
                    <a:pt x="0" y="1"/>
                    <a:pt x="0" y="1"/>
                  </a:cubicBezTo>
                  <a:cubicBezTo>
                    <a:pt x="0" y="2"/>
                    <a:pt x="0" y="3"/>
                    <a:pt x="0" y="3"/>
                  </a:cubicBezTo>
                  <a:cubicBezTo>
                    <a:pt x="1065" y="3"/>
                    <a:pt x="1065" y="3"/>
                    <a:pt x="1065" y="3"/>
                  </a:cubicBezTo>
                  <a:cubicBezTo>
                    <a:pt x="1065" y="0"/>
                    <a:pt x="1065" y="0"/>
                    <a:pt x="1065" y="0"/>
                  </a:cubicBezTo>
                </a:path>
              </a:pathLst>
            </a:custGeom>
            <a:grpFill/>
            <a:ln>
              <a:noFill/>
            </a:ln>
          </p:spPr>
          <p:txBody>
            <a:bodyPr/>
            <a:lstStyle/>
            <a:p>
              <a:pPr fontAlgn="auto"/>
              <a:endParaRPr lang="zh-CN" altLang="en-US" noProof="1"/>
            </a:p>
          </p:txBody>
        </p:sp>
        <p:sp>
          <p:nvSpPr>
            <p:cNvPr id="143" name="Freeform 210">
              <a:extLst>
                <a:ext uri="{FF2B5EF4-FFF2-40B4-BE49-F238E27FC236}">
                  <a16:creationId xmlns="" xmlns:a16="http://schemas.microsoft.com/office/drawing/2014/main" id="{21926438-26C9-485F-8528-D4EBD2FCD3BD}"/>
                </a:ext>
              </a:extLst>
            </p:cNvPr>
            <p:cNvSpPr>
              <a:spLocks noEditPoints="1"/>
            </p:cNvSpPr>
            <p:nvPr userDrawn="1"/>
          </p:nvSpPr>
          <p:spPr bwMode="auto">
            <a:xfrm>
              <a:off x="2135188" y="9380538"/>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4" name="Freeform 211">
              <a:extLst>
                <a:ext uri="{FF2B5EF4-FFF2-40B4-BE49-F238E27FC236}">
                  <a16:creationId xmlns="" xmlns:a16="http://schemas.microsoft.com/office/drawing/2014/main" id="{D6F8F4F0-E282-4028-BD0A-14FE37212B21}"/>
                </a:ext>
              </a:extLst>
            </p:cNvPr>
            <p:cNvSpPr>
              <a:spLocks noEditPoints="1"/>
            </p:cNvSpPr>
            <p:nvPr userDrawn="1"/>
          </p:nvSpPr>
          <p:spPr bwMode="auto">
            <a:xfrm>
              <a:off x="1728788" y="924877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8 w 17"/>
                <a:gd name="T15" fmla="*/ 17 h 17"/>
                <a:gd name="T16" fmla="*/ 17 w 17"/>
                <a:gd name="T17" fmla="*/ 10 h 17"/>
                <a:gd name="T18" fmla="*/ 17 w 17"/>
                <a:gd name="T19" fmla="*/ 8 h 17"/>
                <a:gd name="T20" fmla="*/ 17 w 17"/>
                <a:gd name="T21" fmla="*/ 7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3"/>
                    <a:pt x="3" y="17"/>
                    <a:pt x="8" y="17"/>
                  </a:cubicBezTo>
                  <a:cubicBezTo>
                    <a:pt x="12" y="17"/>
                    <a:pt x="16" y="14"/>
                    <a:pt x="17" y="10"/>
                  </a:cubicBezTo>
                  <a:cubicBezTo>
                    <a:pt x="17" y="10"/>
                    <a:pt x="17" y="9"/>
                    <a:pt x="17" y="8"/>
                  </a:cubicBezTo>
                  <a:cubicBezTo>
                    <a:pt x="17" y="8"/>
                    <a:pt x="17" y="7"/>
                    <a:pt x="17" y="7"/>
                  </a:cubicBezTo>
                  <a:cubicBezTo>
                    <a:pt x="16" y="3"/>
                    <a:pt x="12" y="0"/>
                    <a:pt x="8" y="0"/>
                  </a:cubicBezTo>
                </a:path>
              </a:pathLst>
            </a:custGeom>
            <a:grpFill/>
            <a:ln>
              <a:noFill/>
            </a:ln>
          </p:spPr>
          <p:txBody>
            <a:bodyPr/>
            <a:lstStyle/>
            <a:p>
              <a:pPr fontAlgn="auto"/>
              <a:endParaRPr lang="zh-CN" altLang="en-US" noProof="1"/>
            </a:p>
          </p:txBody>
        </p:sp>
        <p:sp>
          <p:nvSpPr>
            <p:cNvPr id="145" name="Freeform 212">
              <a:extLst>
                <a:ext uri="{FF2B5EF4-FFF2-40B4-BE49-F238E27FC236}">
                  <a16:creationId xmlns="" xmlns:a16="http://schemas.microsoft.com/office/drawing/2014/main" id="{49F2D76C-E743-4E53-BCD9-3B76409A0C70}"/>
                </a:ext>
              </a:extLst>
            </p:cNvPr>
            <p:cNvSpPr/>
            <p:nvPr userDrawn="1"/>
          </p:nvSpPr>
          <p:spPr bwMode="auto">
            <a:xfrm>
              <a:off x="7011988" y="7650163"/>
              <a:ext cx="4183062" cy="1085850"/>
            </a:xfrm>
            <a:custGeom>
              <a:avLst/>
              <a:gdLst>
                <a:gd name="T0" fmla="*/ 853 w 856"/>
                <a:gd name="T1" fmla="*/ 0 h 222"/>
                <a:gd name="T2" fmla="*/ 853 w 856"/>
                <a:gd name="T3" fmla="*/ 118 h 222"/>
                <a:gd name="T4" fmla="*/ 751 w 856"/>
                <a:gd name="T5" fmla="*/ 219 h 222"/>
                <a:gd name="T6" fmla="*/ 0 w 856"/>
                <a:gd name="T7" fmla="*/ 219 h 222"/>
                <a:gd name="T8" fmla="*/ 0 w 856"/>
                <a:gd name="T9" fmla="*/ 222 h 222"/>
                <a:gd name="T10" fmla="*/ 751 w 856"/>
                <a:gd name="T11" fmla="*/ 222 h 222"/>
                <a:gd name="T12" fmla="*/ 856 w 856"/>
                <a:gd name="T13" fmla="*/ 118 h 222"/>
                <a:gd name="T14" fmla="*/ 856 w 856"/>
                <a:gd name="T15" fmla="*/ 0 h 222"/>
                <a:gd name="T16" fmla="*/ 854 w 856"/>
                <a:gd name="T17" fmla="*/ 0 h 222"/>
                <a:gd name="T18" fmla="*/ 853 w 856"/>
                <a:gd name="T19" fmla="*/ 0 h 2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6" h="222">
                  <a:moveTo>
                    <a:pt x="853" y="0"/>
                  </a:moveTo>
                  <a:cubicBezTo>
                    <a:pt x="853" y="118"/>
                    <a:pt x="853" y="118"/>
                    <a:pt x="853" y="118"/>
                  </a:cubicBezTo>
                  <a:cubicBezTo>
                    <a:pt x="853" y="174"/>
                    <a:pt x="807" y="219"/>
                    <a:pt x="751" y="219"/>
                  </a:cubicBezTo>
                  <a:cubicBezTo>
                    <a:pt x="0" y="219"/>
                    <a:pt x="0" y="219"/>
                    <a:pt x="0" y="219"/>
                  </a:cubicBezTo>
                  <a:cubicBezTo>
                    <a:pt x="0" y="222"/>
                    <a:pt x="0" y="222"/>
                    <a:pt x="0" y="222"/>
                  </a:cubicBezTo>
                  <a:cubicBezTo>
                    <a:pt x="751" y="222"/>
                    <a:pt x="751" y="222"/>
                    <a:pt x="751" y="222"/>
                  </a:cubicBezTo>
                  <a:cubicBezTo>
                    <a:pt x="809" y="222"/>
                    <a:pt x="856" y="175"/>
                    <a:pt x="856" y="118"/>
                  </a:cubicBezTo>
                  <a:cubicBezTo>
                    <a:pt x="856" y="0"/>
                    <a:pt x="856" y="0"/>
                    <a:pt x="856" y="0"/>
                  </a:cubicBezTo>
                  <a:cubicBezTo>
                    <a:pt x="855" y="0"/>
                    <a:pt x="855" y="0"/>
                    <a:pt x="854" y="0"/>
                  </a:cubicBezTo>
                  <a:cubicBezTo>
                    <a:pt x="854" y="0"/>
                    <a:pt x="853" y="0"/>
                    <a:pt x="853" y="0"/>
                  </a:cubicBezTo>
                </a:path>
              </a:pathLst>
            </a:custGeom>
            <a:grpFill/>
            <a:ln>
              <a:noFill/>
            </a:ln>
          </p:spPr>
          <p:txBody>
            <a:bodyPr/>
            <a:lstStyle/>
            <a:p>
              <a:pPr fontAlgn="auto"/>
              <a:endParaRPr lang="zh-CN" altLang="en-US" noProof="1"/>
            </a:p>
          </p:txBody>
        </p:sp>
        <p:sp>
          <p:nvSpPr>
            <p:cNvPr id="146" name="Freeform 213">
              <a:extLst>
                <a:ext uri="{FF2B5EF4-FFF2-40B4-BE49-F238E27FC236}">
                  <a16:creationId xmlns="" xmlns:a16="http://schemas.microsoft.com/office/drawing/2014/main" id="{3EC33C70-C173-4119-886B-05C6A3FEE621}"/>
                </a:ext>
              </a:extLst>
            </p:cNvPr>
            <p:cNvSpPr/>
            <p:nvPr userDrawn="1"/>
          </p:nvSpPr>
          <p:spPr bwMode="auto">
            <a:xfrm>
              <a:off x="7011988" y="7986713"/>
              <a:ext cx="4335462" cy="885825"/>
            </a:xfrm>
            <a:custGeom>
              <a:avLst/>
              <a:gdLst>
                <a:gd name="T0" fmla="*/ 884 w 887"/>
                <a:gd name="T1" fmla="*/ 0 h 181"/>
                <a:gd name="T2" fmla="*/ 884 w 887"/>
                <a:gd name="T3" fmla="*/ 51 h 181"/>
                <a:gd name="T4" fmla="*/ 757 w 887"/>
                <a:gd name="T5" fmla="*/ 178 h 181"/>
                <a:gd name="T6" fmla="*/ 0 w 887"/>
                <a:gd name="T7" fmla="*/ 178 h 181"/>
                <a:gd name="T8" fmla="*/ 0 w 887"/>
                <a:gd name="T9" fmla="*/ 181 h 181"/>
                <a:gd name="T10" fmla="*/ 757 w 887"/>
                <a:gd name="T11" fmla="*/ 181 h 181"/>
                <a:gd name="T12" fmla="*/ 887 w 887"/>
                <a:gd name="T13" fmla="*/ 51 h 181"/>
                <a:gd name="T14" fmla="*/ 887 w 887"/>
                <a:gd name="T15" fmla="*/ 0 h 181"/>
                <a:gd name="T16" fmla="*/ 886 w 887"/>
                <a:gd name="T17" fmla="*/ 0 h 181"/>
                <a:gd name="T18" fmla="*/ 884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884" y="0"/>
                  </a:moveTo>
                  <a:cubicBezTo>
                    <a:pt x="884" y="51"/>
                    <a:pt x="884" y="51"/>
                    <a:pt x="884" y="51"/>
                  </a:cubicBezTo>
                  <a:cubicBezTo>
                    <a:pt x="884" y="121"/>
                    <a:pt x="827" y="178"/>
                    <a:pt x="757" y="178"/>
                  </a:cubicBezTo>
                  <a:cubicBezTo>
                    <a:pt x="0" y="178"/>
                    <a:pt x="0" y="178"/>
                    <a:pt x="0" y="178"/>
                  </a:cubicBezTo>
                  <a:cubicBezTo>
                    <a:pt x="0" y="181"/>
                    <a:pt x="0" y="181"/>
                    <a:pt x="0" y="181"/>
                  </a:cubicBezTo>
                  <a:cubicBezTo>
                    <a:pt x="757" y="181"/>
                    <a:pt x="757" y="181"/>
                    <a:pt x="757" y="181"/>
                  </a:cubicBezTo>
                  <a:cubicBezTo>
                    <a:pt x="829" y="181"/>
                    <a:pt x="887" y="123"/>
                    <a:pt x="887" y="51"/>
                  </a:cubicBezTo>
                  <a:cubicBezTo>
                    <a:pt x="887" y="0"/>
                    <a:pt x="887" y="0"/>
                    <a:pt x="887" y="0"/>
                  </a:cubicBezTo>
                  <a:cubicBezTo>
                    <a:pt x="887" y="0"/>
                    <a:pt x="886" y="0"/>
                    <a:pt x="886" y="0"/>
                  </a:cubicBezTo>
                  <a:cubicBezTo>
                    <a:pt x="885" y="0"/>
                    <a:pt x="885" y="0"/>
                    <a:pt x="884" y="0"/>
                  </a:cubicBezTo>
                </a:path>
              </a:pathLst>
            </a:custGeom>
            <a:grpFill/>
            <a:ln>
              <a:noFill/>
            </a:ln>
          </p:spPr>
          <p:txBody>
            <a:bodyPr/>
            <a:lstStyle/>
            <a:p>
              <a:pPr fontAlgn="auto"/>
              <a:endParaRPr lang="zh-CN" altLang="en-US" noProof="1"/>
            </a:p>
          </p:txBody>
        </p:sp>
        <p:sp>
          <p:nvSpPr>
            <p:cNvPr id="147" name="Freeform 214">
              <a:extLst>
                <a:ext uri="{FF2B5EF4-FFF2-40B4-BE49-F238E27FC236}">
                  <a16:creationId xmlns="" xmlns:a16="http://schemas.microsoft.com/office/drawing/2014/main" id="{5B0986E0-9102-4FE8-8A78-F43B1948E199}"/>
                </a:ext>
              </a:extLst>
            </p:cNvPr>
            <p:cNvSpPr/>
            <p:nvPr userDrawn="1"/>
          </p:nvSpPr>
          <p:spPr bwMode="auto">
            <a:xfrm>
              <a:off x="7011988" y="7850188"/>
              <a:ext cx="4502150" cy="1168400"/>
            </a:xfrm>
            <a:custGeom>
              <a:avLst/>
              <a:gdLst>
                <a:gd name="T0" fmla="*/ 917 w 921"/>
                <a:gd name="T1" fmla="*/ 0 h 239"/>
                <a:gd name="T2" fmla="*/ 917 w 921"/>
                <a:gd name="T3" fmla="*/ 80 h 239"/>
                <a:gd name="T4" fmla="*/ 761 w 921"/>
                <a:gd name="T5" fmla="*/ 236 h 239"/>
                <a:gd name="T6" fmla="*/ 0 w 921"/>
                <a:gd name="T7" fmla="*/ 236 h 239"/>
                <a:gd name="T8" fmla="*/ 0 w 921"/>
                <a:gd name="T9" fmla="*/ 239 h 239"/>
                <a:gd name="T10" fmla="*/ 761 w 921"/>
                <a:gd name="T11" fmla="*/ 239 h 239"/>
                <a:gd name="T12" fmla="*/ 921 w 921"/>
                <a:gd name="T13" fmla="*/ 80 h 239"/>
                <a:gd name="T14" fmla="*/ 921 w 921"/>
                <a:gd name="T15" fmla="*/ 0 h 239"/>
                <a:gd name="T16" fmla="*/ 919 w 921"/>
                <a:gd name="T17" fmla="*/ 1 h 239"/>
                <a:gd name="T18" fmla="*/ 917 w 921"/>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1" h="239">
                  <a:moveTo>
                    <a:pt x="917" y="0"/>
                  </a:moveTo>
                  <a:cubicBezTo>
                    <a:pt x="917" y="80"/>
                    <a:pt x="917" y="80"/>
                    <a:pt x="917" y="80"/>
                  </a:cubicBezTo>
                  <a:cubicBezTo>
                    <a:pt x="917" y="166"/>
                    <a:pt x="847" y="236"/>
                    <a:pt x="761" y="236"/>
                  </a:cubicBezTo>
                  <a:cubicBezTo>
                    <a:pt x="0" y="236"/>
                    <a:pt x="0" y="236"/>
                    <a:pt x="0" y="236"/>
                  </a:cubicBezTo>
                  <a:cubicBezTo>
                    <a:pt x="0" y="239"/>
                    <a:pt x="0" y="239"/>
                    <a:pt x="0" y="239"/>
                  </a:cubicBezTo>
                  <a:cubicBezTo>
                    <a:pt x="761" y="239"/>
                    <a:pt x="761" y="239"/>
                    <a:pt x="761" y="239"/>
                  </a:cubicBezTo>
                  <a:cubicBezTo>
                    <a:pt x="849" y="239"/>
                    <a:pt x="921" y="168"/>
                    <a:pt x="921" y="80"/>
                  </a:cubicBezTo>
                  <a:cubicBezTo>
                    <a:pt x="921" y="0"/>
                    <a:pt x="921" y="0"/>
                    <a:pt x="921" y="0"/>
                  </a:cubicBezTo>
                  <a:cubicBezTo>
                    <a:pt x="920" y="1"/>
                    <a:pt x="920" y="1"/>
                    <a:pt x="919" y="1"/>
                  </a:cubicBezTo>
                  <a:cubicBezTo>
                    <a:pt x="918" y="1"/>
                    <a:pt x="918" y="1"/>
                    <a:pt x="917" y="0"/>
                  </a:cubicBezTo>
                </a:path>
              </a:pathLst>
            </a:custGeom>
            <a:grpFill/>
            <a:ln>
              <a:noFill/>
            </a:ln>
          </p:spPr>
          <p:txBody>
            <a:bodyPr/>
            <a:lstStyle/>
            <a:p>
              <a:pPr fontAlgn="auto"/>
              <a:endParaRPr lang="zh-CN" altLang="en-US" noProof="1"/>
            </a:p>
          </p:txBody>
        </p:sp>
        <p:sp>
          <p:nvSpPr>
            <p:cNvPr id="148" name="Freeform 215">
              <a:extLst>
                <a:ext uri="{FF2B5EF4-FFF2-40B4-BE49-F238E27FC236}">
                  <a16:creationId xmlns="" xmlns:a16="http://schemas.microsoft.com/office/drawing/2014/main" id="{4C2CE224-C3E4-435C-9E5F-DFAD396A9B39}"/>
                </a:ext>
              </a:extLst>
            </p:cNvPr>
            <p:cNvSpPr/>
            <p:nvPr userDrawn="1"/>
          </p:nvSpPr>
          <p:spPr bwMode="auto">
            <a:xfrm>
              <a:off x="7011988" y="7439025"/>
              <a:ext cx="4629150" cy="1727200"/>
            </a:xfrm>
            <a:custGeom>
              <a:avLst/>
              <a:gdLst>
                <a:gd name="T0" fmla="*/ 944 w 947"/>
                <a:gd name="T1" fmla="*/ 0 h 353"/>
                <a:gd name="T2" fmla="*/ 944 w 947"/>
                <a:gd name="T3" fmla="*/ 174 h 353"/>
                <a:gd name="T4" fmla="*/ 768 w 947"/>
                <a:gd name="T5" fmla="*/ 350 h 353"/>
                <a:gd name="T6" fmla="*/ 0 w 947"/>
                <a:gd name="T7" fmla="*/ 350 h 353"/>
                <a:gd name="T8" fmla="*/ 0 w 947"/>
                <a:gd name="T9" fmla="*/ 353 h 353"/>
                <a:gd name="T10" fmla="*/ 768 w 947"/>
                <a:gd name="T11" fmla="*/ 353 h 353"/>
                <a:gd name="T12" fmla="*/ 947 w 947"/>
                <a:gd name="T13" fmla="*/ 174 h 353"/>
                <a:gd name="T14" fmla="*/ 947 w 947"/>
                <a:gd name="T15" fmla="*/ 0 h 353"/>
                <a:gd name="T16" fmla="*/ 945 w 947"/>
                <a:gd name="T17" fmla="*/ 0 h 353"/>
                <a:gd name="T18" fmla="*/ 944 w 947"/>
                <a:gd name="T19" fmla="*/ 0 h 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3">
                  <a:moveTo>
                    <a:pt x="944" y="0"/>
                  </a:moveTo>
                  <a:cubicBezTo>
                    <a:pt x="944" y="174"/>
                    <a:pt x="944" y="174"/>
                    <a:pt x="944" y="174"/>
                  </a:cubicBezTo>
                  <a:cubicBezTo>
                    <a:pt x="944" y="271"/>
                    <a:pt x="865" y="350"/>
                    <a:pt x="768" y="350"/>
                  </a:cubicBezTo>
                  <a:cubicBezTo>
                    <a:pt x="0" y="350"/>
                    <a:pt x="0" y="350"/>
                    <a:pt x="0" y="350"/>
                  </a:cubicBezTo>
                  <a:cubicBezTo>
                    <a:pt x="0" y="353"/>
                    <a:pt x="0" y="353"/>
                    <a:pt x="0" y="353"/>
                  </a:cubicBezTo>
                  <a:cubicBezTo>
                    <a:pt x="768" y="353"/>
                    <a:pt x="768" y="353"/>
                    <a:pt x="768" y="353"/>
                  </a:cubicBezTo>
                  <a:cubicBezTo>
                    <a:pt x="867" y="353"/>
                    <a:pt x="947" y="273"/>
                    <a:pt x="947" y="174"/>
                  </a:cubicBezTo>
                  <a:cubicBezTo>
                    <a:pt x="947" y="0"/>
                    <a:pt x="947" y="0"/>
                    <a:pt x="947" y="0"/>
                  </a:cubicBezTo>
                  <a:cubicBezTo>
                    <a:pt x="947" y="0"/>
                    <a:pt x="946" y="0"/>
                    <a:pt x="945" y="0"/>
                  </a:cubicBezTo>
                  <a:cubicBezTo>
                    <a:pt x="945" y="0"/>
                    <a:pt x="944" y="0"/>
                    <a:pt x="944" y="0"/>
                  </a:cubicBezTo>
                </a:path>
              </a:pathLst>
            </a:custGeom>
            <a:grpFill/>
            <a:ln>
              <a:noFill/>
            </a:ln>
          </p:spPr>
          <p:txBody>
            <a:bodyPr/>
            <a:lstStyle/>
            <a:p>
              <a:pPr fontAlgn="auto"/>
              <a:endParaRPr lang="zh-CN" altLang="en-US" noProof="1"/>
            </a:p>
          </p:txBody>
        </p:sp>
        <p:sp>
          <p:nvSpPr>
            <p:cNvPr id="149" name="Freeform 216">
              <a:extLst>
                <a:ext uri="{FF2B5EF4-FFF2-40B4-BE49-F238E27FC236}">
                  <a16:creationId xmlns="" xmlns:a16="http://schemas.microsoft.com/office/drawing/2014/main" id="{3EE7E84E-9FDD-4C43-AEB8-3A0270CCBEF0}"/>
                </a:ext>
              </a:extLst>
            </p:cNvPr>
            <p:cNvSpPr>
              <a:spLocks noEditPoints="1"/>
            </p:cNvSpPr>
            <p:nvPr userDrawn="1"/>
          </p:nvSpPr>
          <p:spPr bwMode="auto">
            <a:xfrm>
              <a:off x="11147425" y="7566025"/>
              <a:ext cx="82550" cy="84138"/>
            </a:xfrm>
            <a:custGeom>
              <a:avLst/>
              <a:gdLst>
                <a:gd name="T0" fmla="*/ 8 w 17"/>
                <a:gd name="T1" fmla="*/ 14 h 17"/>
                <a:gd name="T2" fmla="*/ 3 w 17"/>
                <a:gd name="T3" fmla="*/ 8 h 17"/>
                <a:gd name="T4" fmla="*/ 8 w 17"/>
                <a:gd name="T5" fmla="*/ 3 h 17"/>
                <a:gd name="T6" fmla="*/ 13 w 17"/>
                <a:gd name="T7" fmla="*/ 8 h 17"/>
                <a:gd name="T8" fmla="*/ 8 w 17"/>
                <a:gd name="T9" fmla="*/ 14 h 17"/>
                <a:gd name="T10" fmla="*/ 8 w 17"/>
                <a:gd name="T11" fmla="*/ 0 h 17"/>
                <a:gd name="T12" fmla="*/ 0 w 17"/>
                <a:gd name="T13" fmla="*/ 8 h 17"/>
                <a:gd name="T14" fmla="*/ 7 w 17"/>
                <a:gd name="T15" fmla="*/ 17 h 17"/>
                <a:gd name="T16" fmla="*/ 8 w 17"/>
                <a:gd name="T17" fmla="*/ 17 h 17"/>
                <a:gd name="T18" fmla="*/ 10 w 17"/>
                <a:gd name="T19" fmla="*/ 17 h 17"/>
                <a:gd name="T20" fmla="*/ 17 w 17"/>
                <a:gd name="T21" fmla="*/ 8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8"/>
                  </a:cubicBezTo>
                  <a:cubicBezTo>
                    <a:pt x="3" y="5"/>
                    <a:pt x="5" y="3"/>
                    <a:pt x="8" y="3"/>
                  </a:cubicBezTo>
                  <a:cubicBezTo>
                    <a:pt x="11" y="3"/>
                    <a:pt x="13" y="5"/>
                    <a:pt x="13" y="8"/>
                  </a:cubicBezTo>
                  <a:cubicBezTo>
                    <a:pt x="13" y="11"/>
                    <a:pt x="11" y="14"/>
                    <a:pt x="8" y="14"/>
                  </a:cubicBezTo>
                  <a:moveTo>
                    <a:pt x="8" y="0"/>
                  </a:moveTo>
                  <a:cubicBezTo>
                    <a:pt x="3" y="0"/>
                    <a:pt x="0" y="4"/>
                    <a:pt x="0" y="8"/>
                  </a:cubicBezTo>
                  <a:cubicBezTo>
                    <a:pt x="0" y="12"/>
                    <a:pt x="3" y="16"/>
                    <a:pt x="7" y="17"/>
                  </a:cubicBezTo>
                  <a:cubicBezTo>
                    <a:pt x="7" y="17"/>
                    <a:pt x="8" y="17"/>
                    <a:pt x="8" y="17"/>
                  </a:cubicBezTo>
                  <a:cubicBezTo>
                    <a:pt x="9" y="17"/>
                    <a:pt x="9" y="17"/>
                    <a:pt x="10" y="17"/>
                  </a:cubicBezTo>
                  <a:cubicBezTo>
                    <a:pt x="14" y="16"/>
                    <a:pt x="17" y="12"/>
                    <a:pt x="17" y="8"/>
                  </a:cubicBezTo>
                  <a:cubicBezTo>
                    <a:pt x="17" y="4"/>
                    <a:pt x="13" y="0"/>
                    <a:pt x="8" y="0"/>
                  </a:cubicBezTo>
                </a:path>
              </a:pathLst>
            </a:custGeom>
            <a:grpFill/>
            <a:ln>
              <a:noFill/>
            </a:ln>
          </p:spPr>
          <p:txBody>
            <a:bodyPr/>
            <a:lstStyle/>
            <a:p>
              <a:pPr fontAlgn="auto"/>
              <a:endParaRPr lang="zh-CN" altLang="en-US" noProof="1"/>
            </a:p>
          </p:txBody>
        </p:sp>
        <p:sp>
          <p:nvSpPr>
            <p:cNvPr id="150" name="Freeform 217">
              <a:extLst>
                <a:ext uri="{FF2B5EF4-FFF2-40B4-BE49-F238E27FC236}">
                  <a16:creationId xmlns="" xmlns:a16="http://schemas.microsoft.com/office/drawing/2014/main" id="{9076291C-4C90-4904-AF06-A94D0A908F24}"/>
                </a:ext>
              </a:extLst>
            </p:cNvPr>
            <p:cNvSpPr>
              <a:spLocks noEditPoints="1"/>
            </p:cNvSpPr>
            <p:nvPr userDrawn="1"/>
          </p:nvSpPr>
          <p:spPr bwMode="auto">
            <a:xfrm>
              <a:off x="11298238" y="79041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0 w 17"/>
                <a:gd name="T13" fmla="*/ 9 h 17"/>
                <a:gd name="T14" fmla="*/ 7 w 17"/>
                <a:gd name="T15" fmla="*/ 17 h 17"/>
                <a:gd name="T16" fmla="*/ 9 w 17"/>
                <a:gd name="T17" fmla="*/ 17 h 17"/>
                <a:gd name="T18" fmla="*/ 10 w 17"/>
                <a:gd name="T19" fmla="*/ 17 h 17"/>
                <a:gd name="T20" fmla="*/ 17 w 17"/>
                <a:gd name="T21" fmla="*/ 9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2"/>
                    <a:pt x="3" y="9"/>
                  </a:cubicBezTo>
                  <a:cubicBezTo>
                    <a:pt x="3" y="6"/>
                    <a:pt x="6" y="3"/>
                    <a:pt x="9" y="3"/>
                  </a:cubicBezTo>
                  <a:cubicBezTo>
                    <a:pt x="12" y="3"/>
                    <a:pt x="14" y="6"/>
                    <a:pt x="14" y="9"/>
                  </a:cubicBezTo>
                  <a:cubicBezTo>
                    <a:pt x="14" y="12"/>
                    <a:pt x="12" y="14"/>
                    <a:pt x="9" y="14"/>
                  </a:cubicBezTo>
                  <a:moveTo>
                    <a:pt x="9" y="0"/>
                  </a:moveTo>
                  <a:cubicBezTo>
                    <a:pt x="4" y="0"/>
                    <a:pt x="0" y="4"/>
                    <a:pt x="0" y="9"/>
                  </a:cubicBezTo>
                  <a:cubicBezTo>
                    <a:pt x="0" y="13"/>
                    <a:pt x="3" y="16"/>
                    <a:pt x="7" y="17"/>
                  </a:cubicBezTo>
                  <a:cubicBezTo>
                    <a:pt x="8" y="17"/>
                    <a:pt x="8" y="17"/>
                    <a:pt x="9" y="17"/>
                  </a:cubicBezTo>
                  <a:cubicBezTo>
                    <a:pt x="9" y="17"/>
                    <a:pt x="10" y="17"/>
                    <a:pt x="10" y="17"/>
                  </a:cubicBezTo>
                  <a:cubicBezTo>
                    <a:pt x="14" y="16"/>
                    <a:pt x="17" y="13"/>
                    <a:pt x="17" y="9"/>
                  </a:cubicBezTo>
                  <a:cubicBezTo>
                    <a:pt x="17" y="4"/>
                    <a:pt x="13" y="0"/>
                    <a:pt x="9" y="0"/>
                  </a:cubicBezTo>
                </a:path>
              </a:pathLst>
            </a:custGeom>
            <a:grpFill/>
            <a:ln>
              <a:noFill/>
            </a:ln>
          </p:spPr>
          <p:txBody>
            <a:bodyPr/>
            <a:lstStyle/>
            <a:p>
              <a:pPr fontAlgn="auto"/>
              <a:endParaRPr lang="zh-CN" altLang="en-US" noProof="1"/>
            </a:p>
          </p:txBody>
        </p:sp>
        <p:sp>
          <p:nvSpPr>
            <p:cNvPr id="151" name="Freeform 218">
              <a:extLst>
                <a:ext uri="{FF2B5EF4-FFF2-40B4-BE49-F238E27FC236}">
                  <a16:creationId xmlns="" xmlns:a16="http://schemas.microsoft.com/office/drawing/2014/main" id="{77350675-95D4-42C4-937D-B9404ED3D214}"/>
                </a:ext>
              </a:extLst>
            </p:cNvPr>
            <p:cNvSpPr>
              <a:spLocks noEditPoints="1"/>
            </p:cNvSpPr>
            <p:nvPr userDrawn="1"/>
          </p:nvSpPr>
          <p:spPr bwMode="auto">
            <a:xfrm>
              <a:off x="11460163" y="7767638"/>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0 w 18"/>
                <a:gd name="T13" fmla="*/ 9 h 18"/>
                <a:gd name="T14" fmla="*/ 7 w 18"/>
                <a:gd name="T15" fmla="*/ 17 h 18"/>
                <a:gd name="T16" fmla="*/ 9 w 18"/>
                <a:gd name="T17" fmla="*/ 18 h 18"/>
                <a:gd name="T18" fmla="*/ 11 w 18"/>
                <a:gd name="T19" fmla="*/ 17 h 18"/>
                <a:gd name="T20" fmla="*/ 18 w 18"/>
                <a:gd name="T21" fmla="*/ 9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4" y="0"/>
                    <a:pt x="0" y="4"/>
                    <a:pt x="0" y="9"/>
                  </a:cubicBezTo>
                  <a:cubicBezTo>
                    <a:pt x="0" y="13"/>
                    <a:pt x="3" y="17"/>
                    <a:pt x="7" y="17"/>
                  </a:cubicBezTo>
                  <a:cubicBezTo>
                    <a:pt x="8" y="18"/>
                    <a:pt x="8" y="18"/>
                    <a:pt x="9" y="18"/>
                  </a:cubicBezTo>
                  <a:cubicBezTo>
                    <a:pt x="10" y="18"/>
                    <a:pt x="10" y="18"/>
                    <a:pt x="11" y="17"/>
                  </a:cubicBezTo>
                  <a:cubicBezTo>
                    <a:pt x="15" y="17"/>
                    <a:pt x="18" y="13"/>
                    <a:pt x="18" y="9"/>
                  </a:cubicBezTo>
                  <a:cubicBezTo>
                    <a:pt x="18" y="4"/>
                    <a:pt x="14" y="0"/>
                    <a:pt x="9" y="0"/>
                  </a:cubicBezTo>
                </a:path>
              </a:pathLst>
            </a:custGeom>
            <a:grpFill/>
            <a:ln>
              <a:noFill/>
            </a:ln>
          </p:spPr>
          <p:txBody>
            <a:bodyPr/>
            <a:lstStyle/>
            <a:p>
              <a:pPr fontAlgn="auto"/>
              <a:endParaRPr lang="zh-CN" altLang="en-US" noProof="1"/>
            </a:p>
          </p:txBody>
        </p:sp>
        <p:sp>
          <p:nvSpPr>
            <p:cNvPr id="152" name="Freeform 219">
              <a:extLst>
                <a:ext uri="{FF2B5EF4-FFF2-40B4-BE49-F238E27FC236}">
                  <a16:creationId xmlns="" xmlns:a16="http://schemas.microsoft.com/office/drawing/2014/main" id="{F4C520F9-6C53-4FC2-AE08-184ABD428A0A}"/>
                </a:ext>
              </a:extLst>
            </p:cNvPr>
            <p:cNvSpPr>
              <a:spLocks noEditPoints="1"/>
            </p:cNvSpPr>
            <p:nvPr userDrawn="1"/>
          </p:nvSpPr>
          <p:spPr bwMode="auto">
            <a:xfrm>
              <a:off x="11591925" y="7356475"/>
              <a:ext cx="82550"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0 w 17"/>
                <a:gd name="T13" fmla="*/ 9 h 17"/>
                <a:gd name="T14" fmla="*/ 7 w 17"/>
                <a:gd name="T15" fmla="*/ 17 h 17"/>
                <a:gd name="T16" fmla="*/ 8 w 17"/>
                <a:gd name="T17" fmla="*/ 17 h 17"/>
                <a:gd name="T18" fmla="*/ 10 w 17"/>
                <a:gd name="T19" fmla="*/ 17 h 17"/>
                <a:gd name="T20" fmla="*/ 17 w 17"/>
                <a:gd name="T21" fmla="*/ 9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1"/>
                    <a:pt x="3" y="9"/>
                  </a:cubicBezTo>
                  <a:cubicBezTo>
                    <a:pt x="3" y="6"/>
                    <a:pt x="5" y="3"/>
                    <a:pt x="8" y="3"/>
                  </a:cubicBezTo>
                  <a:cubicBezTo>
                    <a:pt x="11" y="3"/>
                    <a:pt x="14" y="6"/>
                    <a:pt x="14" y="9"/>
                  </a:cubicBezTo>
                  <a:cubicBezTo>
                    <a:pt x="14" y="11"/>
                    <a:pt x="11" y="14"/>
                    <a:pt x="8" y="14"/>
                  </a:cubicBezTo>
                  <a:moveTo>
                    <a:pt x="8" y="0"/>
                  </a:moveTo>
                  <a:cubicBezTo>
                    <a:pt x="4" y="0"/>
                    <a:pt x="0" y="4"/>
                    <a:pt x="0" y="9"/>
                  </a:cubicBezTo>
                  <a:cubicBezTo>
                    <a:pt x="0" y="13"/>
                    <a:pt x="3" y="16"/>
                    <a:pt x="7" y="17"/>
                  </a:cubicBezTo>
                  <a:cubicBezTo>
                    <a:pt x="7" y="17"/>
                    <a:pt x="8" y="17"/>
                    <a:pt x="8" y="17"/>
                  </a:cubicBezTo>
                  <a:cubicBezTo>
                    <a:pt x="9" y="17"/>
                    <a:pt x="10" y="17"/>
                    <a:pt x="10" y="17"/>
                  </a:cubicBezTo>
                  <a:cubicBezTo>
                    <a:pt x="14" y="16"/>
                    <a:pt x="17" y="13"/>
                    <a:pt x="17" y="9"/>
                  </a:cubicBezTo>
                  <a:cubicBezTo>
                    <a:pt x="17" y="4"/>
                    <a:pt x="13" y="0"/>
                    <a:pt x="8" y="0"/>
                  </a:cubicBezTo>
                </a:path>
              </a:pathLst>
            </a:custGeom>
            <a:grpFill/>
            <a:ln>
              <a:noFill/>
            </a:ln>
          </p:spPr>
          <p:txBody>
            <a:bodyPr/>
            <a:lstStyle/>
            <a:p>
              <a:pPr fontAlgn="auto"/>
              <a:endParaRPr lang="zh-CN" altLang="en-US" noProof="1"/>
            </a:p>
          </p:txBody>
        </p:sp>
        <p:sp>
          <p:nvSpPr>
            <p:cNvPr id="153" name="Freeform 220">
              <a:extLst>
                <a:ext uri="{FF2B5EF4-FFF2-40B4-BE49-F238E27FC236}">
                  <a16:creationId xmlns="" xmlns:a16="http://schemas.microsoft.com/office/drawing/2014/main" id="{51775C85-78BA-4BC7-9DA7-E65A8D3570D1}"/>
                </a:ext>
              </a:extLst>
            </p:cNvPr>
            <p:cNvSpPr/>
            <p:nvPr userDrawn="1"/>
          </p:nvSpPr>
          <p:spPr bwMode="auto">
            <a:xfrm>
              <a:off x="7021513" y="9977438"/>
              <a:ext cx="4178300" cy="1090613"/>
            </a:xfrm>
            <a:custGeom>
              <a:avLst/>
              <a:gdLst>
                <a:gd name="T0" fmla="*/ 751 w 855"/>
                <a:gd name="T1" fmla="*/ 0 h 223"/>
                <a:gd name="T2" fmla="*/ 0 w 855"/>
                <a:gd name="T3" fmla="*/ 0 h 223"/>
                <a:gd name="T4" fmla="*/ 0 w 855"/>
                <a:gd name="T5" fmla="*/ 3 h 223"/>
                <a:gd name="T6" fmla="*/ 751 w 855"/>
                <a:gd name="T7" fmla="*/ 3 h 223"/>
                <a:gd name="T8" fmla="*/ 852 w 855"/>
                <a:gd name="T9" fmla="*/ 105 h 223"/>
                <a:gd name="T10" fmla="*/ 852 w 855"/>
                <a:gd name="T11" fmla="*/ 223 h 223"/>
                <a:gd name="T12" fmla="*/ 854 w 855"/>
                <a:gd name="T13" fmla="*/ 223 h 223"/>
                <a:gd name="T14" fmla="*/ 855 w 855"/>
                <a:gd name="T15" fmla="*/ 223 h 223"/>
                <a:gd name="T16" fmla="*/ 855 w 855"/>
                <a:gd name="T17" fmla="*/ 105 h 223"/>
                <a:gd name="T18" fmla="*/ 751 w 855"/>
                <a:gd name="T19" fmla="*/ 0 h 2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55" h="223">
                  <a:moveTo>
                    <a:pt x="751" y="0"/>
                  </a:moveTo>
                  <a:cubicBezTo>
                    <a:pt x="0" y="0"/>
                    <a:pt x="0" y="0"/>
                    <a:pt x="0" y="0"/>
                  </a:cubicBezTo>
                  <a:cubicBezTo>
                    <a:pt x="0" y="3"/>
                    <a:pt x="0" y="3"/>
                    <a:pt x="0" y="3"/>
                  </a:cubicBezTo>
                  <a:cubicBezTo>
                    <a:pt x="751" y="3"/>
                    <a:pt x="751" y="3"/>
                    <a:pt x="751" y="3"/>
                  </a:cubicBezTo>
                  <a:cubicBezTo>
                    <a:pt x="807" y="3"/>
                    <a:pt x="852" y="49"/>
                    <a:pt x="852" y="105"/>
                  </a:cubicBezTo>
                  <a:cubicBezTo>
                    <a:pt x="852" y="223"/>
                    <a:pt x="852" y="223"/>
                    <a:pt x="852" y="223"/>
                  </a:cubicBezTo>
                  <a:cubicBezTo>
                    <a:pt x="853" y="223"/>
                    <a:pt x="853" y="223"/>
                    <a:pt x="854" y="223"/>
                  </a:cubicBezTo>
                  <a:cubicBezTo>
                    <a:pt x="854" y="223"/>
                    <a:pt x="855" y="223"/>
                    <a:pt x="855" y="223"/>
                  </a:cubicBezTo>
                  <a:cubicBezTo>
                    <a:pt x="855" y="105"/>
                    <a:pt x="855" y="105"/>
                    <a:pt x="855" y="105"/>
                  </a:cubicBezTo>
                  <a:cubicBezTo>
                    <a:pt x="855" y="47"/>
                    <a:pt x="808" y="0"/>
                    <a:pt x="751" y="0"/>
                  </a:cubicBezTo>
                </a:path>
              </a:pathLst>
            </a:custGeom>
            <a:grpFill/>
            <a:ln>
              <a:noFill/>
            </a:ln>
          </p:spPr>
          <p:txBody>
            <a:bodyPr/>
            <a:lstStyle/>
            <a:p>
              <a:pPr fontAlgn="auto"/>
              <a:endParaRPr lang="zh-CN" altLang="en-US" noProof="1"/>
            </a:p>
          </p:txBody>
        </p:sp>
        <p:sp>
          <p:nvSpPr>
            <p:cNvPr id="154" name="Freeform 221">
              <a:extLst>
                <a:ext uri="{FF2B5EF4-FFF2-40B4-BE49-F238E27FC236}">
                  <a16:creationId xmlns="" xmlns:a16="http://schemas.microsoft.com/office/drawing/2014/main" id="{066B28FA-F507-4F6A-866B-CBEEE43D6578}"/>
                </a:ext>
              </a:extLst>
            </p:cNvPr>
            <p:cNvSpPr/>
            <p:nvPr userDrawn="1"/>
          </p:nvSpPr>
          <p:spPr bwMode="auto">
            <a:xfrm>
              <a:off x="7021513" y="9840913"/>
              <a:ext cx="4335462" cy="885825"/>
            </a:xfrm>
            <a:custGeom>
              <a:avLst/>
              <a:gdLst>
                <a:gd name="T0" fmla="*/ 756 w 887"/>
                <a:gd name="T1" fmla="*/ 0 h 181"/>
                <a:gd name="T2" fmla="*/ 0 w 887"/>
                <a:gd name="T3" fmla="*/ 0 h 181"/>
                <a:gd name="T4" fmla="*/ 0 w 887"/>
                <a:gd name="T5" fmla="*/ 3 h 181"/>
                <a:gd name="T6" fmla="*/ 756 w 887"/>
                <a:gd name="T7" fmla="*/ 3 h 181"/>
                <a:gd name="T8" fmla="*/ 884 w 887"/>
                <a:gd name="T9" fmla="*/ 131 h 181"/>
                <a:gd name="T10" fmla="*/ 884 w 887"/>
                <a:gd name="T11" fmla="*/ 181 h 181"/>
                <a:gd name="T12" fmla="*/ 885 w 887"/>
                <a:gd name="T13" fmla="*/ 181 h 181"/>
                <a:gd name="T14" fmla="*/ 887 w 887"/>
                <a:gd name="T15" fmla="*/ 181 h 181"/>
                <a:gd name="T16" fmla="*/ 887 w 887"/>
                <a:gd name="T17" fmla="*/ 131 h 181"/>
                <a:gd name="T18" fmla="*/ 756 w 887"/>
                <a:gd name="T19" fmla="*/ 0 h 1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887" h="181">
                  <a:moveTo>
                    <a:pt x="756" y="0"/>
                  </a:moveTo>
                  <a:cubicBezTo>
                    <a:pt x="0" y="0"/>
                    <a:pt x="0" y="0"/>
                    <a:pt x="0" y="0"/>
                  </a:cubicBezTo>
                  <a:cubicBezTo>
                    <a:pt x="0" y="3"/>
                    <a:pt x="0" y="3"/>
                    <a:pt x="0" y="3"/>
                  </a:cubicBezTo>
                  <a:cubicBezTo>
                    <a:pt x="756" y="3"/>
                    <a:pt x="756" y="3"/>
                    <a:pt x="756" y="3"/>
                  </a:cubicBezTo>
                  <a:cubicBezTo>
                    <a:pt x="827" y="3"/>
                    <a:pt x="884" y="60"/>
                    <a:pt x="884" y="131"/>
                  </a:cubicBezTo>
                  <a:cubicBezTo>
                    <a:pt x="884" y="181"/>
                    <a:pt x="884" y="181"/>
                    <a:pt x="884" y="181"/>
                  </a:cubicBezTo>
                  <a:cubicBezTo>
                    <a:pt x="884" y="181"/>
                    <a:pt x="885" y="181"/>
                    <a:pt x="885" y="181"/>
                  </a:cubicBezTo>
                  <a:cubicBezTo>
                    <a:pt x="886" y="181"/>
                    <a:pt x="886" y="181"/>
                    <a:pt x="887" y="181"/>
                  </a:cubicBezTo>
                  <a:cubicBezTo>
                    <a:pt x="887" y="131"/>
                    <a:pt x="887" y="131"/>
                    <a:pt x="887" y="131"/>
                  </a:cubicBezTo>
                  <a:cubicBezTo>
                    <a:pt x="887" y="59"/>
                    <a:pt x="828" y="0"/>
                    <a:pt x="756" y="0"/>
                  </a:cubicBezTo>
                </a:path>
              </a:pathLst>
            </a:custGeom>
            <a:grpFill/>
            <a:ln>
              <a:noFill/>
            </a:ln>
          </p:spPr>
          <p:txBody>
            <a:bodyPr/>
            <a:lstStyle/>
            <a:p>
              <a:pPr fontAlgn="auto"/>
              <a:endParaRPr lang="zh-CN" altLang="en-US" noProof="1"/>
            </a:p>
          </p:txBody>
        </p:sp>
        <p:sp>
          <p:nvSpPr>
            <p:cNvPr id="155" name="Freeform 222">
              <a:extLst>
                <a:ext uri="{FF2B5EF4-FFF2-40B4-BE49-F238E27FC236}">
                  <a16:creationId xmlns="" xmlns:a16="http://schemas.microsoft.com/office/drawing/2014/main" id="{9BA823AC-0A54-4561-9AF2-6668DED5210E}"/>
                </a:ext>
              </a:extLst>
            </p:cNvPr>
            <p:cNvSpPr/>
            <p:nvPr userDrawn="1"/>
          </p:nvSpPr>
          <p:spPr bwMode="auto">
            <a:xfrm>
              <a:off x="7021513" y="9694863"/>
              <a:ext cx="4497387" cy="1168400"/>
            </a:xfrm>
            <a:custGeom>
              <a:avLst/>
              <a:gdLst>
                <a:gd name="T0" fmla="*/ 760 w 920"/>
                <a:gd name="T1" fmla="*/ 0 h 239"/>
                <a:gd name="T2" fmla="*/ 0 w 920"/>
                <a:gd name="T3" fmla="*/ 0 h 239"/>
                <a:gd name="T4" fmla="*/ 0 w 920"/>
                <a:gd name="T5" fmla="*/ 3 h 239"/>
                <a:gd name="T6" fmla="*/ 760 w 920"/>
                <a:gd name="T7" fmla="*/ 3 h 239"/>
                <a:gd name="T8" fmla="*/ 917 w 920"/>
                <a:gd name="T9" fmla="*/ 160 h 239"/>
                <a:gd name="T10" fmla="*/ 917 w 920"/>
                <a:gd name="T11" fmla="*/ 239 h 239"/>
                <a:gd name="T12" fmla="*/ 919 w 920"/>
                <a:gd name="T13" fmla="*/ 239 h 239"/>
                <a:gd name="T14" fmla="*/ 920 w 920"/>
                <a:gd name="T15" fmla="*/ 239 h 239"/>
                <a:gd name="T16" fmla="*/ 920 w 920"/>
                <a:gd name="T17" fmla="*/ 160 h 239"/>
                <a:gd name="T18" fmla="*/ 760 w 920"/>
                <a:gd name="T19" fmla="*/ 0 h 2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20" h="239">
                  <a:moveTo>
                    <a:pt x="760" y="0"/>
                  </a:moveTo>
                  <a:cubicBezTo>
                    <a:pt x="0" y="0"/>
                    <a:pt x="0" y="0"/>
                    <a:pt x="0" y="0"/>
                  </a:cubicBezTo>
                  <a:cubicBezTo>
                    <a:pt x="0" y="3"/>
                    <a:pt x="0" y="3"/>
                    <a:pt x="0" y="3"/>
                  </a:cubicBezTo>
                  <a:cubicBezTo>
                    <a:pt x="760" y="3"/>
                    <a:pt x="760" y="3"/>
                    <a:pt x="760" y="3"/>
                  </a:cubicBezTo>
                  <a:cubicBezTo>
                    <a:pt x="847" y="3"/>
                    <a:pt x="917" y="74"/>
                    <a:pt x="917" y="160"/>
                  </a:cubicBezTo>
                  <a:cubicBezTo>
                    <a:pt x="917" y="239"/>
                    <a:pt x="917" y="239"/>
                    <a:pt x="917" y="239"/>
                  </a:cubicBezTo>
                  <a:cubicBezTo>
                    <a:pt x="918" y="239"/>
                    <a:pt x="918" y="239"/>
                    <a:pt x="919" y="239"/>
                  </a:cubicBezTo>
                  <a:cubicBezTo>
                    <a:pt x="919" y="239"/>
                    <a:pt x="920" y="239"/>
                    <a:pt x="920" y="239"/>
                  </a:cubicBezTo>
                  <a:cubicBezTo>
                    <a:pt x="920" y="160"/>
                    <a:pt x="920" y="160"/>
                    <a:pt x="920" y="160"/>
                  </a:cubicBezTo>
                  <a:cubicBezTo>
                    <a:pt x="920" y="72"/>
                    <a:pt x="848" y="0"/>
                    <a:pt x="760" y="0"/>
                  </a:cubicBezTo>
                </a:path>
              </a:pathLst>
            </a:custGeom>
            <a:grpFill/>
            <a:ln>
              <a:noFill/>
            </a:ln>
          </p:spPr>
          <p:txBody>
            <a:bodyPr/>
            <a:lstStyle/>
            <a:p>
              <a:pPr fontAlgn="auto"/>
              <a:endParaRPr lang="zh-CN" altLang="en-US" noProof="1"/>
            </a:p>
          </p:txBody>
        </p:sp>
        <p:sp>
          <p:nvSpPr>
            <p:cNvPr id="156" name="Freeform 223">
              <a:extLst>
                <a:ext uri="{FF2B5EF4-FFF2-40B4-BE49-F238E27FC236}">
                  <a16:creationId xmlns="" xmlns:a16="http://schemas.microsoft.com/office/drawing/2014/main" id="{CD76A1BD-849B-40B9-8635-849C526453AC}"/>
                </a:ext>
              </a:extLst>
            </p:cNvPr>
            <p:cNvSpPr/>
            <p:nvPr userDrawn="1"/>
          </p:nvSpPr>
          <p:spPr bwMode="auto">
            <a:xfrm>
              <a:off x="7021513" y="9547225"/>
              <a:ext cx="4629150" cy="1731963"/>
            </a:xfrm>
            <a:custGeom>
              <a:avLst/>
              <a:gdLst>
                <a:gd name="T0" fmla="*/ 767 w 947"/>
                <a:gd name="T1" fmla="*/ 0 h 354"/>
                <a:gd name="T2" fmla="*/ 0 w 947"/>
                <a:gd name="T3" fmla="*/ 0 h 354"/>
                <a:gd name="T4" fmla="*/ 0 w 947"/>
                <a:gd name="T5" fmla="*/ 3 h 354"/>
                <a:gd name="T6" fmla="*/ 767 w 947"/>
                <a:gd name="T7" fmla="*/ 3 h 354"/>
                <a:gd name="T8" fmla="*/ 943 w 947"/>
                <a:gd name="T9" fmla="*/ 180 h 354"/>
                <a:gd name="T10" fmla="*/ 943 w 947"/>
                <a:gd name="T11" fmla="*/ 354 h 354"/>
                <a:gd name="T12" fmla="*/ 945 w 947"/>
                <a:gd name="T13" fmla="*/ 353 h 354"/>
                <a:gd name="T14" fmla="*/ 947 w 947"/>
                <a:gd name="T15" fmla="*/ 354 h 354"/>
                <a:gd name="T16" fmla="*/ 947 w 947"/>
                <a:gd name="T17" fmla="*/ 180 h 354"/>
                <a:gd name="T18" fmla="*/ 767 w 947"/>
                <a:gd name="T19" fmla="*/ 0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947" h="354">
                  <a:moveTo>
                    <a:pt x="767" y="0"/>
                  </a:moveTo>
                  <a:cubicBezTo>
                    <a:pt x="0" y="0"/>
                    <a:pt x="0" y="0"/>
                    <a:pt x="0" y="0"/>
                  </a:cubicBezTo>
                  <a:cubicBezTo>
                    <a:pt x="0" y="3"/>
                    <a:pt x="0" y="3"/>
                    <a:pt x="0" y="3"/>
                  </a:cubicBezTo>
                  <a:cubicBezTo>
                    <a:pt x="767" y="3"/>
                    <a:pt x="767" y="3"/>
                    <a:pt x="767" y="3"/>
                  </a:cubicBezTo>
                  <a:cubicBezTo>
                    <a:pt x="864" y="3"/>
                    <a:pt x="943" y="82"/>
                    <a:pt x="943" y="180"/>
                  </a:cubicBezTo>
                  <a:cubicBezTo>
                    <a:pt x="943" y="354"/>
                    <a:pt x="943" y="354"/>
                    <a:pt x="943" y="354"/>
                  </a:cubicBezTo>
                  <a:cubicBezTo>
                    <a:pt x="944" y="353"/>
                    <a:pt x="945" y="353"/>
                    <a:pt x="945" y="353"/>
                  </a:cubicBezTo>
                  <a:cubicBezTo>
                    <a:pt x="946" y="353"/>
                    <a:pt x="946" y="353"/>
                    <a:pt x="947" y="354"/>
                  </a:cubicBezTo>
                  <a:cubicBezTo>
                    <a:pt x="947" y="180"/>
                    <a:pt x="947" y="180"/>
                    <a:pt x="947" y="180"/>
                  </a:cubicBezTo>
                  <a:cubicBezTo>
                    <a:pt x="947" y="81"/>
                    <a:pt x="866" y="0"/>
                    <a:pt x="767" y="0"/>
                  </a:cubicBezTo>
                </a:path>
              </a:pathLst>
            </a:custGeom>
            <a:grpFill/>
            <a:ln>
              <a:noFill/>
            </a:ln>
          </p:spPr>
          <p:txBody>
            <a:bodyPr/>
            <a:lstStyle/>
            <a:p>
              <a:pPr fontAlgn="auto"/>
              <a:endParaRPr lang="zh-CN" altLang="en-US" noProof="1"/>
            </a:p>
          </p:txBody>
        </p:sp>
        <p:sp>
          <p:nvSpPr>
            <p:cNvPr id="157" name="Freeform 224">
              <a:extLst>
                <a:ext uri="{FF2B5EF4-FFF2-40B4-BE49-F238E27FC236}">
                  <a16:creationId xmlns="" xmlns:a16="http://schemas.microsoft.com/office/drawing/2014/main" id="{2A0EB56E-B765-4A6E-9CB1-93948BBDAD6D}"/>
                </a:ext>
              </a:extLst>
            </p:cNvPr>
            <p:cNvSpPr>
              <a:spLocks noEditPoints="1"/>
            </p:cNvSpPr>
            <p:nvPr userDrawn="1"/>
          </p:nvSpPr>
          <p:spPr bwMode="auto">
            <a:xfrm>
              <a:off x="11152188" y="11068050"/>
              <a:ext cx="82550" cy="84138"/>
            </a:xfrm>
            <a:custGeom>
              <a:avLst/>
              <a:gdLst>
                <a:gd name="T0" fmla="*/ 9 w 17"/>
                <a:gd name="T1" fmla="*/ 14 h 17"/>
                <a:gd name="T2" fmla="*/ 3 w 17"/>
                <a:gd name="T3" fmla="*/ 8 h 17"/>
                <a:gd name="T4" fmla="*/ 9 w 17"/>
                <a:gd name="T5" fmla="*/ 3 h 17"/>
                <a:gd name="T6" fmla="*/ 14 w 17"/>
                <a:gd name="T7" fmla="*/ 8 h 17"/>
                <a:gd name="T8" fmla="*/ 9 w 17"/>
                <a:gd name="T9" fmla="*/ 14 h 17"/>
                <a:gd name="T10" fmla="*/ 9 w 17"/>
                <a:gd name="T11" fmla="*/ 0 h 17"/>
                <a:gd name="T12" fmla="*/ 7 w 17"/>
                <a:gd name="T13" fmla="*/ 0 h 17"/>
                <a:gd name="T14" fmla="*/ 0 w 17"/>
                <a:gd name="T15" fmla="*/ 8 h 17"/>
                <a:gd name="T16" fmla="*/ 9 w 17"/>
                <a:gd name="T17" fmla="*/ 17 h 17"/>
                <a:gd name="T18" fmla="*/ 17 w 17"/>
                <a:gd name="T19" fmla="*/ 8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8"/>
                  </a:cubicBezTo>
                  <a:cubicBezTo>
                    <a:pt x="3" y="5"/>
                    <a:pt x="6" y="3"/>
                    <a:pt x="9" y="3"/>
                  </a:cubicBezTo>
                  <a:cubicBezTo>
                    <a:pt x="12" y="3"/>
                    <a:pt x="14" y="5"/>
                    <a:pt x="14" y="8"/>
                  </a:cubicBezTo>
                  <a:cubicBezTo>
                    <a:pt x="14" y="11"/>
                    <a:pt x="12" y="14"/>
                    <a:pt x="9" y="14"/>
                  </a:cubicBezTo>
                  <a:moveTo>
                    <a:pt x="9" y="0"/>
                  </a:moveTo>
                  <a:cubicBezTo>
                    <a:pt x="8" y="0"/>
                    <a:pt x="8" y="0"/>
                    <a:pt x="7" y="0"/>
                  </a:cubicBezTo>
                  <a:cubicBezTo>
                    <a:pt x="3" y="1"/>
                    <a:pt x="0" y="4"/>
                    <a:pt x="0" y="8"/>
                  </a:cubicBezTo>
                  <a:cubicBezTo>
                    <a:pt x="0" y="13"/>
                    <a:pt x="4" y="17"/>
                    <a:pt x="9" y="17"/>
                  </a:cubicBezTo>
                  <a:cubicBezTo>
                    <a:pt x="13" y="17"/>
                    <a:pt x="17" y="13"/>
                    <a:pt x="17" y="8"/>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58" name="Freeform 225">
              <a:extLst>
                <a:ext uri="{FF2B5EF4-FFF2-40B4-BE49-F238E27FC236}">
                  <a16:creationId xmlns="" xmlns:a16="http://schemas.microsoft.com/office/drawing/2014/main" id="{8C224592-BDF6-4F7C-8D70-391E726A53BB}"/>
                </a:ext>
              </a:extLst>
            </p:cNvPr>
            <p:cNvSpPr>
              <a:spLocks noEditPoints="1"/>
            </p:cNvSpPr>
            <p:nvPr userDrawn="1"/>
          </p:nvSpPr>
          <p:spPr bwMode="auto">
            <a:xfrm>
              <a:off x="11307763" y="10726738"/>
              <a:ext cx="84137" cy="82550"/>
            </a:xfrm>
            <a:custGeom>
              <a:avLst/>
              <a:gdLst>
                <a:gd name="T0" fmla="*/ 8 w 17"/>
                <a:gd name="T1" fmla="*/ 14 h 17"/>
                <a:gd name="T2" fmla="*/ 3 w 17"/>
                <a:gd name="T3" fmla="*/ 9 h 17"/>
                <a:gd name="T4" fmla="*/ 8 w 17"/>
                <a:gd name="T5" fmla="*/ 3 h 17"/>
                <a:gd name="T6" fmla="*/ 14 w 17"/>
                <a:gd name="T7" fmla="*/ 9 h 17"/>
                <a:gd name="T8" fmla="*/ 8 w 17"/>
                <a:gd name="T9" fmla="*/ 14 h 17"/>
                <a:gd name="T10" fmla="*/ 8 w 17"/>
                <a:gd name="T11" fmla="*/ 0 h 17"/>
                <a:gd name="T12" fmla="*/ 7 w 17"/>
                <a:gd name="T13" fmla="*/ 0 h 17"/>
                <a:gd name="T14" fmla="*/ 0 w 17"/>
                <a:gd name="T15" fmla="*/ 9 h 17"/>
                <a:gd name="T16" fmla="*/ 8 w 17"/>
                <a:gd name="T17" fmla="*/ 17 h 17"/>
                <a:gd name="T18" fmla="*/ 17 w 17"/>
                <a:gd name="T19" fmla="*/ 9 h 17"/>
                <a:gd name="T20" fmla="*/ 10 w 17"/>
                <a:gd name="T21" fmla="*/ 0 h 17"/>
                <a:gd name="T22" fmla="*/ 8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8" y="14"/>
                  </a:moveTo>
                  <a:cubicBezTo>
                    <a:pt x="5" y="14"/>
                    <a:pt x="3" y="12"/>
                    <a:pt x="3" y="9"/>
                  </a:cubicBezTo>
                  <a:cubicBezTo>
                    <a:pt x="3" y="6"/>
                    <a:pt x="5" y="3"/>
                    <a:pt x="8" y="3"/>
                  </a:cubicBezTo>
                  <a:cubicBezTo>
                    <a:pt x="11" y="3"/>
                    <a:pt x="14" y="6"/>
                    <a:pt x="14" y="9"/>
                  </a:cubicBezTo>
                  <a:cubicBezTo>
                    <a:pt x="14" y="12"/>
                    <a:pt x="11" y="14"/>
                    <a:pt x="8" y="14"/>
                  </a:cubicBezTo>
                  <a:moveTo>
                    <a:pt x="8" y="0"/>
                  </a:moveTo>
                  <a:cubicBezTo>
                    <a:pt x="8" y="0"/>
                    <a:pt x="7" y="0"/>
                    <a:pt x="7" y="0"/>
                  </a:cubicBezTo>
                  <a:cubicBezTo>
                    <a:pt x="3" y="1"/>
                    <a:pt x="0" y="5"/>
                    <a:pt x="0" y="9"/>
                  </a:cubicBezTo>
                  <a:cubicBezTo>
                    <a:pt x="0" y="13"/>
                    <a:pt x="4" y="17"/>
                    <a:pt x="8" y="17"/>
                  </a:cubicBezTo>
                  <a:cubicBezTo>
                    <a:pt x="13" y="17"/>
                    <a:pt x="17" y="13"/>
                    <a:pt x="17" y="9"/>
                  </a:cubicBezTo>
                  <a:cubicBezTo>
                    <a:pt x="17" y="5"/>
                    <a:pt x="14" y="1"/>
                    <a:pt x="10" y="0"/>
                  </a:cubicBezTo>
                  <a:cubicBezTo>
                    <a:pt x="9" y="0"/>
                    <a:pt x="9" y="0"/>
                    <a:pt x="8" y="0"/>
                  </a:cubicBezTo>
                </a:path>
              </a:pathLst>
            </a:custGeom>
            <a:grpFill/>
            <a:ln>
              <a:noFill/>
            </a:ln>
          </p:spPr>
          <p:txBody>
            <a:bodyPr/>
            <a:lstStyle/>
            <a:p>
              <a:pPr fontAlgn="auto"/>
              <a:endParaRPr lang="zh-CN" altLang="en-US" noProof="1"/>
            </a:p>
          </p:txBody>
        </p:sp>
        <p:sp>
          <p:nvSpPr>
            <p:cNvPr id="159" name="Freeform 226">
              <a:extLst>
                <a:ext uri="{FF2B5EF4-FFF2-40B4-BE49-F238E27FC236}">
                  <a16:creationId xmlns="" xmlns:a16="http://schemas.microsoft.com/office/drawing/2014/main" id="{643D17BB-AB5D-40B5-B26F-B16C717896EA}"/>
                </a:ext>
              </a:extLst>
            </p:cNvPr>
            <p:cNvSpPr>
              <a:spLocks noEditPoints="1"/>
            </p:cNvSpPr>
            <p:nvPr userDrawn="1"/>
          </p:nvSpPr>
          <p:spPr bwMode="auto">
            <a:xfrm>
              <a:off x="11469688" y="10863263"/>
              <a:ext cx="82550" cy="82550"/>
            </a:xfrm>
            <a:custGeom>
              <a:avLst/>
              <a:gdLst>
                <a:gd name="T0" fmla="*/ 9 w 17"/>
                <a:gd name="T1" fmla="*/ 14 h 17"/>
                <a:gd name="T2" fmla="*/ 3 w 17"/>
                <a:gd name="T3" fmla="*/ 9 h 17"/>
                <a:gd name="T4" fmla="*/ 9 w 17"/>
                <a:gd name="T5" fmla="*/ 3 h 17"/>
                <a:gd name="T6" fmla="*/ 14 w 17"/>
                <a:gd name="T7" fmla="*/ 9 h 17"/>
                <a:gd name="T8" fmla="*/ 9 w 17"/>
                <a:gd name="T9" fmla="*/ 14 h 17"/>
                <a:gd name="T10" fmla="*/ 9 w 17"/>
                <a:gd name="T11" fmla="*/ 0 h 17"/>
                <a:gd name="T12" fmla="*/ 7 w 17"/>
                <a:gd name="T13" fmla="*/ 0 h 17"/>
                <a:gd name="T14" fmla="*/ 0 w 17"/>
                <a:gd name="T15" fmla="*/ 9 h 17"/>
                <a:gd name="T16" fmla="*/ 9 w 17"/>
                <a:gd name="T17" fmla="*/ 17 h 17"/>
                <a:gd name="T18" fmla="*/ 17 w 17"/>
                <a:gd name="T19" fmla="*/ 9 h 17"/>
                <a:gd name="T20" fmla="*/ 10 w 17"/>
                <a:gd name="T21" fmla="*/ 0 h 17"/>
                <a:gd name="T22" fmla="*/ 9 w 17"/>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7" h="17">
                  <a:moveTo>
                    <a:pt x="9" y="14"/>
                  </a:moveTo>
                  <a:cubicBezTo>
                    <a:pt x="6" y="14"/>
                    <a:pt x="3" y="11"/>
                    <a:pt x="3" y="9"/>
                  </a:cubicBezTo>
                  <a:cubicBezTo>
                    <a:pt x="3" y="6"/>
                    <a:pt x="6" y="3"/>
                    <a:pt x="9" y="3"/>
                  </a:cubicBezTo>
                  <a:cubicBezTo>
                    <a:pt x="12" y="3"/>
                    <a:pt x="14" y="6"/>
                    <a:pt x="14" y="9"/>
                  </a:cubicBezTo>
                  <a:cubicBezTo>
                    <a:pt x="14" y="11"/>
                    <a:pt x="12" y="14"/>
                    <a:pt x="9" y="14"/>
                  </a:cubicBezTo>
                  <a:moveTo>
                    <a:pt x="9" y="0"/>
                  </a:moveTo>
                  <a:cubicBezTo>
                    <a:pt x="8" y="0"/>
                    <a:pt x="8" y="0"/>
                    <a:pt x="7" y="0"/>
                  </a:cubicBezTo>
                  <a:cubicBezTo>
                    <a:pt x="3" y="1"/>
                    <a:pt x="0" y="4"/>
                    <a:pt x="0" y="9"/>
                  </a:cubicBezTo>
                  <a:cubicBezTo>
                    <a:pt x="0" y="13"/>
                    <a:pt x="4" y="17"/>
                    <a:pt x="9" y="17"/>
                  </a:cubicBezTo>
                  <a:cubicBezTo>
                    <a:pt x="13" y="17"/>
                    <a:pt x="17" y="13"/>
                    <a:pt x="17" y="9"/>
                  </a:cubicBezTo>
                  <a:cubicBezTo>
                    <a:pt x="17" y="4"/>
                    <a:pt x="14" y="1"/>
                    <a:pt x="10" y="0"/>
                  </a:cubicBezTo>
                  <a:cubicBezTo>
                    <a:pt x="10" y="0"/>
                    <a:pt x="9" y="0"/>
                    <a:pt x="9" y="0"/>
                  </a:cubicBezTo>
                </a:path>
              </a:pathLst>
            </a:custGeom>
            <a:grpFill/>
            <a:ln>
              <a:noFill/>
            </a:ln>
          </p:spPr>
          <p:txBody>
            <a:bodyPr/>
            <a:lstStyle/>
            <a:p>
              <a:pPr fontAlgn="auto"/>
              <a:endParaRPr lang="zh-CN" altLang="en-US" noProof="1"/>
            </a:p>
          </p:txBody>
        </p:sp>
        <p:sp>
          <p:nvSpPr>
            <p:cNvPr id="160" name="Freeform 227">
              <a:extLst>
                <a:ext uri="{FF2B5EF4-FFF2-40B4-BE49-F238E27FC236}">
                  <a16:creationId xmlns="" xmlns:a16="http://schemas.microsoft.com/office/drawing/2014/main" id="{B15EAFBD-9DE6-430C-9E4C-0D0EC0E1350A}"/>
                </a:ext>
              </a:extLst>
            </p:cNvPr>
            <p:cNvSpPr>
              <a:spLocks noEditPoints="1"/>
            </p:cNvSpPr>
            <p:nvPr userDrawn="1"/>
          </p:nvSpPr>
          <p:spPr bwMode="auto">
            <a:xfrm>
              <a:off x="11596688" y="11274425"/>
              <a:ext cx="87312" cy="87313"/>
            </a:xfrm>
            <a:custGeom>
              <a:avLst/>
              <a:gdLst>
                <a:gd name="T0" fmla="*/ 9 w 18"/>
                <a:gd name="T1" fmla="*/ 14 h 18"/>
                <a:gd name="T2" fmla="*/ 4 w 18"/>
                <a:gd name="T3" fmla="*/ 9 h 18"/>
                <a:gd name="T4" fmla="*/ 9 w 18"/>
                <a:gd name="T5" fmla="*/ 4 h 18"/>
                <a:gd name="T6" fmla="*/ 14 w 18"/>
                <a:gd name="T7" fmla="*/ 9 h 18"/>
                <a:gd name="T8" fmla="*/ 9 w 18"/>
                <a:gd name="T9" fmla="*/ 14 h 18"/>
                <a:gd name="T10" fmla="*/ 9 w 18"/>
                <a:gd name="T11" fmla="*/ 0 h 18"/>
                <a:gd name="T12" fmla="*/ 7 w 18"/>
                <a:gd name="T13" fmla="*/ 1 h 18"/>
                <a:gd name="T14" fmla="*/ 0 w 18"/>
                <a:gd name="T15" fmla="*/ 9 h 18"/>
                <a:gd name="T16" fmla="*/ 9 w 18"/>
                <a:gd name="T17" fmla="*/ 18 h 18"/>
                <a:gd name="T18" fmla="*/ 18 w 18"/>
                <a:gd name="T19" fmla="*/ 9 h 18"/>
                <a:gd name="T20" fmla="*/ 11 w 18"/>
                <a:gd name="T21" fmla="*/ 1 h 18"/>
                <a:gd name="T22" fmla="*/ 9 w 18"/>
                <a:gd name="T23" fmla="*/ 0 h 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8">
                  <a:moveTo>
                    <a:pt x="9" y="14"/>
                  </a:moveTo>
                  <a:cubicBezTo>
                    <a:pt x="6" y="14"/>
                    <a:pt x="4" y="12"/>
                    <a:pt x="4" y="9"/>
                  </a:cubicBezTo>
                  <a:cubicBezTo>
                    <a:pt x="4" y="6"/>
                    <a:pt x="6" y="4"/>
                    <a:pt x="9" y="4"/>
                  </a:cubicBezTo>
                  <a:cubicBezTo>
                    <a:pt x="12" y="4"/>
                    <a:pt x="14" y="6"/>
                    <a:pt x="14" y="9"/>
                  </a:cubicBezTo>
                  <a:cubicBezTo>
                    <a:pt x="14" y="12"/>
                    <a:pt x="12" y="14"/>
                    <a:pt x="9" y="14"/>
                  </a:cubicBezTo>
                  <a:moveTo>
                    <a:pt x="9" y="0"/>
                  </a:moveTo>
                  <a:cubicBezTo>
                    <a:pt x="9" y="0"/>
                    <a:pt x="8" y="0"/>
                    <a:pt x="7" y="1"/>
                  </a:cubicBezTo>
                  <a:cubicBezTo>
                    <a:pt x="4" y="1"/>
                    <a:pt x="0" y="5"/>
                    <a:pt x="0" y="9"/>
                  </a:cubicBezTo>
                  <a:cubicBezTo>
                    <a:pt x="0" y="14"/>
                    <a:pt x="4" y="18"/>
                    <a:pt x="9" y="18"/>
                  </a:cubicBezTo>
                  <a:cubicBezTo>
                    <a:pt x="14" y="18"/>
                    <a:pt x="18" y="14"/>
                    <a:pt x="18" y="9"/>
                  </a:cubicBezTo>
                  <a:cubicBezTo>
                    <a:pt x="18" y="5"/>
                    <a:pt x="15" y="1"/>
                    <a:pt x="11" y="1"/>
                  </a:cubicBezTo>
                  <a:cubicBezTo>
                    <a:pt x="10" y="0"/>
                    <a:pt x="10" y="0"/>
                    <a:pt x="9" y="0"/>
                  </a:cubicBezTo>
                </a:path>
              </a:pathLst>
            </a:custGeom>
            <a:grpFill/>
            <a:ln>
              <a:noFill/>
            </a:ln>
          </p:spPr>
          <p:txBody>
            <a:bodyPr/>
            <a:lstStyle/>
            <a:p>
              <a:pPr fontAlgn="auto"/>
              <a:endParaRPr lang="zh-CN" altLang="en-US" noProof="1"/>
            </a:p>
          </p:txBody>
        </p:sp>
        <p:sp>
          <p:nvSpPr>
            <p:cNvPr id="161" name="Freeform 228">
              <a:extLst>
                <a:ext uri="{FF2B5EF4-FFF2-40B4-BE49-F238E27FC236}">
                  <a16:creationId xmlns="" xmlns:a16="http://schemas.microsoft.com/office/drawing/2014/main" id="{1EE8533E-7B34-4C1A-9D4C-F3F650020B8E}"/>
                </a:ext>
              </a:extLst>
            </p:cNvPr>
            <p:cNvSpPr/>
            <p:nvPr userDrawn="1"/>
          </p:nvSpPr>
          <p:spPr bwMode="auto">
            <a:xfrm>
              <a:off x="7026275" y="9283700"/>
              <a:ext cx="4897437" cy="19050"/>
            </a:xfrm>
            <a:custGeom>
              <a:avLst/>
              <a:gdLst>
                <a:gd name="T0" fmla="*/ 1002 w 1002"/>
                <a:gd name="T1" fmla="*/ 0 h 4"/>
                <a:gd name="T2" fmla="*/ 0 w 1002"/>
                <a:gd name="T3" fmla="*/ 0 h 4"/>
                <a:gd name="T4" fmla="*/ 0 w 1002"/>
                <a:gd name="T5" fmla="*/ 4 h 4"/>
                <a:gd name="T6" fmla="*/ 1002 w 1002"/>
                <a:gd name="T7" fmla="*/ 4 h 4"/>
                <a:gd name="T8" fmla="*/ 1001 w 1002"/>
                <a:gd name="T9" fmla="*/ 2 h 4"/>
                <a:gd name="T10" fmla="*/ 1002 w 1002"/>
                <a:gd name="T11" fmla="*/ 0 h 4"/>
              </a:gdLst>
              <a:ahLst/>
              <a:cxnLst>
                <a:cxn ang="0">
                  <a:pos x="T0" y="T1"/>
                </a:cxn>
                <a:cxn ang="0">
                  <a:pos x="T2" y="T3"/>
                </a:cxn>
                <a:cxn ang="0">
                  <a:pos x="T4" y="T5"/>
                </a:cxn>
                <a:cxn ang="0">
                  <a:pos x="T6" y="T7"/>
                </a:cxn>
                <a:cxn ang="0">
                  <a:pos x="T8" y="T9"/>
                </a:cxn>
                <a:cxn ang="0">
                  <a:pos x="T10" y="T11"/>
                </a:cxn>
              </a:cxnLst>
              <a:rect l="0" t="0" r="r" b="b"/>
              <a:pathLst>
                <a:path w="1002" h="4">
                  <a:moveTo>
                    <a:pt x="1002" y="0"/>
                  </a:moveTo>
                  <a:cubicBezTo>
                    <a:pt x="0" y="0"/>
                    <a:pt x="0" y="0"/>
                    <a:pt x="0" y="0"/>
                  </a:cubicBezTo>
                  <a:cubicBezTo>
                    <a:pt x="0" y="4"/>
                    <a:pt x="0" y="4"/>
                    <a:pt x="0" y="4"/>
                  </a:cubicBezTo>
                  <a:cubicBezTo>
                    <a:pt x="1002" y="4"/>
                    <a:pt x="1002" y="4"/>
                    <a:pt x="1002" y="4"/>
                  </a:cubicBezTo>
                  <a:cubicBezTo>
                    <a:pt x="1001" y="3"/>
                    <a:pt x="1001" y="3"/>
                    <a:pt x="1001" y="2"/>
                  </a:cubicBezTo>
                  <a:cubicBezTo>
                    <a:pt x="1001" y="2"/>
                    <a:pt x="1001" y="1"/>
                    <a:pt x="1002" y="0"/>
                  </a:cubicBezTo>
                </a:path>
              </a:pathLst>
            </a:custGeom>
            <a:grpFill/>
            <a:ln>
              <a:noFill/>
            </a:ln>
          </p:spPr>
          <p:txBody>
            <a:bodyPr/>
            <a:lstStyle/>
            <a:p>
              <a:pPr fontAlgn="auto"/>
              <a:endParaRPr lang="zh-CN" altLang="en-US" noProof="1"/>
            </a:p>
          </p:txBody>
        </p:sp>
        <p:sp>
          <p:nvSpPr>
            <p:cNvPr id="162" name="Freeform 229">
              <a:extLst>
                <a:ext uri="{FF2B5EF4-FFF2-40B4-BE49-F238E27FC236}">
                  <a16:creationId xmlns="" xmlns:a16="http://schemas.microsoft.com/office/drawing/2014/main" id="{AA8EB42A-15EF-4218-9E89-09E076600191}"/>
                </a:ext>
              </a:extLst>
            </p:cNvPr>
            <p:cNvSpPr/>
            <p:nvPr userDrawn="1"/>
          </p:nvSpPr>
          <p:spPr bwMode="auto">
            <a:xfrm>
              <a:off x="7011988" y="9415463"/>
              <a:ext cx="5318125" cy="19050"/>
            </a:xfrm>
            <a:custGeom>
              <a:avLst/>
              <a:gdLst>
                <a:gd name="T0" fmla="*/ 1088 w 1088"/>
                <a:gd name="T1" fmla="*/ 0 h 4"/>
                <a:gd name="T2" fmla="*/ 0 w 1088"/>
                <a:gd name="T3" fmla="*/ 0 h 4"/>
                <a:gd name="T4" fmla="*/ 0 w 1088"/>
                <a:gd name="T5" fmla="*/ 4 h 4"/>
                <a:gd name="T6" fmla="*/ 1088 w 1088"/>
                <a:gd name="T7" fmla="*/ 4 h 4"/>
                <a:gd name="T8" fmla="*/ 1087 w 1088"/>
                <a:gd name="T9" fmla="*/ 2 h 4"/>
                <a:gd name="T10" fmla="*/ 1088 w 1088"/>
                <a:gd name="T11" fmla="*/ 0 h 4"/>
              </a:gdLst>
              <a:ahLst/>
              <a:cxnLst>
                <a:cxn ang="0">
                  <a:pos x="T0" y="T1"/>
                </a:cxn>
                <a:cxn ang="0">
                  <a:pos x="T2" y="T3"/>
                </a:cxn>
                <a:cxn ang="0">
                  <a:pos x="T4" y="T5"/>
                </a:cxn>
                <a:cxn ang="0">
                  <a:pos x="T6" y="T7"/>
                </a:cxn>
                <a:cxn ang="0">
                  <a:pos x="T8" y="T9"/>
                </a:cxn>
                <a:cxn ang="0">
                  <a:pos x="T10" y="T11"/>
                </a:cxn>
              </a:cxnLst>
              <a:rect l="0" t="0" r="r" b="b"/>
              <a:pathLst>
                <a:path w="1088" h="4">
                  <a:moveTo>
                    <a:pt x="1088" y="0"/>
                  </a:moveTo>
                  <a:cubicBezTo>
                    <a:pt x="0" y="0"/>
                    <a:pt x="0" y="0"/>
                    <a:pt x="0" y="0"/>
                  </a:cubicBezTo>
                  <a:cubicBezTo>
                    <a:pt x="0" y="4"/>
                    <a:pt x="0" y="4"/>
                    <a:pt x="0" y="4"/>
                  </a:cubicBezTo>
                  <a:cubicBezTo>
                    <a:pt x="1088" y="4"/>
                    <a:pt x="1088" y="4"/>
                    <a:pt x="1088" y="4"/>
                  </a:cubicBezTo>
                  <a:cubicBezTo>
                    <a:pt x="1087" y="3"/>
                    <a:pt x="1087" y="3"/>
                    <a:pt x="1087" y="2"/>
                  </a:cubicBezTo>
                  <a:cubicBezTo>
                    <a:pt x="1087" y="2"/>
                    <a:pt x="1087" y="1"/>
                    <a:pt x="1088" y="0"/>
                  </a:cubicBezTo>
                </a:path>
              </a:pathLst>
            </a:custGeom>
            <a:grpFill/>
            <a:ln>
              <a:noFill/>
            </a:ln>
          </p:spPr>
          <p:txBody>
            <a:bodyPr/>
            <a:lstStyle/>
            <a:p>
              <a:pPr fontAlgn="auto"/>
              <a:endParaRPr lang="zh-CN" altLang="en-US" noProof="1"/>
            </a:p>
          </p:txBody>
        </p:sp>
        <p:sp>
          <p:nvSpPr>
            <p:cNvPr id="163" name="Freeform 230">
              <a:extLst>
                <a:ext uri="{FF2B5EF4-FFF2-40B4-BE49-F238E27FC236}">
                  <a16:creationId xmlns="" xmlns:a16="http://schemas.microsoft.com/office/drawing/2014/main" id="{F00CE7C7-86EA-4002-BE71-087D77E8B173}"/>
                </a:ext>
              </a:extLst>
            </p:cNvPr>
            <p:cNvSpPr>
              <a:spLocks noEditPoints="1"/>
            </p:cNvSpPr>
            <p:nvPr userDrawn="1"/>
          </p:nvSpPr>
          <p:spPr bwMode="auto">
            <a:xfrm>
              <a:off x="11918950" y="9253538"/>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sp>
          <p:nvSpPr>
            <p:cNvPr id="164" name="Freeform 231">
              <a:extLst>
                <a:ext uri="{FF2B5EF4-FFF2-40B4-BE49-F238E27FC236}">
                  <a16:creationId xmlns="" xmlns:a16="http://schemas.microsoft.com/office/drawing/2014/main" id="{E3C7619A-36B1-4B70-8DF7-CCC35E451F7E}"/>
                </a:ext>
              </a:extLst>
            </p:cNvPr>
            <p:cNvSpPr>
              <a:spLocks noEditPoints="1"/>
            </p:cNvSpPr>
            <p:nvPr userDrawn="1"/>
          </p:nvSpPr>
          <p:spPr bwMode="auto">
            <a:xfrm>
              <a:off x="12325350" y="9385300"/>
              <a:ext cx="87312" cy="84138"/>
            </a:xfrm>
            <a:custGeom>
              <a:avLst/>
              <a:gdLst>
                <a:gd name="T0" fmla="*/ 9 w 18"/>
                <a:gd name="T1" fmla="*/ 13 h 17"/>
                <a:gd name="T2" fmla="*/ 4 w 18"/>
                <a:gd name="T3" fmla="*/ 8 h 17"/>
                <a:gd name="T4" fmla="*/ 9 w 18"/>
                <a:gd name="T5" fmla="*/ 3 h 17"/>
                <a:gd name="T6" fmla="*/ 14 w 18"/>
                <a:gd name="T7" fmla="*/ 8 h 17"/>
                <a:gd name="T8" fmla="*/ 9 w 18"/>
                <a:gd name="T9" fmla="*/ 13 h 17"/>
                <a:gd name="T10" fmla="*/ 9 w 18"/>
                <a:gd name="T11" fmla="*/ 0 h 17"/>
                <a:gd name="T12" fmla="*/ 1 w 18"/>
                <a:gd name="T13" fmla="*/ 6 h 17"/>
                <a:gd name="T14" fmla="*/ 0 w 18"/>
                <a:gd name="T15" fmla="*/ 8 h 17"/>
                <a:gd name="T16" fmla="*/ 1 w 18"/>
                <a:gd name="T17" fmla="*/ 10 h 17"/>
                <a:gd name="T18" fmla="*/ 9 w 18"/>
                <a:gd name="T19" fmla="*/ 17 h 17"/>
                <a:gd name="T20" fmla="*/ 18 w 18"/>
                <a:gd name="T21" fmla="*/ 8 h 17"/>
                <a:gd name="T22" fmla="*/ 9 w 18"/>
                <a:gd name="T23" fmla="*/ 0 h 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 h="17">
                  <a:moveTo>
                    <a:pt x="9" y="13"/>
                  </a:moveTo>
                  <a:cubicBezTo>
                    <a:pt x="6" y="13"/>
                    <a:pt x="4" y="11"/>
                    <a:pt x="4" y="8"/>
                  </a:cubicBezTo>
                  <a:cubicBezTo>
                    <a:pt x="4" y="5"/>
                    <a:pt x="6" y="3"/>
                    <a:pt x="9" y="3"/>
                  </a:cubicBezTo>
                  <a:cubicBezTo>
                    <a:pt x="12" y="3"/>
                    <a:pt x="14" y="5"/>
                    <a:pt x="14" y="8"/>
                  </a:cubicBezTo>
                  <a:cubicBezTo>
                    <a:pt x="14" y="11"/>
                    <a:pt x="12" y="13"/>
                    <a:pt x="9" y="13"/>
                  </a:cubicBezTo>
                  <a:moveTo>
                    <a:pt x="9" y="0"/>
                  </a:moveTo>
                  <a:cubicBezTo>
                    <a:pt x="5" y="0"/>
                    <a:pt x="1" y="3"/>
                    <a:pt x="1" y="6"/>
                  </a:cubicBezTo>
                  <a:cubicBezTo>
                    <a:pt x="0" y="7"/>
                    <a:pt x="0" y="8"/>
                    <a:pt x="0" y="8"/>
                  </a:cubicBezTo>
                  <a:cubicBezTo>
                    <a:pt x="0" y="9"/>
                    <a:pt x="0" y="9"/>
                    <a:pt x="1" y="10"/>
                  </a:cubicBezTo>
                  <a:cubicBezTo>
                    <a:pt x="1" y="14"/>
                    <a:pt x="5" y="17"/>
                    <a:pt x="9" y="17"/>
                  </a:cubicBezTo>
                  <a:cubicBezTo>
                    <a:pt x="14" y="17"/>
                    <a:pt x="18" y="13"/>
                    <a:pt x="18" y="8"/>
                  </a:cubicBezTo>
                  <a:cubicBezTo>
                    <a:pt x="18" y="3"/>
                    <a:pt x="14" y="0"/>
                    <a:pt x="9" y="0"/>
                  </a:cubicBezTo>
                </a:path>
              </a:pathLst>
            </a:custGeom>
            <a:grpFill/>
            <a:ln>
              <a:noFill/>
            </a:ln>
          </p:spPr>
          <p:txBody>
            <a:bodyPr/>
            <a:lstStyle/>
            <a:p>
              <a:pPr fontAlgn="auto"/>
              <a:endParaRPr lang="zh-CN" altLang="en-US" noProof="1"/>
            </a:p>
          </p:txBody>
        </p:sp>
      </p:grpSp>
      <p:sp>
        <p:nvSpPr>
          <p:cNvPr id="13" name="标题 1"/>
          <p:cNvSpPr>
            <a:spLocks noGrp="1"/>
          </p:cNvSpPr>
          <p:nvPr userDrawn="1">
            <p:ph type="ctrTitle" hasCustomPrompt="1"/>
          </p:nvPr>
        </p:nvSpPr>
        <p:spPr>
          <a:xfrm>
            <a:off x="6283316" y="2193080"/>
            <a:ext cx="4950229" cy="1621509"/>
          </a:xfrm>
        </p:spPr>
        <p:txBody>
          <a:bodyPr>
            <a:noAutofit/>
          </a:bodyPr>
          <a:lstStyle>
            <a:lvl1pPr marL="0" indent="0" algn="l">
              <a:buFont typeface="Arial" panose="020B0604020202020204" pitchFamily="34" charset="0"/>
              <a:buNone/>
              <a:defRPr sz="8800">
                <a:solidFill>
                  <a:schemeClr val="bg1"/>
                </a:solidFill>
              </a:defRPr>
            </a:lvl1pPr>
          </a:lstStyle>
          <a:p>
            <a:r>
              <a:rPr lang="en-US" altLang="zh-CN" noProof="1"/>
              <a:t>Thanks</a:t>
            </a:r>
            <a:endParaRPr lang="zh-CN" altLang="en-US" noProof="1"/>
          </a:p>
        </p:txBody>
      </p:sp>
      <p:sp>
        <p:nvSpPr>
          <p:cNvPr id="15" name="文本占位符 62"/>
          <p:cNvSpPr>
            <a:spLocks noGrp="1"/>
          </p:cNvSpPr>
          <p:nvPr userDrawn="1">
            <p:ph type="body" sz="quarter" idx="18" hasCustomPrompt="1"/>
          </p:nvPr>
        </p:nvSpPr>
        <p:spPr>
          <a:xfrm>
            <a:off x="6283316" y="4499316"/>
            <a:ext cx="4950229" cy="310871"/>
          </a:xfrm>
        </p:spPr>
        <p:txBody>
          <a:bodyPr rtlCol="0">
            <a:normAutofit/>
          </a:bodyPr>
          <a:lstStyle>
            <a:lvl1pPr marL="0" indent="0" algn="l">
              <a:buNone/>
              <a:defRPr lang="zh-CN" altLang="en-US" sz="1500" smtClean="0">
                <a:solidFill>
                  <a:schemeClr val="bg1"/>
                </a:solidFill>
              </a:defRPr>
            </a:lvl1pPr>
            <a:lvl2pPr>
              <a:defRPr lang="zh-CN" altLang="en-US" sz="2000" smtClean="0"/>
            </a:lvl2pPr>
            <a:lvl3pPr>
              <a:defRPr lang="zh-CN" altLang="en-US" sz="1800" smtClean="0"/>
            </a:lvl3pPr>
            <a:lvl4pPr>
              <a:defRPr lang="zh-CN" altLang="en-US" sz="1600" smtClean="0"/>
            </a:lvl4pPr>
            <a:lvl5pPr>
              <a:defRPr lang="zh-CN" altLang="en-US" sz="1600"/>
            </a:lvl5pPr>
          </a:lstStyle>
          <a:p>
            <a:pPr lvl="0"/>
            <a:r>
              <a:rPr lang="en-US" altLang="zh-CN" noProof="1"/>
              <a:t>Data</a:t>
            </a:r>
          </a:p>
        </p:txBody>
      </p:sp>
      <p:sp>
        <p:nvSpPr>
          <p:cNvPr id="6" name="文本占位符 13"/>
          <p:cNvSpPr>
            <a:spLocks noGrp="1"/>
          </p:cNvSpPr>
          <p:nvPr userDrawn="1">
            <p:ph type="body" sz="quarter" idx="10" hasCustomPrompt="1"/>
          </p:nvPr>
        </p:nvSpPr>
        <p:spPr>
          <a:xfrm>
            <a:off x="6283318" y="4203045"/>
            <a:ext cx="4950229" cy="296271"/>
          </a:xfrm>
        </p:spPr>
        <p:txBody>
          <a:bodyPr anchor="ctr">
            <a:noAutofit/>
          </a:bodyPr>
          <a:lstStyle>
            <a:lvl1pPr marL="0" indent="0" algn="l">
              <a:buNone/>
              <a:defRPr sz="1500" b="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altLang="zh-CN" noProof="1"/>
              <a:t>Signature</a:t>
            </a:r>
          </a:p>
        </p:txBody>
      </p:sp>
    </p:spTree>
    <p:extLst>
      <p:ext uri="{BB962C8B-B14F-4D97-AF65-F5344CB8AC3E}">
        <p14:creationId xmlns:p14="http://schemas.microsoft.com/office/powerpoint/2010/main" val="10832876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标题占位符 1">
            <a:extLst>
              <a:ext uri="{FF2B5EF4-FFF2-40B4-BE49-F238E27FC236}">
                <a16:creationId xmlns="" xmlns:a16="http://schemas.microsoft.com/office/drawing/2014/main" id="{6113CD24-F3A3-42C2-A4C2-4BE6EE2CFDEB}"/>
              </a:ext>
            </a:extLst>
          </p:cNvPr>
          <p:cNvSpPr>
            <a:spLocks noGrp="1" noChangeArrowheads="1"/>
          </p:cNvSpPr>
          <p:nvPr>
            <p:ph type="title" idx="4294967295"/>
          </p:nvPr>
        </p:nvSpPr>
        <p:spPr bwMode="auto">
          <a:xfrm>
            <a:off x="669925" y="0"/>
            <a:ext cx="10850563" cy="931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zh-CN" altLang="en-US"/>
              <a:t>单击此处编辑母版标题样式</a:t>
            </a:r>
          </a:p>
        </p:txBody>
      </p:sp>
      <p:sp>
        <p:nvSpPr>
          <p:cNvPr id="1027" name="文本占位符 2">
            <a:extLst>
              <a:ext uri="{FF2B5EF4-FFF2-40B4-BE49-F238E27FC236}">
                <a16:creationId xmlns="" xmlns:a16="http://schemas.microsoft.com/office/drawing/2014/main" id="{2020242A-7B51-4433-88E0-4DA53E65485A}"/>
              </a:ext>
            </a:extLst>
          </p:cNvPr>
          <p:cNvSpPr>
            <a:spLocks noGrp="1" noChangeArrowheads="1"/>
          </p:cNvSpPr>
          <p:nvPr>
            <p:ph type="body" idx="4294967295"/>
          </p:nvPr>
        </p:nvSpPr>
        <p:spPr bwMode="auto">
          <a:xfrm>
            <a:off x="669925" y="1123950"/>
            <a:ext cx="10850563" cy="501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zh-CN" altLang="en-US"/>
          </a:p>
        </p:txBody>
      </p:sp>
      <p:cxnSp>
        <p:nvCxnSpPr>
          <p:cNvPr id="7" name="直接连接符 6">
            <a:extLst>
              <a:ext uri="{FF2B5EF4-FFF2-40B4-BE49-F238E27FC236}">
                <a16:creationId xmlns="" xmlns:a16="http://schemas.microsoft.com/office/drawing/2014/main" id="{9227C1A2-BF7A-415F-B2D5-10EAE8FD94C6}"/>
              </a:ext>
            </a:extLst>
          </p:cNvPr>
          <p:cNvCxnSpPr>
            <a:cxnSpLocks/>
          </p:cNvCxnSpPr>
          <p:nvPr userDrawn="1"/>
        </p:nvCxnSpPr>
        <p:spPr>
          <a:xfrm>
            <a:off x="669925" y="1028700"/>
            <a:ext cx="10850563" cy="0"/>
          </a:xfrm>
          <a:prstGeom prst="line">
            <a:avLst/>
          </a:prstGeom>
          <a:ln w="38100">
            <a:solidFill>
              <a:schemeClr val="accent3">
                <a:lumMod val="60000"/>
                <a:lumOff val="40000"/>
              </a:schemeClr>
            </a:solidFill>
          </a:ln>
        </p:spPr>
        <p:style>
          <a:lnRef idx="1">
            <a:schemeClr val="accent1"/>
          </a:lnRef>
          <a:fillRef idx="0">
            <a:schemeClr val="accent1"/>
          </a:fillRef>
          <a:effectRef idx="0">
            <a:schemeClr val="accent1"/>
          </a:effectRef>
          <a:fontRef idx="minor">
            <a:schemeClr val="tx1"/>
          </a:fontRef>
        </p:style>
      </p:cxnSp>
      <p:pic>
        <p:nvPicPr>
          <p:cNvPr id="11" name="图片 10">
            <a:extLst>
              <a:ext uri="{FF2B5EF4-FFF2-40B4-BE49-F238E27FC236}">
                <a16:creationId xmlns="" xmlns:a16="http://schemas.microsoft.com/office/drawing/2014/main" id="{FAC81E72-FAA7-4B1C-89A3-27C0490C863A}"/>
              </a:ext>
            </a:extLst>
          </p:cNvPr>
          <p:cNvPicPr>
            <a:picLocks noChangeAspect="1"/>
          </p:cNvPicPr>
          <p:nvPr userDrawn="1"/>
        </p:nvPicPr>
        <p:blipFill>
          <a:blip r:embed="rId9"/>
          <a:stretch>
            <a:fillRect/>
          </a:stretch>
        </p:blipFill>
        <p:spPr>
          <a:xfrm>
            <a:off x="669925" y="6240463"/>
            <a:ext cx="4170693" cy="206375"/>
          </a:xfrm>
          <a:prstGeom prst="rect">
            <a:avLst/>
          </a:prstGeom>
        </p:spPr>
      </p:pic>
      <p:sp>
        <p:nvSpPr>
          <p:cNvPr id="12" name="文本框 11">
            <a:extLst>
              <a:ext uri="{FF2B5EF4-FFF2-40B4-BE49-F238E27FC236}">
                <a16:creationId xmlns="" xmlns:a16="http://schemas.microsoft.com/office/drawing/2014/main" id="{82F02BE1-6CD5-45BD-B93A-34CD7D9B7B0D}"/>
              </a:ext>
            </a:extLst>
          </p:cNvPr>
          <p:cNvSpPr txBox="1"/>
          <p:nvPr userDrawn="1"/>
        </p:nvSpPr>
        <p:spPr>
          <a:xfrm>
            <a:off x="10023648" y="6185228"/>
            <a:ext cx="1496840" cy="261610"/>
          </a:xfrm>
          <a:prstGeom prst="rect">
            <a:avLst/>
          </a:prstGeom>
          <a:noFill/>
        </p:spPr>
        <p:txBody>
          <a:bodyPr wrap="square" rtlCol="0">
            <a:spAutoFit/>
          </a:bodyPr>
          <a:lstStyle/>
          <a:p>
            <a:pPr algn="r"/>
            <a:fld id="{C997917E-8DE7-4105-8BB1-AECB6DED54F8}" type="slidenum">
              <a:rPr lang="zh-CN" altLang="en-US" sz="1100" smtClean="0">
                <a:solidFill>
                  <a:schemeClr val="tx2"/>
                </a:solidFill>
                <a:latin typeface="微软雅黑" panose="020B0503020204020204" pitchFamily="34" charset="-122"/>
                <a:ea typeface="微软雅黑" panose="020B0503020204020204" pitchFamily="34" charset="-122"/>
              </a:rPr>
              <a:pPr algn="r"/>
              <a:t>‹#›</a:t>
            </a:fld>
            <a:endParaRPr lang="zh-CN" altLang="en-US" sz="2000" dirty="0">
              <a:solidFill>
                <a:schemeClr val="tx2"/>
              </a:solidFill>
              <a:latin typeface="微软雅黑" panose="020B0503020204020204" pitchFamily="34" charset="-122"/>
              <a:ea typeface="微软雅黑" panose="020B0503020204020204" pitchFamily="34" charset="-122"/>
            </a:endParaRPr>
          </a:p>
        </p:txBody>
      </p:sp>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3" r:id="rId6"/>
    <p:sldLayoutId id="2147483681" r:id="rId7"/>
  </p:sldLayoutIdLst>
  <p:hf sldNum="0" hdr="0" ftr="0" dt="0"/>
  <p:txStyles>
    <p:titleStyle>
      <a:lvl1pPr algn="l" rtl="0" eaLnBrk="1" fontAlgn="base" hangingPunct="1">
        <a:lnSpc>
          <a:spcPct val="90000"/>
        </a:lnSpc>
        <a:spcBef>
          <a:spcPct val="0"/>
        </a:spcBef>
        <a:spcAft>
          <a:spcPct val="0"/>
        </a:spcAft>
        <a:defRPr sz="2800" b="1" kern="1200">
          <a:solidFill>
            <a:schemeClr val="tx1"/>
          </a:solidFill>
          <a:latin typeface="+mj-lt"/>
          <a:ea typeface="+mj-ea"/>
          <a:cs typeface="+mj-cs"/>
        </a:defRPr>
      </a:lvl1pPr>
      <a:lvl2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2pPr>
      <a:lvl3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3pPr>
      <a:lvl4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4pPr>
      <a:lvl5pPr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5pPr>
      <a:lvl6pPr marL="4572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6pPr>
      <a:lvl7pPr marL="9144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7pPr>
      <a:lvl8pPr marL="13716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8pPr>
      <a:lvl9pPr marL="1828800" algn="l" rtl="0" eaLnBrk="1" fontAlgn="base" hangingPunct="1">
        <a:lnSpc>
          <a:spcPct val="90000"/>
        </a:lnSpc>
        <a:spcBef>
          <a:spcPct val="0"/>
        </a:spcBef>
        <a:spcAft>
          <a:spcPct val="0"/>
        </a:spcAft>
        <a:defRPr sz="2800" b="1">
          <a:solidFill>
            <a:schemeClr val="tx1"/>
          </a:solidFill>
          <a:latin typeface="Arial" panose="020B0604020202020204" pitchFamily="34" charset="0"/>
          <a:ea typeface="微软雅黑" panose="020B0503020204020204" pitchFamily="34" charset="-122"/>
        </a:defRPr>
      </a:lvl9pPr>
    </p:titleStyle>
    <p:bodyStyle>
      <a:lvl1pPr marL="228600" indent="-228600" algn="l" rtl="0" eaLnBrk="1" fontAlgn="base" hangingPunct="1">
        <a:lnSpc>
          <a:spcPct val="90000"/>
        </a:lnSpc>
        <a:spcBef>
          <a:spcPts val="1000"/>
        </a:spcBef>
        <a:spcAft>
          <a:spcPct val="0"/>
        </a:spcAft>
        <a:buFont typeface="Arial" panose="020B0604020202020204" pitchFamily="34" charset="0"/>
        <a:buChar char="•"/>
        <a:defRPr kern="1200">
          <a:solidFill>
            <a:schemeClr val="tx1"/>
          </a:solidFill>
          <a:latin typeface="+mn-lt"/>
          <a:ea typeface="+mn-ea"/>
          <a:cs typeface="+mn-cs"/>
        </a:defRPr>
      </a:lvl1pPr>
      <a:lvl2pPr marL="685800" indent="-228600" algn="l" rtl="0" eaLnBrk="1" fontAlgn="base" hangingPunct="1">
        <a:lnSpc>
          <a:spcPct val="90000"/>
        </a:lnSpc>
        <a:spcBef>
          <a:spcPts val="500"/>
        </a:spcBef>
        <a:spcAft>
          <a:spcPct val="0"/>
        </a:spcAft>
        <a:buFont typeface="Arial" panose="020B0604020202020204" pitchFamily="34" charset="0"/>
        <a:buChar char="•"/>
        <a:defRPr sz="1600" kern="1200">
          <a:solidFill>
            <a:schemeClr val="tx1"/>
          </a:solidFill>
          <a:latin typeface="+mn-lt"/>
          <a:ea typeface="+mn-ea"/>
          <a:cs typeface="+mn-cs"/>
        </a:defRPr>
      </a:lvl2pPr>
      <a:lvl3pPr marL="1143000" indent="-228600" algn="l" rtl="0" eaLnBrk="1" fontAlgn="base" hangingPunct="1">
        <a:lnSpc>
          <a:spcPct val="90000"/>
        </a:lnSpc>
        <a:spcBef>
          <a:spcPts val="500"/>
        </a:spcBef>
        <a:spcAft>
          <a:spcPct val="0"/>
        </a:spcAft>
        <a:buFont typeface="Arial" panose="020B0604020202020204" pitchFamily="34" charset="0"/>
        <a:buChar char="•"/>
        <a:defRPr sz="1400" kern="1200">
          <a:solidFill>
            <a:schemeClr val="tx1"/>
          </a:solidFill>
          <a:latin typeface="+mn-lt"/>
          <a:ea typeface="+mn-ea"/>
          <a:cs typeface="+mn-cs"/>
        </a:defRPr>
      </a:lvl3pPr>
      <a:lvl4pPr marL="16002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4pPr>
      <a:lvl5pPr marL="2057400" indent="-228600" algn="l" rtl="0" eaLnBrk="1" fontAlgn="base" hangingPunct="1">
        <a:lnSpc>
          <a:spcPct val="90000"/>
        </a:lnSpc>
        <a:spcBef>
          <a:spcPts val="500"/>
        </a:spcBef>
        <a:spcAft>
          <a:spcPct val="0"/>
        </a:spcAft>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userDrawn="1">
          <p15:clr>
            <a:srgbClr val="A4A3A4"/>
          </p15:clr>
        </p15:guide>
        <p15:guide id="2" pos="7256" userDrawn="1">
          <p15:clr>
            <a:srgbClr val="A4A3A4"/>
          </p15:clr>
        </p15:guide>
        <p15:guide id="3" orient="horz" pos="648" userDrawn="1">
          <p15:clr>
            <a:srgbClr val="A4A3A4"/>
          </p15:clr>
        </p15:guide>
        <p15:guide id="4" orient="horz" pos="712" userDrawn="1">
          <p15:clr>
            <a:srgbClr val="A4A3A4"/>
          </p15:clr>
        </p15:guide>
        <p15:guide id="5" orient="horz" pos="3928" userDrawn="1">
          <p15:clr>
            <a:srgbClr val="A4A3A4"/>
          </p15:clr>
        </p15:guide>
        <p15:guide id="6" orient="horz" pos="3864" userDrawn="1">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 Target="slide4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hyperlink" Target="https://image.baidu.com/" TargetMode="Externa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3.xml"/><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3.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3.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3.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3.xml"/><Relationship Id="rId5" Type="http://schemas.openxmlformats.org/officeDocument/2006/relationships/image" Target="../media/image29.png"/><Relationship Id="rId4" Type="http://schemas.openxmlformats.org/officeDocument/2006/relationships/image" Target="../media/image28.png"/></Relationships>
</file>

<file path=ppt/slides/_rels/slide3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副标题 1">
            <a:extLst>
              <a:ext uri="{FF2B5EF4-FFF2-40B4-BE49-F238E27FC236}">
                <a16:creationId xmlns="" xmlns:a16="http://schemas.microsoft.com/office/drawing/2014/main" id="{5C674A10-3091-4452-A509-500FDC13F4FE}"/>
              </a:ext>
            </a:extLst>
          </p:cNvPr>
          <p:cNvSpPr>
            <a:spLocks noGrp="1"/>
          </p:cNvSpPr>
          <p:nvPr>
            <p:ph type="subTitle" idx="1"/>
          </p:nvPr>
        </p:nvSpPr>
        <p:spPr/>
        <p:txBody>
          <a:bodyPr/>
          <a:lstStyle/>
          <a:p>
            <a:r>
              <a:rPr lang="zh-CN" altLang="en-US" smtClean="0"/>
              <a:t>实验：</a:t>
            </a:r>
            <a:r>
              <a:rPr lang="zh-CN" altLang="en-US" smtClean="0"/>
              <a:t>爬虫</a:t>
            </a:r>
            <a:r>
              <a:rPr lang="zh-CN" altLang="en-US" dirty="0" smtClean="0"/>
              <a:t>采集图片</a:t>
            </a:r>
            <a:endParaRPr lang="zh-CN" altLang="en-US" dirty="0"/>
          </a:p>
        </p:txBody>
      </p:sp>
      <p:sp>
        <p:nvSpPr>
          <p:cNvPr id="3" name="标题 2">
            <a:extLst>
              <a:ext uri="{FF2B5EF4-FFF2-40B4-BE49-F238E27FC236}">
                <a16:creationId xmlns="" xmlns:a16="http://schemas.microsoft.com/office/drawing/2014/main" id="{37B72B94-1F12-468F-939B-26F0B436DFF1}"/>
              </a:ext>
            </a:extLst>
          </p:cNvPr>
          <p:cNvSpPr>
            <a:spLocks noGrp="1"/>
          </p:cNvSpPr>
          <p:nvPr>
            <p:ph type="ctrTitle"/>
          </p:nvPr>
        </p:nvSpPr>
        <p:spPr/>
        <p:txBody>
          <a:bodyPr/>
          <a:lstStyle/>
          <a:p>
            <a:r>
              <a:rPr lang="zh-CN" altLang="en-US" dirty="0"/>
              <a:t>目标检测的准备</a:t>
            </a:r>
            <a:endParaRPr lang="zh-CN" altLang="en-US" dirty="0"/>
          </a:p>
        </p:txBody>
      </p:sp>
      <p:sp>
        <p:nvSpPr>
          <p:cNvPr id="4" name="文本占位符 3">
            <a:extLst>
              <a:ext uri="{FF2B5EF4-FFF2-40B4-BE49-F238E27FC236}">
                <a16:creationId xmlns="" xmlns:a16="http://schemas.microsoft.com/office/drawing/2014/main" id="{D30CE500-237B-4E6E-B7FE-6735EA2F0F52}"/>
              </a:ext>
            </a:extLst>
          </p:cNvPr>
          <p:cNvSpPr>
            <a:spLocks noGrp="1"/>
          </p:cNvSpPr>
          <p:nvPr>
            <p:ph type="body" sz="quarter" idx="10"/>
          </p:nvPr>
        </p:nvSpPr>
        <p:spPr/>
        <p:txBody>
          <a:bodyPr/>
          <a:lstStyle/>
          <a:p>
            <a:r>
              <a:rPr lang="zh-CN" altLang="en-US" dirty="0"/>
              <a:t>杭州钛比科技有限公司</a:t>
            </a:r>
          </a:p>
        </p:txBody>
      </p:sp>
      <p:sp>
        <p:nvSpPr>
          <p:cNvPr id="5" name="文本占位符 4">
            <a:extLst>
              <a:ext uri="{FF2B5EF4-FFF2-40B4-BE49-F238E27FC236}">
                <a16:creationId xmlns="" xmlns:a16="http://schemas.microsoft.com/office/drawing/2014/main" id="{CB507061-DD1C-4DEB-9AE0-8D195E8974B7}"/>
              </a:ext>
            </a:extLst>
          </p:cNvPr>
          <p:cNvSpPr>
            <a:spLocks noGrp="1"/>
          </p:cNvSpPr>
          <p:nvPr>
            <p:ph type="body" sz="quarter" idx="11"/>
          </p:nvPr>
        </p:nvSpPr>
        <p:spPr/>
        <p:txBody>
          <a:bodyPr/>
          <a:lstStyle/>
          <a:p>
            <a:r>
              <a:rPr lang="en-US" altLang="zh-CN" dirty="0"/>
              <a:t>www.terabits.cn</a:t>
            </a:r>
            <a:endParaRPr lang="zh-CN" altLang="en-US" dirty="0"/>
          </a:p>
        </p:txBody>
      </p:sp>
    </p:spTree>
    <p:extLst>
      <p:ext uri="{BB962C8B-B14F-4D97-AF65-F5344CB8AC3E}">
        <p14:creationId xmlns:p14="http://schemas.microsoft.com/office/powerpoint/2010/main" val="12873608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课程目标</a:t>
            </a:r>
            <a:endParaRPr lang="zh-CN" altLang="en-US" dirty="0"/>
          </a:p>
        </p:txBody>
      </p:sp>
      <p:sp>
        <p:nvSpPr>
          <p:cNvPr id="3" name="内容占位符 2"/>
          <p:cNvSpPr>
            <a:spLocks noGrp="1"/>
          </p:cNvSpPr>
          <p:nvPr>
            <p:ph sz="quarter" idx="13"/>
          </p:nvPr>
        </p:nvSpPr>
        <p:spPr/>
        <p:txBody>
          <a:bodyPr/>
          <a:lstStyle/>
          <a:p>
            <a:pPr marL="0" indent="0" defTabSz="2400300">
              <a:lnSpc>
                <a:spcPct val="150000"/>
              </a:lnSpc>
              <a:spcBef>
                <a:spcPts val="600"/>
              </a:spcBef>
              <a:spcAft>
                <a:spcPts val="600"/>
              </a:spcAft>
              <a:buNone/>
            </a:pPr>
            <a:r>
              <a:rPr kumimoji="1" lang="zh-CN" altLang="en-US" b="1" dirty="0">
                <a:latin typeface="微软雅黑" panose="020B0503020204020204" pitchFamily="34" charset="-122"/>
                <a:ea typeface="微软雅黑" panose="020B0503020204020204" pitchFamily="34" charset="-122"/>
              </a:rPr>
              <a:t>学习完本课程后，你将能够：</a:t>
            </a:r>
            <a:endParaRPr kumimoji="1" lang="en-US" altLang="zh-CN" b="1" dirty="0">
              <a:latin typeface="微软雅黑" panose="020B0503020204020204" pitchFamily="34" charset="-122"/>
              <a:ea typeface="微软雅黑" panose="020B0503020204020204" pitchFamily="34" charset="-122"/>
            </a:endParaRPr>
          </a:p>
          <a:p>
            <a:pPr marL="342900" indent="-342900" defTabSz="2400300">
              <a:lnSpc>
                <a:spcPct val="150000"/>
              </a:lnSpc>
              <a:buFont typeface="Arial" panose="020B0604020202020204" pitchFamily="34" charset="0"/>
              <a:buAutoNum type="arabicPeriod"/>
            </a:pPr>
            <a:r>
              <a:rPr kumimoji="1" lang="zh-CN" altLang="en-US" dirty="0" smtClean="0">
                <a:latin typeface="微软雅黑" panose="020B0503020204020204" pitchFamily="34" charset="-122"/>
                <a:ea typeface="微软雅黑" panose="020B0503020204020204" pitchFamily="34" charset="-122"/>
              </a:rPr>
              <a:t>分析网页源代码，修改程序参数</a:t>
            </a:r>
            <a:endParaRPr kumimoji="1" lang="en-US" altLang="zh-CN" dirty="0">
              <a:latin typeface="微软雅黑" panose="020B0503020204020204" pitchFamily="34" charset="-122"/>
              <a:ea typeface="微软雅黑" panose="020B0503020204020204" pitchFamily="34" charset="-122"/>
            </a:endParaRPr>
          </a:p>
          <a:p>
            <a:pPr marL="342900" indent="-342900" defTabSz="2400300">
              <a:lnSpc>
                <a:spcPct val="150000"/>
              </a:lnSpc>
              <a:buAutoNum type="arabicPeriod"/>
            </a:pPr>
            <a:r>
              <a:rPr lang="zh-CN" altLang="en-US" dirty="0"/>
              <a:t>运行</a:t>
            </a:r>
            <a:r>
              <a:rPr lang="en-US" altLang="zh-CN" dirty="0" smtClean="0"/>
              <a:t>python</a:t>
            </a:r>
            <a:r>
              <a:rPr lang="zh-CN" altLang="zh-CN" dirty="0"/>
              <a:t>爬虫程序</a:t>
            </a:r>
            <a:r>
              <a:rPr lang="zh-CN" altLang="zh-CN" dirty="0" smtClean="0"/>
              <a:t>采集</a:t>
            </a:r>
            <a:r>
              <a:rPr lang="zh-CN" altLang="en-US" dirty="0" smtClean="0"/>
              <a:t>图像</a:t>
            </a:r>
            <a:endParaRPr lang="en-US" altLang="zh-CN" dirty="0" smtClean="0"/>
          </a:p>
          <a:p>
            <a:pPr marL="342900" indent="-342900" defTabSz="2400300">
              <a:lnSpc>
                <a:spcPct val="150000"/>
              </a:lnSpc>
              <a:buAutoNum type="arabicPeriod"/>
            </a:pPr>
            <a:r>
              <a:rPr lang="zh-CN" altLang="en-US" dirty="0" smtClean="0"/>
              <a:t>运行</a:t>
            </a:r>
            <a:r>
              <a:rPr lang="en-US" altLang="zh-CN" dirty="0" smtClean="0"/>
              <a:t>python</a:t>
            </a:r>
            <a:r>
              <a:rPr lang="zh-CN" altLang="en-US" dirty="0" smtClean="0"/>
              <a:t>程序设置规则剔除异常图像</a:t>
            </a:r>
            <a:endParaRPr lang="en-US" altLang="zh-CN" dirty="0" smtClean="0"/>
          </a:p>
        </p:txBody>
      </p:sp>
    </p:spTree>
    <p:extLst>
      <p:ext uri="{BB962C8B-B14F-4D97-AF65-F5344CB8AC3E}">
        <p14:creationId xmlns:p14="http://schemas.microsoft.com/office/powerpoint/2010/main" val="36737884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 xmlns:a16="http://schemas.microsoft.com/office/drawing/2014/main" id="{3D28A7FA-9777-482F-9F1D-686C9423C48A}"/>
              </a:ext>
            </a:extLst>
          </p:cNvPr>
          <p:cNvSpPr>
            <a:spLocks noGrp="1"/>
          </p:cNvSpPr>
          <p:nvPr>
            <p:ph sz="quarter" idx="11"/>
          </p:nvPr>
        </p:nvSpPr>
        <p:spPr/>
        <p:txBody>
          <a:bodyPr/>
          <a:lstStyle/>
          <a:p>
            <a:pPr>
              <a:lnSpc>
                <a:spcPct val="125000"/>
              </a:lnSpc>
              <a:buFont typeface="+mj-lt"/>
              <a:buAutoNum type="arabicPeriod"/>
            </a:pPr>
            <a:r>
              <a:rPr lang="zh-CN" altLang="en-US" dirty="0" smtClean="0"/>
              <a:t>实验介绍</a:t>
            </a:r>
            <a:endParaRPr lang="en-US" altLang="zh-CN" dirty="0" smtClean="0"/>
          </a:p>
          <a:p>
            <a:pPr>
              <a:lnSpc>
                <a:spcPct val="125000"/>
              </a:lnSpc>
              <a:buFont typeface="+mj-lt"/>
              <a:buAutoNum type="arabicPeriod"/>
            </a:pPr>
            <a:r>
              <a:rPr lang="zh-CN" altLang="en-US" dirty="0"/>
              <a:t>实验</a:t>
            </a:r>
            <a:r>
              <a:rPr lang="zh-CN" altLang="en-US" dirty="0" smtClean="0"/>
              <a:t>环境</a:t>
            </a:r>
            <a:endParaRPr lang="en-US" altLang="zh-CN" dirty="0" smtClean="0"/>
          </a:p>
          <a:p>
            <a:pPr>
              <a:lnSpc>
                <a:spcPct val="125000"/>
              </a:lnSpc>
              <a:buFont typeface="+mj-lt"/>
              <a:buAutoNum type="arabicPeriod"/>
            </a:pPr>
            <a:r>
              <a:rPr lang="zh-CN" altLang="en-US" dirty="0" smtClean="0"/>
              <a:t>实验步骤</a:t>
            </a:r>
            <a:endParaRPr lang="en-US" altLang="zh-CN" dirty="0" smtClean="0"/>
          </a:p>
          <a:p>
            <a:pPr>
              <a:buFont typeface="+mj-lt"/>
              <a:buAutoNum type="arabicPeriod"/>
            </a:pPr>
            <a:r>
              <a:rPr lang="zh-CN" altLang="en-US" dirty="0"/>
              <a:t>注意</a:t>
            </a:r>
            <a:r>
              <a:rPr lang="zh-CN" altLang="en-US" dirty="0" smtClean="0"/>
              <a:t>事项</a:t>
            </a:r>
            <a:endParaRPr lang="zh-CN" altLang="en-US" dirty="0"/>
          </a:p>
        </p:txBody>
      </p:sp>
    </p:spTree>
    <p:extLst>
      <p:ext uri="{BB962C8B-B14F-4D97-AF65-F5344CB8AC3E}">
        <p14:creationId xmlns:p14="http://schemas.microsoft.com/office/powerpoint/2010/main" val="21849896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/01</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实验介绍</a:t>
            </a:r>
            <a:endParaRPr lang="zh-CN" altLang="en-US" dirty="0"/>
          </a:p>
        </p:txBody>
      </p:sp>
    </p:spTree>
    <p:extLst>
      <p:ext uri="{BB962C8B-B14F-4D97-AF65-F5344CB8AC3E}">
        <p14:creationId xmlns:p14="http://schemas.microsoft.com/office/powerpoint/2010/main" val="1874987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indent="-342900">
              <a:buFont typeface="+mj-lt"/>
              <a:buAutoNum type="arabicPeriod"/>
            </a:pPr>
            <a:r>
              <a:rPr lang="zh-CN" altLang="en-US" dirty="0" smtClean="0"/>
              <a:t>学会分析网页源代码，了解爬虫程序原理</a:t>
            </a:r>
            <a:endParaRPr lang="en-US" altLang="zh-CN" dirty="0" smtClean="0"/>
          </a:p>
          <a:p>
            <a:pPr marL="342900" indent="-342900">
              <a:buFont typeface="+mj-lt"/>
              <a:buAutoNum type="arabicPeriod"/>
            </a:pPr>
            <a:r>
              <a:rPr lang="zh-CN" altLang="en-US" dirty="0"/>
              <a:t>利</a:t>
            </a:r>
            <a:r>
              <a:rPr lang="zh-CN" altLang="en-US" dirty="0" smtClean="0"/>
              <a:t>用爬虫程序采集图像</a:t>
            </a:r>
            <a:endParaRPr lang="en-US" altLang="zh-CN" dirty="0" smtClean="0"/>
          </a:p>
          <a:p>
            <a:pPr marL="342900" indent="-342900">
              <a:buFont typeface="+mj-lt"/>
              <a:buAutoNum type="arabicPeriod"/>
            </a:pPr>
            <a:r>
              <a:rPr lang="zh-CN" altLang="en-US" dirty="0" smtClean="0"/>
              <a:t>利用</a:t>
            </a:r>
            <a:r>
              <a:rPr lang="en-US" altLang="zh-CN" dirty="0" smtClean="0"/>
              <a:t>python</a:t>
            </a:r>
            <a:r>
              <a:rPr lang="zh-CN" altLang="en-US" dirty="0" smtClean="0"/>
              <a:t>程序剔除异常图像</a:t>
            </a:r>
            <a:endParaRPr lang="zh-CN" altLang="en-US" dirty="0"/>
          </a:p>
        </p:txBody>
      </p:sp>
    </p:spTree>
    <p:extLst>
      <p:ext uri="{BB962C8B-B14F-4D97-AF65-F5344CB8AC3E}">
        <p14:creationId xmlns:p14="http://schemas.microsoft.com/office/powerpoint/2010/main" val="20367071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02</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a:t>实验环境</a:t>
            </a:r>
          </a:p>
        </p:txBody>
      </p:sp>
    </p:spTree>
    <p:extLst>
      <p:ext uri="{BB962C8B-B14F-4D97-AF65-F5344CB8AC3E}">
        <p14:creationId xmlns:p14="http://schemas.microsoft.com/office/powerpoint/2010/main" val="17106068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实验环境</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lvl="0"/>
            <a:r>
              <a:rPr lang="zh-CN" altLang="zh-CN" dirty="0"/>
              <a:t>运行</a:t>
            </a:r>
            <a:r>
              <a:rPr lang="en-US" altLang="zh-CN" dirty="0"/>
              <a:t>Windows</a:t>
            </a:r>
            <a:r>
              <a:rPr lang="zh-CN" altLang="zh-CN" dirty="0"/>
              <a:t>系统的</a:t>
            </a:r>
            <a:r>
              <a:rPr lang="en-US" altLang="zh-CN" dirty="0"/>
              <a:t>PC</a:t>
            </a:r>
            <a:r>
              <a:rPr lang="zh-CN" altLang="zh-CN" dirty="0"/>
              <a:t>机一</a:t>
            </a:r>
            <a:r>
              <a:rPr lang="zh-CN" altLang="zh-CN" dirty="0" smtClean="0"/>
              <a:t>台</a:t>
            </a:r>
            <a:r>
              <a:rPr lang="zh-CN" altLang="en-US" dirty="0" smtClean="0"/>
              <a:t>，其中包含：</a:t>
            </a:r>
            <a:endParaRPr lang="en-US" altLang="zh-CN" dirty="0" smtClean="0"/>
          </a:p>
          <a:p>
            <a:pPr lvl="1"/>
            <a:r>
              <a:rPr lang="en-US" altLang="zh-CN" dirty="0"/>
              <a:t>Python</a:t>
            </a:r>
            <a:r>
              <a:rPr lang="zh-CN" altLang="zh-CN" dirty="0"/>
              <a:t>，版本</a:t>
            </a:r>
            <a:r>
              <a:rPr lang="en-US" altLang="zh-CN" dirty="0"/>
              <a:t>3.6</a:t>
            </a:r>
            <a:r>
              <a:rPr lang="zh-CN" altLang="zh-CN" dirty="0"/>
              <a:t>，其中包含：</a:t>
            </a:r>
          </a:p>
          <a:p>
            <a:pPr lvl="2"/>
            <a:r>
              <a:rPr lang="zh-CN" altLang="zh-CN" dirty="0"/>
              <a:t>正则表达式库</a:t>
            </a:r>
            <a:r>
              <a:rPr lang="en-US" altLang="zh-CN" dirty="0"/>
              <a:t>re</a:t>
            </a:r>
            <a:endParaRPr lang="zh-CN" altLang="zh-CN" dirty="0"/>
          </a:p>
          <a:p>
            <a:pPr lvl="2"/>
            <a:r>
              <a:rPr lang="zh-CN" altLang="zh-CN" dirty="0"/>
              <a:t>操作网页</a:t>
            </a:r>
            <a:r>
              <a:rPr lang="en-US" altLang="zh-CN" dirty="0"/>
              <a:t>URL</a:t>
            </a:r>
            <a:r>
              <a:rPr lang="zh-CN" altLang="zh-CN" dirty="0"/>
              <a:t>库</a:t>
            </a:r>
            <a:r>
              <a:rPr lang="en-US" altLang="zh-CN" dirty="0" err="1"/>
              <a:t>urllib</a:t>
            </a:r>
            <a:endParaRPr lang="zh-CN" altLang="zh-CN" dirty="0"/>
          </a:p>
          <a:p>
            <a:pPr lvl="2"/>
            <a:r>
              <a:rPr lang="zh-CN" altLang="zh-CN" dirty="0"/>
              <a:t>操作系统交互库</a:t>
            </a:r>
            <a:r>
              <a:rPr lang="en-US" altLang="zh-CN" dirty="0" err="1" smtClean="0"/>
              <a:t>os</a:t>
            </a:r>
            <a:endParaRPr lang="en-US" altLang="zh-CN" dirty="0" smtClean="0"/>
          </a:p>
          <a:p>
            <a:pPr lvl="2"/>
            <a:r>
              <a:rPr lang="zh-CN" altLang="zh-CN" dirty="0"/>
              <a:t>查找文件目录和文件库</a:t>
            </a:r>
            <a:r>
              <a:rPr lang="en-US" altLang="zh-CN" dirty="0" smtClean="0"/>
              <a:t>glob</a:t>
            </a:r>
            <a:endParaRPr lang="en-US" altLang="zh-CN" dirty="0"/>
          </a:p>
          <a:p>
            <a:pPr lvl="1"/>
            <a:r>
              <a:rPr lang="zh-CN" altLang="zh-CN" dirty="0"/>
              <a:t>基于</a:t>
            </a:r>
            <a:r>
              <a:rPr lang="en-US" altLang="zh-CN" dirty="0"/>
              <a:t>Apache2</a:t>
            </a:r>
            <a:r>
              <a:rPr lang="zh-CN" altLang="zh-CN" dirty="0"/>
              <a:t>协议开源的</a:t>
            </a:r>
            <a:r>
              <a:rPr lang="en-US" altLang="zh-CN" dirty="0"/>
              <a:t>Python HTTP</a:t>
            </a:r>
            <a:r>
              <a:rPr lang="zh-CN" altLang="zh-CN" dirty="0"/>
              <a:t>库</a:t>
            </a:r>
            <a:r>
              <a:rPr lang="en-US" altLang="zh-CN" dirty="0"/>
              <a:t>request</a:t>
            </a:r>
            <a:r>
              <a:rPr lang="zh-CN" altLang="zh-CN" dirty="0"/>
              <a:t>，版本</a:t>
            </a:r>
            <a:r>
              <a:rPr lang="en-US" altLang="zh-CN" dirty="0" smtClean="0"/>
              <a:t>2.27.1</a:t>
            </a:r>
          </a:p>
          <a:p>
            <a:pPr lvl="1"/>
            <a:r>
              <a:rPr lang="en-US" altLang="zh-CN" dirty="0"/>
              <a:t>Python</a:t>
            </a:r>
            <a:r>
              <a:rPr lang="zh-CN" altLang="zh-CN" dirty="0"/>
              <a:t>图像处理基础库</a:t>
            </a:r>
            <a:r>
              <a:rPr lang="en-US" altLang="zh-CN" dirty="0"/>
              <a:t>Pillow(PIL)</a:t>
            </a:r>
            <a:r>
              <a:rPr lang="zh-CN" altLang="zh-CN" dirty="0"/>
              <a:t>，版本</a:t>
            </a:r>
            <a:r>
              <a:rPr lang="en-US" altLang="zh-CN" dirty="0"/>
              <a:t>8.3.1</a:t>
            </a:r>
            <a:endParaRPr lang="zh-CN" altLang="zh-CN" dirty="0"/>
          </a:p>
          <a:p>
            <a:pPr lvl="2"/>
            <a:endParaRPr lang="zh-CN" altLang="zh-CN" dirty="0"/>
          </a:p>
          <a:p>
            <a:pPr>
              <a:lnSpc>
                <a:spcPct val="125000"/>
              </a:lnSpc>
            </a:pPr>
            <a:endParaRPr lang="zh-CN" altLang="en-US" dirty="0"/>
          </a:p>
        </p:txBody>
      </p:sp>
    </p:spTree>
    <p:extLst>
      <p:ext uri="{BB962C8B-B14F-4D97-AF65-F5344CB8AC3E}">
        <p14:creationId xmlns:p14="http://schemas.microsoft.com/office/powerpoint/2010/main" val="41618683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03</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smtClean="0"/>
              <a:t>实验步骤</a:t>
            </a:r>
            <a:endParaRPr lang="zh-CN" altLang="en-US" dirty="0"/>
          </a:p>
        </p:txBody>
      </p:sp>
    </p:spTree>
    <p:extLst>
      <p:ext uri="{BB962C8B-B14F-4D97-AF65-F5344CB8AC3E}">
        <p14:creationId xmlns:p14="http://schemas.microsoft.com/office/powerpoint/2010/main" val="36238896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实验步骤</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a:lnSpc>
                <a:spcPct val="125000"/>
              </a:lnSpc>
            </a:pPr>
            <a:r>
              <a:rPr lang="zh-CN" altLang="en-US" dirty="0" smtClean="0"/>
              <a:t>安装必需的库</a:t>
            </a:r>
            <a:endParaRPr lang="en-US" altLang="zh-CN" dirty="0" smtClean="0"/>
          </a:p>
          <a:p>
            <a:pPr>
              <a:lnSpc>
                <a:spcPct val="125000"/>
              </a:lnSpc>
            </a:pPr>
            <a:r>
              <a:rPr lang="zh-CN" altLang="en-US" dirty="0" smtClean="0"/>
              <a:t>分析网页源代码</a:t>
            </a:r>
            <a:endParaRPr lang="en-US" altLang="zh-CN" dirty="0" smtClean="0"/>
          </a:p>
          <a:p>
            <a:pPr>
              <a:lnSpc>
                <a:spcPct val="125000"/>
              </a:lnSpc>
            </a:pPr>
            <a:r>
              <a:rPr lang="zh-CN" altLang="en-US" dirty="0" smtClean="0"/>
              <a:t>程序代码介绍</a:t>
            </a:r>
            <a:endParaRPr lang="en-US" altLang="zh-CN" dirty="0" smtClean="0"/>
          </a:p>
          <a:p>
            <a:pPr>
              <a:lnSpc>
                <a:spcPct val="125000"/>
              </a:lnSpc>
            </a:pPr>
            <a:r>
              <a:rPr lang="zh-CN" altLang="en-US" dirty="0" smtClean="0"/>
              <a:t>运行爬虫程序</a:t>
            </a:r>
            <a:endParaRPr lang="zh-CN" altLang="en-US" dirty="0"/>
          </a:p>
        </p:txBody>
      </p:sp>
    </p:spTree>
    <p:extLst>
      <p:ext uri="{BB962C8B-B14F-4D97-AF65-F5344CB8AC3E}">
        <p14:creationId xmlns:p14="http://schemas.microsoft.com/office/powerpoint/2010/main" val="29225195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744896382"/>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7671285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安装必需的库</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打开</a:t>
            </a:r>
            <a:r>
              <a:rPr lang="en-US" altLang="zh-CN" dirty="0" err="1"/>
              <a:t>Pycharm</a:t>
            </a:r>
            <a:r>
              <a:rPr lang="zh-CN" altLang="zh-CN" dirty="0"/>
              <a:t>，</a:t>
            </a:r>
            <a:r>
              <a:rPr lang="zh-CN" altLang="zh-CN" dirty="0" smtClean="0"/>
              <a:t>选择项目</a:t>
            </a:r>
            <a:r>
              <a:rPr lang="zh-CN" altLang="zh-CN" dirty="0"/>
              <a:t>环境后左上角</a:t>
            </a:r>
            <a:r>
              <a:rPr lang="en-US" altLang="zh-CN" dirty="0"/>
              <a:t>File</a:t>
            </a:r>
            <a:r>
              <a:rPr lang="zh-CN" altLang="zh-CN" dirty="0"/>
              <a:t>→</a:t>
            </a:r>
            <a:r>
              <a:rPr lang="en-US" altLang="zh-CN" dirty="0"/>
              <a:t>settings</a:t>
            </a:r>
            <a:r>
              <a:rPr lang="zh-CN" altLang="zh-CN" dirty="0"/>
              <a:t>选择</a:t>
            </a:r>
            <a:r>
              <a:rPr lang="en-US" altLang="zh-CN" dirty="0"/>
              <a:t>Python Interpreter</a:t>
            </a:r>
            <a:r>
              <a:rPr lang="zh-CN" altLang="zh-CN" dirty="0"/>
              <a:t>，点击加号。</a:t>
            </a:r>
          </a:p>
          <a:p>
            <a:pPr>
              <a:lnSpc>
                <a:spcPct val="125000"/>
              </a:lnSpc>
            </a:pP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2476" y="1840005"/>
            <a:ext cx="3086530" cy="3587560"/>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64195" y="1728699"/>
            <a:ext cx="5243651" cy="3810173"/>
          </a:xfrm>
          <a:prstGeom prst="rect">
            <a:avLst/>
          </a:prstGeom>
        </p:spPr>
      </p:pic>
    </p:spTree>
    <p:extLst>
      <p:ext uri="{BB962C8B-B14F-4D97-AF65-F5344CB8AC3E}">
        <p14:creationId xmlns:p14="http://schemas.microsoft.com/office/powerpoint/2010/main" val="11954758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安装必需的库</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在接下来</a:t>
            </a:r>
            <a:r>
              <a:rPr lang="zh-CN" altLang="zh-CN" dirty="0" smtClean="0"/>
              <a:t>的</a:t>
            </a:r>
            <a:r>
              <a:rPr lang="zh-CN" altLang="en-US" dirty="0" smtClean="0"/>
              <a:t>界</a:t>
            </a:r>
            <a:r>
              <a:rPr lang="zh-CN" altLang="zh-CN" dirty="0" smtClean="0"/>
              <a:t>面</a:t>
            </a:r>
            <a:r>
              <a:rPr lang="zh-CN" altLang="zh-CN" dirty="0"/>
              <a:t>中搜索想要安装的库进行安装</a:t>
            </a:r>
            <a:r>
              <a:rPr lang="zh-CN" altLang="zh-CN" dirty="0" smtClean="0"/>
              <a:t>。</a:t>
            </a:r>
            <a:endParaRPr lang="en-US" altLang="zh-CN" dirty="0" smtClean="0"/>
          </a:p>
          <a:p>
            <a:r>
              <a:rPr lang="zh-CN" altLang="zh-CN" dirty="0"/>
              <a:t>步骤</a:t>
            </a:r>
            <a:r>
              <a:rPr lang="en-US" altLang="zh-CN" dirty="0"/>
              <a:t>1</a:t>
            </a:r>
            <a:r>
              <a:rPr lang="zh-CN" altLang="zh-CN" dirty="0"/>
              <a:t>：输入库名称</a:t>
            </a:r>
          </a:p>
          <a:p>
            <a:r>
              <a:rPr lang="zh-CN" altLang="zh-CN" dirty="0"/>
              <a:t>步骤</a:t>
            </a:r>
            <a:r>
              <a:rPr lang="en-US" altLang="zh-CN" dirty="0"/>
              <a:t>2</a:t>
            </a:r>
            <a:r>
              <a:rPr lang="zh-CN" altLang="zh-CN" dirty="0"/>
              <a:t>：选择安装库，右侧可以看到库简介</a:t>
            </a:r>
          </a:p>
          <a:p>
            <a:r>
              <a:rPr lang="zh-CN" altLang="zh-CN" dirty="0"/>
              <a:t>步骤</a:t>
            </a:r>
            <a:r>
              <a:rPr lang="en-US" altLang="zh-CN" dirty="0"/>
              <a:t>3</a:t>
            </a:r>
            <a:r>
              <a:rPr lang="zh-CN" altLang="zh-CN" dirty="0"/>
              <a:t>：部分库能够选择不同版本及安装选项</a:t>
            </a:r>
          </a:p>
          <a:p>
            <a:r>
              <a:rPr lang="zh-CN" altLang="zh-CN" dirty="0"/>
              <a:t>步骤</a:t>
            </a:r>
            <a:r>
              <a:rPr lang="en-US" altLang="zh-CN" dirty="0"/>
              <a:t>4</a:t>
            </a:r>
            <a:r>
              <a:rPr lang="zh-CN" altLang="zh-CN" dirty="0"/>
              <a:t>：安装</a:t>
            </a:r>
            <a:r>
              <a:rPr lang="zh-CN" altLang="zh-CN" dirty="0" smtClean="0"/>
              <a:t>库</a:t>
            </a:r>
            <a:endParaRPr lang="zh-CN" altLang="zh-CN" dirty="0"/>
          </a:p>
          <a:p>
            <a:pPr>
              <a:lnSpc>
                <a:spcPct val="125000"/>
              </a:lnSpc>
            </a:pPr>
            <a:endParaRPr lang="zh-CN" altLang="en-US" dirty="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07677" y="1444262"/>
            <a:ext cx="5379308" cy="4379047"/>
          </a:xfrm>
          <a:prstGeom prst="rect">
            <a:avLst/>
          </a:prstGeom>
        </p:spPr>
      </p:pic>
    </p:spTree>
    <p:extLst>
      <p:ext uri="{BB962C8B-B14F-4D97-AF65-F5344CB8AC3E}">
        <p14:creationId xmlns:p14="http://schemas.microsoft.com/office/powerpoint/2010/main" val="2496928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安装必需的库</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安装完成后，显示</a:t>
            </a:r>
            <a:r>
              <a:rPr lang="en-US" altLang="zh-CN" dirty="0"/>
              <a:t>requests</a:t>
            </a:r>
            <a:r>
              <a:rPr lang="zh-CN" altLang="zh-CN" dirty="0"/>
              <a:t>库已经被成功安装</a:t>
            </a:r>
            <a:r>
              <a:rPr lang="zh-CN" altLang="zh-CN" dirty="0" smtClean="0"/>
              <a:t>：</a:t>
            </a:r>
            <a:endParaRPr lang="zh-CN" altLang="zh-CN" dirty="0"/>
          </a:p>
          <a:p>
            <a:pPr>
              <a:lnSpc>
                <a:spcPct val="125000"/>
              </a:lnSpc>
            </a:pPr>
            <a:endParaRPr lang="zh-CN" altLang="en-US" dirty="0"/>
          </a:p>
        </p:txBody>
      </p:sp>
      <p:pic>
        <p:nvPicPr>
          <p:cNvPr id="9" name="图片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80453" y="1547810"/>
            <a:ext cx="5773839" cy="4171951"/>
          </a:xfrm>
          <a:prstGeom prst="rect">
            <a:avLst/>
          </a:prstGeom>
        </p:spPr>
      </p:pic>
    </p:spTree>
    <p:extLst>
      <p:ext uri="{BB962C8B-B14F-4D97-AF65-F5344CB8AC3E}">
        <p14:creationId xmlns:p14="http://schemas.microsoft.com/office/powerpoint/2010/main" val="34372046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安装必需的库</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a:xfrm>
            <a:off x="669926" y="1130299"/>
            <a:ext cx="5105332" cy="5006975"/>
          </a:xfrm>
        </p:spPr>
        <p:txBody>
          <a:bodyPr/>
          <a:lstStyle/>
          <a:p>
            <a:r>
              <a:rPr lang="zh-CN" altLang="en-US" dirty="0" smtClean="0"/>
              <a:t>同理安装</a:t>
            </a:r>
            <a:r>
              <a:rPr lang="en-US" altLang="zh-CN" dirty="0" smtClean="0"/>
              <a:t>Pillow</a:t>
            </a:r>
            <a:r>
              <a:rPr lang="zh-CN" altLang="en-US" dirty="0" smtClean="0"/>
              <a:t>库</a:t>
            </a:r>
            <a:r>
              <a:rPr lang="zh-CN" altLang="zh-CN" dirty="0" smtClean="0"/>
              <a:t>：</a:t>
            </a:r>
            <a:endParaRPr lang="en-US" altLang="zh-CN" dirty="0" smtClean="0"/>
          </a:p>
          <a:p>
            <a:r>
              <a:rPr lang="zh-CN" altLang="en-US" dirty="0" smtClean="0"/>
              <a:t>注：</a:t>
            </a:r>
            <a:r>
              <a:rPr lang="zh-CN" altLang="zh-CN" dirty="0"/>
              <a:t>库</a:t>
            </a:r>
            <a:r>
              <a:rPr lang="en-US" altLang="zh-CN" dirty="0"/>
              <a:t>re</a:t>
            </a:r>
            <a:r>
              <a:rPr lang="zh-CN" altLang="zh-CN" dirty="0"/>
              <a:t>，</a:t>
            </a:r>
            <a:r>
              <a:rPr lang="en-US" altLang="zh-CN" dirty="0" err="1"/>
              <a:t>urllib</a:t>
            </a:r>
            <a:r>
              <a:rPr lang="zh-CN" altLang="zh-CN" dirty="0"/>
              <a:t>，</a:t>
            </a:r>
            <a:r>
              <a:rPr lang="en-US" altLang="zh-CN" dirty="0" err="1"/>
              <a:t>os</a:t>
            </a:r>
            <a:r>
              <a:rPr lang="zh-CN" altLang="zh-CN" dirty="0"/>
              <a:t>，</a:t>
            </a:r>
            <a:r>
              <a:rPr lang="en-US" altLang="zh-CN" dirty="0"/>
              <a:t>glob</a:t>
            </a:r>
            <a:r>
              <a:rPr lang="zh-CN" altLang="zh-CN" dirty="0"/>
              <a:t>为安装</a:t>
            </a:r>
            <a:r>
              <a:rPr lang="en-US" altLang="zh-CN" dirty="0"/>
              <a:t>python</a:t>
            </a:r>
            <a:r>
              <a:rPr lang="zh-CN" altLang="zh-CN" dirty="0" smtClean="0"/>
              <a:t>时自</a:t>
            </a:r>
            <a:r>
              <a:rPr lang="zh-CN" altLang="zh-CN" dirty="0"/>
              <a:t>带的库，无需再次安装</a:t>
            </a:r>
            <a:r>
              <a:rPr lang="zh-CN" altLang="zh-CN" dirty="0" smtClean="0"/>
              <a:t>。</a:t>
            </a:r>
            <a:endParaRPr lang="en-US" altLang="zh-CN" dirty="0" smtClean="0"/>
          </a:p>
          <a:p>
            <a:r>
              <a:rPr lang="zh-CN" altLang="zh-CN" dirty="0"/>
              <a:t>如使用以上</a:t>
            </a:r>
            <a:r>
              <a:rPr lang="en-US" altLang="zh-CN" dirty="0" err="1"/>
              <a:t>Pycharm</a:t>
            </a:r>
            <a:r>
              <a:rPr lang="zh-CN" altLang="zh-CN" dirty="0"/>
              <a:t>界面的安装方法失败，请参考</a:t>
            </a:r>
            <a:r>
              <a:rPr lang="en-US" altLang="zh-CN" u="sng" dirty="0">
                <a:hlinkClick r:id="rId2" action="ppaction://hlinksldjump"/>
              </a:rPr>
              <a:t>“4 </a:t>
            </a:r>
            <a:r>
              <a:rPr lang="en-US" altLang="zh-CN" u="sng" dirty="0" err="1">
                <a:hlinkClick r:id="rId2" action="ppaction://hlinksldjump"/>
              </a:rPr>
              <a:t>注意事项”中的第一条</a:t>
            </a:r>
            <a:r>
              <a:rPr lang="zh-CN" altLang="zh-CN" dirty="0"/>
              <a:t>，通过命令提示符进行第三方库的安装。</a:t>
            </a:r>
          </a:p>
          <a:p>
            <a:pPr>
              <a:lnSpc>
                <a:spcPct val="125000"/>
              </a:lnSpc>
            </a:pPr>
            <a:endParaRPr lang="zh-CN" altLang="en-US" dirty="0"/>
          </a:p>
        </p:txBody>
      </p:sp>
      <p:pic>
        <p:nvPicPr>
          <p:cNvPr id="5" name="图片 4"/>
          <p:cNvPicPr>
            <a:picLocks noChangeAspect="1"/>
          </p:cNvPicPr>
          <p:nvPr/>
        </p:nvPicPr>
        <p:blipFill>
          <a:blip r:embed="rId3"/>
          <a:stretch>
            <a:fillRect/>
          </a:stretch>
        </p:blipFill>
        <p:spPr>
          <a:xfrm>
            <a:off x="5775257" y="1547586"/>
            <a:ext cx="5745231" cy="4172400"/>
          </a:xfrm>
          <a:prstGeom prst="rect">
            <a:avLst/>
          </a:prstGeom>
        </p:spPr>
      </p:pic>
    </p:spTree>
    <p:extLst>
      <p:ext uri="{BB962C8B-B14F-4D97-AF65-F5344CB8AC3E}">
        <p14:creationId xmlns:p14="http://schemas.microsoft.com/office/powerpoint/2010/main" val="7517038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43147765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8521416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分析网页源代码</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打开浏览器进入百度图片网页，在搜索框中搜索“苹果”。</a:t>
            </a:r>
          </a:p>
          <a:p>
            <a:r>
              <a:rPr lang="zh-CN" altLang="zh-CN" dirty="0"/>
              <a:t>百度图片网址：</a:t>
            </a:r>
            <a:r>
              <a:rPr lang="en-US" altLang="zh-CN" u="sng" dirty="0">
                <a:hlinkClick r:id="rId2"/>
              </a:rPr>
              <a:t>https://image.baidu.com/</a:t>
            </a:r>
            <a:endParaRPr lang="zh-CN" altLang="zh-CN" dirty="0"/>
          </a:p>
          <a:p>
            <a:pPr>
              <a:lnSpc>
                <a:spcPct val="125000"/>
              </a:lnSpc>
            </a:pPr>
            <a:endParaRPr lang="zh-CN" altLang="en-US" dirty="0"/>
          </a:p>
        </p:txBody>
      </p:sp>
      <p:pic>
        <p:nvPicPr>
          <p:cNvPr id="4" name="图片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223421" y="2247981"/>
            <a:ext cx="7743569" cy="3673956"/>
          </a:xfrm>
          <a:prstGeom prst="rect">
            <a:avLst/>
          </a:prstGeom>
        </p:spPr>
      </p:pic>
    </p:spTree>
    <p:extLst>
      <p:ext uri="{BB962C8B-B14F-4D97-AF65-F5344CB8AC3E}">
        <p14:creationId xmlns:p14="http://schemas.microsoft.com/office/powerpoint/2010/main" val="37601785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分析网页源代码</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搜索完成后，显示了包含</a:t>
            </a:r>
            <a:r>
              <a:rPr lang="en-US" altLang="zh-CN" dirty="0"/>
              <a:t>“</a:t>
            </a:r>
            <a:r>
              <a:rPr lang="zh-CN" altLang="zh-CN" dirty="0"/>
              <a:t>苹果</a:t>
            </a:r>
            <a:r>
              <a:rPr lang="en-US" altLang="zh-CN" dirty="0"/>
              <a:t>”</a:t>
            </a:r>
            <a:r>
              <a:rPr lang="zh-CN" altLang="zh-CN" dirty="0"/>
              <a:t>图片的网页，提取并观察该网页的网址规则：</a:t>
            </a:r>
          </a:p>
          <a:p>
            <a:pPr>
              <a:lnSpc>
                <a:spcPct val="125000"/>
              </a:lnSpc>
            </a:pPr>
            <a:endParaRPr lang="zh-CN" altLang="en-US" dirty="0"/>
          </a:p>
        </p:txBody>
      </p:sp>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11530" y="1681823"/>
            <a:ext cx="8567351" cy="4216110"/>
          </a:xfrm>
          <a:prstGeom prst="rect">
            <a:avLst/>
          </a:prstGeom>
        </p:spPr>
      </p:pic>
    </p:spTree>
    <p:extLst>
      <p:ext uri="{BB962C8B-B14F-4D97-AF65-F5344CB8AC3E}">
        <p14:creationId xmlns:p14="http://schemas.microsoft.com/office/powerpoint/2010/main" val="42231103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分析网页源代码</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发现百度图片的搜索关键词规则为 “</a:t>
            </a:r>
            <a:r>
              <a:rPr lang="en-US" altLang="zh-CN" dirty="0"/>
              <a:t>&amp;word=</a:t>
            </a:r>
            <a:r>
              <a:rPr lang="zh-CN" altLang="zh-CN" dirty="0"/>
              <a:t>苹果”</a:t>
            </a:r>
            <a:r>
              <a:rPr lang="zh-CN" altLang="zh-CN" dirty="0" smtClean="0"/>
              <a:t>：</a:t>
            </a:r>
            <a:endParaRPr lang="en-US" altLang="zh-CN" dirty="0" smtClean="0"/>
          </a:p>
          <a:p>
            <a:endParaRPr lang="en-US" altLang="zh-CN" dirty="0"/>
          </a:p>
          <a:p>
            <a:r>
              <a:rPr lang="zh-CN" altLang="zh-CN" dirty="0"/>
              <a:t>将网址改为</a:t>
            </a:r>
            <a:r>
              <a:rPr lang="en-US" altLang="zh-CN" dirty="0"/>
              <a:t>&amp;word=</a:t>
            </a:r>
            <a:r>
              <a:rPr lang="zh-CN" altLang="zh-CN" dirty="0"/>
              <a:t>香蕉后回车，发现网页重定向至香蕉的搜索结果：</a:t>
            </a:r>
          </a:p>
          <a:p>
            <a:endParaRPr lang="zh-CN" altLang="zh-CN" dirty="0"/>
          </a:p>
          <a:p>
            <a:pPr>
              <a:lnSpc>
                <a:spcPct val="125000"/>
              </a:lnSpc>
            </a:pPr>
            <a:endParaRPr lang="zh-CN" altLang="en-US" dirty="0"/>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99968" y="1645527"/>
            <a:ext cx="7790476" cy="304762"/>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14253" y="2547569"/>
            <a:ext cx="6761905" cy="314286"/>
          </a:xfrm>
          <a:prstGeom prst="rect">
            <a:avLst/>
          </a:prstGeom>
        </p:spPr>
      </p:pic>
      <p:pic>
        <p:nvPicPr>
          <p:cNvPr id="8" name="图片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44304" y="3034769"/>
            <a:ext cx="8701801" cy="2929591"/>
          </a:xfrm>
          <a:prstGeom prst="rect">
            <a:avLst/>
          </a:prstGeom>
        </p:spPr>
      </p:pic>
    </p:spTree>
    <p:extLst>
      <p:ext uri="{BB962C8B-B14F-4D97-AF65-F5344CB8AC3E}">
        <p14:creationId xmlns:p14="http://schemas.microsoft.com/office/powerpoint/2010/main" val="19887763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分析网页源代码</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en-US" dirty="0" smtClean="0"/>
              <a:t>然后</a:t>
            </a:r>
            <a:r>
              <a:rPr lang="zh-CN" altLang="zh-CN" dirty="0" smtClean="0"/>
              <a:t>分析</a:t>
            </a:r>
            <a:r>
              <a:rPr lang="zh-CN" altLang="zh-CN" dirty="0"/>
              <a:t>每一张图指向的网址，按</a:t>
            </a:r>
            <a:r>
              <a:rPr lang="en-US" altLang="zh-CN" dirty="0"/>
              <a:t>F12</a:t>
            </a:r>
            <a:r>
              <a:rPr lang="zh-CN" altLang="zh-CN" dirty="0"/>
              <a:t>打开开发人员工具。</a:t>
            </a:r>
          </a:p>
          <a:p>
            <a:r>
              <a:rPr lang="zh-CN" altLang="zh-CN" dirty="0"/>
              <a:t>开发人员工具能够显示出网页的结构，通过鼠标选择对应元素能高亮显示元素对应区域：</a:t>
            </a:r>
          </a:p>
          <a:p>
            <a:pPr>
              <a:lnSpc>
                <a:spcPct val="125000"/>
              </a:lnSpc>
            </a:pPr>
            <a:endParaRPr lang="zh-CN" altLang="en-US" dirty="0"/>
          </a:p>
        </p:txBody>
      </p:sp>
      <p:pic>
        <p:nvPicPr>
          <p:cNvPr id="4" name="图片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244874" y="2098775"/>
            <a:ext cx="7700664" cy="4038499"/>
          </a:xfrm>
          <a:prstGeom prst="rect">
            <a:avLst/>
          </a:prstGeom>
        </p:spPr>
      </p:pic>
    </p:spTree>
    <p:extLst>
      <p:ext uri="{BB962C8B-B14F-4D97-AF65-F5344CB8AC3E}">
        <p14:creationId xmlns:p14="http://schemas.microsoft.com/office/powerpoint/2010/main" val="28620324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分析网页源代码</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经过一步步筛选对比，发现图片被保存在</a:t>
            </a:r>
            <a:r>
              <a:rPr lang="en-US" altLang="zh-CN" dirty="0" err="1"/>
              <a:t>objURL</a:t>
            </a:r>
            <a:r>
              <a:rPr lang="zh-CN" altLang="zh-CN" dirty="0"/>
              <a:t>中：</a:t>
            </a:r>
          </a:p>
          <a:p>
            <a:pPr>
              <a:lnSpc>
                <a:spcPct val="125000"/>
              </a:lnSpc>
            </a:pP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13067" y="1774617"/>
            <a:ext cx="4964277" cy="4163796"/>
          </a:xfrm>
          <a:prstGeom prst="rect">
            <a:avLst/>
          </a:prstGeom>
        </p:spPr>
      </p:pic>
    </p:spTree>
    <p:extLst>
      <p:ext uri="{BB962C8B-B14F-4D97-AF65-F5344CB8AC3E}">
        <p14:creationId xmlns:p14="http://schemas.microsoft.com/office/powerpoint/2010/main" val="18478950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2946345021"/>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4070702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程序代码介绍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爬虫</a:t>
            </a:r>
            <a:r>
              <a:rPr lang="en-US" altLang="zh-CN" dirty="0"/>
              <a:t>.</a:t>
            </a:r>
            <a:r>
              <a:rPr lang="en-US" altLang="zh-CN" dirty="0" err="1"/>
              <a:t>py</a:t>
            </a:r>
            <a:r>
              <a:rPr lang="zh-CN" altLang="zh-CN" dirty="0"/>
              <a:t>主要功能由两个函数实现：</a:t>
            </a:r>
          </a:p>
          <a:p>
            <a:r>
              <a:rPr lang="en-US" altLang="zh-CN" dirty="0" err="1"/>
              <a:t>def</a:t>
            </a:r>
            <a:r>
              <a:rPr lang="en-US" altLang="zh-CN" dirty="0"/>
              <a:t> Find(</a:t>
            </a:r>
            <a:r>
              <a:rPr lang="en-US" altLang="zh-CN" dirty="0" err="1"/>
              <a:t>url</a:t>
            </a:r>
            <a:r>
              <a:rPr lang="en-US" altLang="zh-CN" dirty="0"/>
              <a:t>):</a:t>
            </a:r>
            <a:endParaRPr lang="zh-CN" altLang="zh-CN" dirty="0"/>
          </a:p>
          <a:p>
            <a:r>
              <a:rPr lang="en-US" altLang="zh-CN" dirty="0" err="1"/>
              <a:t>def</a:t>
            </a:r>
            <a:r>
              <a:rPr lang="en-US" altLang="zh-CN" dirty="0"/>
              <a:t> </a:t>
            </a:r>
            <a:r>
              <a:rPr lang="en-US" altLang="zh-CN" dirty="0" err="1"/>
              <a:t>dowmloadPicture</a:t>
            </a:r>
            <a:r>
              <a:rPr lang="en-US" altLang="zh-CN" dirty="0"/>
              <a:t>(html, keyword</a:t>
            </a:r>
            <a:r>
              <a:rPr lang="en-US" altLang="zh-CN" dirty="0" smtClean="0"/>
              <a:t>):</a:t>
            </a:r>
          </a:p>
          <a:p>
            <a:r>
              <a:rPr lang="en-US" altLang="zh-CN" dirty="0"/>
              <a:t>Find</a:t>
            </a:r>
            <a:r>
              <a:rPr lang="zh-CN" altLang="zh-CN" dirty="0"/>
              <a:t>函数的主要功能是找到图片所对应的链接。</a:t>
            </a:r>
          </a:p>
          <a:p>
            <a:r>
              <a:rPr lang="en-US" altLang="zh-CN" dirty="0" err="1"/>
              <a:t>DownloadPicture</a:t>
            </a:r>
            <a:r>
              <a:rPr lang="zh-CN" altLang="zh-CN" dirty="0"/>
              <a:t>函数的主要功能是根据之前找到的图片链接进行访问并下载。</a:t>
            </a:r>
          </a:p>
          <a:p>
            <a:endParaRPr lang="zh-CN" altLang="zh-CN" dirty="0"/>
          </a:p>
          <a:p>
            <a:pPr>
              <a:lnSpc>
                <a:spcPct val="125000"/>
              </a:lnSpc>
            </a:pPr>
            <a:endParaRPr lang="zh-CN" altLang="en-US" dirty="0"/>
          </a:p>
        </p:txBody>
      </p:sp>
      <p:pic>
        <p:nvPicPr>
          <p:cNvPr id="4" name="图片 3"/>
          <p:cNvPicPr>
            <a:picLocks noChangeAspect="1"/>
          </p:cNvPicPr>
          <p:nvPr/>
        </p:nvPicPr>
        <p:blipFill>
          <a:blip r:embed="rId2"/>
          <a:stretch>
            <a:fillRect/>
          </a:stretch>
        </p:blipFill>
        <p:spPr>
          <a:xfrm>
            <a:off x="4185682" y="3884972"/>
            <a:ext cx="3819048" cy="933333"/>
          </a:xfrm>
          <a:prstGeom prst="rect">
            <a:avLst/>
          </a:prstGeom>
        </p:spPr>
      </p:pic>
    </p:spTree>
    <p:extLst>
      <p:ext uri="{BB962C8B-B14F-4D97-AF65-F5344CB8AC3E}">
        <p14:creationId xmlns:p14="http://schemas.microsoft.com/office/powerpoint/2010/main" val="11492922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程序代码介绍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en-US" altLang="zh-CN" dirty="0"/>
              <a:t>t</a:t>
            </a:r>
            <a:r>
              <a:rPr lang="zh-CN" altLang="zh-CN" dirty="0"/>
              <a:t>为检测图片的数量，这里设置为</a:t>
            </a:r>
            <a:r>
              <a:rPr lang="en-US" altLang="zh-CN" dirty="0"/>
              <a:t>1000</a:t>
            </a:r>
            <a:r>
              <a:rPr lang="zh-CN" altLang="zh-CN" dirty="0"/>
              <a:t>，也可以自行调整为其他的值；</a:t>
            </a:r>
          </a:p>
          <a:p>
            <a:r>
              <a:rPr lang="zh-CN" altLang="zh-CN" dirty="0"/>
              <a:t>检测图片的</a:t>
            </a:r>
            <a:r>
              <a:rPr lang="en-US" altLang="zh-CN" dirty="0" err="1"/>
              <a:t>Url</a:t>
            </a:r>
            <a:r>
              <a:rPr lang="zh-CN" altLang="zh-CN" dirty="0"/>
              <a:t>，</a:t>
            </a:r>
            <a:r>
              <a:rPr lang="en-US" altLang="zh-CN" dirty="0" err="1"/>
              <a:t>BaseException</a:t>
            </a:r>
            <a:r>
              <a:rPr lang="zh-CN" altLang="zh-CN" dirty="0"/>
              <a:t>是所有异常的基类，由于百度图片每页仅显示</a:t>
            </a:r>
            <a:r>
              <a:rPr lang="en-US" altLang="zh-CN" dirty="0"/>
              <a:t>60</a:t>
            </a:r>
            <a:r>
              <a:rPr lang="zh-CN" altLang="zh-CN" dirty="0"/>
              <a:t>张图片，因此当检测图片出现异常时尝试翻页。</a:t>
            </a:r>
          </a:p>
          <a:p>
            <a:pPr>
              <a:lnSpc>
                <a:spcPct val="125000"/>
              </a:lnSpc>
            </a:pPr>
            <a:endParaRPr lang="zh-CN" altLang="en-US" b="1" dirty="0"/>
          </a:p>
        </p:txBody>
      </p:sp>
      <p:pic>
        <p:nvPicPr>
          <p:cNvPr id="5" name="图片 4"/>
          <p:cNvPicPr>
            <a:picLocks noChangeAspect="1"/>
          </p:cNvPicPr>
          <p:nvPr/>
        </p:nvPicPr>
        <p:blipFill>
          <a:blip r:embed="rId2"/>
          <a:stretch>
            <a:fillRect/>
          </a:stretch>
        </p:blipFill>
        <p:spPr>
          <a:xfrm>
            <a:off x="4090444" y="3633786"/>
            <a:ext cx="4009524" cy="1495238"/>
          </a:xfrm>
          <a:prstGeom prst="rect">
            <a:avLst/>
          </a:prstGeom>
        </p:spPr>
      </p:pic>
    </p:spTree>
    <p:extLst>
      <p:ext uri="{BB962C8B-B14F-4D97-AF65-F5344CB8AC3E}">
        <p14:creationId xmlns:p14="http://schemas.microsoft.com/office/powerpoint/2010/main" val="21646912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程序代码介绍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利用正则表达式找到图片</a:t>
            </a:r>
            <a:r>
              <a:rPr lang="en-US" altLang="zh-CN" dirty="0" err="1"/>
              <a:t>url</a:t>
            </a:r>
            <a:r>
              <a:rPr lang="zh-CN" altLang="zh-CN" dirty="0"/>
              <a:t>，并利用一个列表将所有检测到图片的</a:t>
            </a:r>
            <a:r>
              <a:rPr lang="en-US" altLang="zh-CN" dirty="0" err="1"/>
              <a:t>url</a:t>
            </a:r>
            <a:r>
              <a:rPr lang="zh-CN" altLang="zh-CN" dirty="0"/>
              <a:t>存储起来。</a:t>
            </a:r>
          </a:p>
          <a:p>
            <a:r>
              <a:rPr lang="en-US" altLang="zh-CN" dirty="0" err="1" smtClean="0"/>
              <a:t>re.findall</a:t>
            </a:r>
            <a:r>
              <a:rPr lang="en-US" altLang="zh-CN" dirty="0" smtClean="0"/>
              <a:t>()</a:t>
            </a:r>
            <a:r>
              <a:rPr lang="zh-CN" altLang="en-US" dirty="0" smtClean="0"/>
              <a:t>函数</a:t>
            </a:r>
            <a:r>
              <a:rPr lang="zh-CN" altLang="en-US" dirty="0"/>
              <a:t>： 在字符串中找到正则表达式所匹配的所有子串，并返回一个列表，如果没有找到匹配的，则返回空列表。</a:t>
            </a:r>
          </a:p>
        </p:txBody>
      </p:sp>
      <p:pic>
        <p:nvPicPr>
          <p:cNvPr id="4" name="图片 3"/>
          <p:cNvPicPr>
            <a:picLocks noChangeAspect="1"/>
          </p:cNvPicPr>
          <p:nvPr/>
        </p:nvPicPr>
        <p:blipFill>
          <a:blip r:embed="rId2"/>
          <a:stretch>
            <a:fillRect/>
          </a:stretch>
        </p:blipFill>
        <p:spPr>
          <a:xfrm>
            <a:off x="2409492" y="3358730"/>
            <a:ext cx="7371428" cy="2200000"/>
          </a:xfrm>
          <a:prstGeom prst="rect">
            <a:avLst/>
          </a:prstGeom>
        </p:spPr>
      </p:pic>
    </p:spTree>
    <p:extLst>
      <p:ext uri="{BB962C8B-B14F-4D97-AF65-F5344CB8AC3E}">
        <p14:creationId xmlns:p14="http://schemas.microsoft.com/office/powerpoint/2010/main" val="190022834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程序代码介绍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利用正则表达式找到图片</a:t>
            </a:r>
            <a:r>
              <a:rPr lang="en-US" altLang="zh-CN" dirty="0" err="1" smtClean="0"/>
              <a:t>url</a:t>
            </a:r>
            <a:r>
              <a:rPr lang="zh-CN" altLang="en-US" dirty="0" smtClean="0"/>
              <a:t>，</a:t>
            </a:r>
            <a:r>
              <a:rPr lang="zh-CN" altLang="zh-CN" dirty="0"/>
              <a:t>将之前找到保存于</a:t>
            </a:r>
            <a:r>
              <a:rPr lang="en-US" altLang="zh-CN" dirty="0" err="1"/>
              <a:t>pic_url</a:t>
            </a:r>
            <a:r>
              <a:rPr lang="zh-CN" altLang="zh-CN" dirty="0"/>
              <a:t>列表的图片</a:t>
            </a:r>
            <a:r>
              <a:rPr lang="en-US" altLang="zh-CN" dirty="0" err="1"/>
              <a:t>url</a:t>
            </a:r>
            <a:r>
              <a:rPr lang="zh-CN" altLang="zh-CN" dirty="0"/>
              <a:t>进行下载。</a:t>
            </a:r>
          </a:p>
          <a:p>
            <a:endParaRPr lang="zh-CN" altLang="zh-CN" dirty="0"/>
          </a:p>
          <a:p>
            <a:pPr>
              <a:lnSpc>
                <a:spcPct val="125000"/>
              </a:lnSpc>
            </a:pPr>
            <a:endParaRPr lang="zh-CN" altLang="en-US" dirty="0"/>
          </a:p>
        </p:txBody>
      </p:sp>
      <p:pic>
        <p:nvPicPr>
          <p:cNvPr id="4" name="图片 3"/>
          <p:cNvPicPr>
            <a:picLocks noChangeAspect="1"/>
          </p:cNvPicPr>
          <p:nvPr/>
        </p:nvPicPr>
        <p:blipFill>
          <a:blip r:embed="rId2"/>
          <a:stretch>
            <a:fillRect/>
          </a:stretch>
        </p:blipFill>
        <p:spPr>
          <a:xfrm>
            <a:off x="2752349" y="1880131"/>
            <a:ext cx="6685714" cy="4257143"/>
          </a:xfrm>
          <a:prstGeom prst="rect">
            <a:avLst/>
          </a:prstGeom>
        </p:spPr>
      </p:pic>
    </p:spTree>
    <p:extLst>
      <p:ext uri="{BB962C8B-B14F-4D97-AF65-F5344CB8AC3E}">
        <p14:creationId xmlns:p14="http://schemas.microsoft.com/office/powerpoint/2010/main" val="273063634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程序代码介绍</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主函数</a:t>
            </a:r>
            <a:r>
              <a:rPr lang="zh-CN" altLang="zh-CN" dirty="0" smtClean="0"/>
              <a:t>中</a:t>
            </a:r>
            <a:r>
              <a:rPr lang="zh-CN" altLang="en-US" dirty="0" smtClean="0"/>
              <a:t>，根据百度图片网址的规则设置搜索网址并返回检测图片数量。</a:t>
            </a:r>
            <a:endParaRPr lang="en-US" altLang="zh-CN" dirty="0" smtClean="0"/>
          </a:p>
          <a:p>
            <a:r>
              <a:rPr lang="en-US" altLang="zh-CN" dirty="0" err="1" smtClean="0"/>
              <a:t>numPicture</a:t>
            </a:r>
            <a:r>
              <a:rPr lang="zh-CN" altLang="en-US" dirty="0" smtClean="0"/>
              <a:t>为手动输入值，设置下载图片的数量。</a:t>
            </a:r>
            <a:endParaRPr lang="zh-CN" altLang="zh-CN" dirty="0"/>
          </a:p>
          <a:p>
            <a:pPr>
              <a:lnSpc>
                <a:spcPct val="125000"/>
              </a:lnSpc>
            </a:pPr>
            <a:endParaRPr lang="zh-CN" altLang="en-US" dirty="0"/>
          </a:p>
        </p:txBody>
      </p:sp>
      <p:pic>
        <p:nvPicPr>
          <p:cNvPr id="5" name="图片 4"/>
          <p:cNvPicPr>
            <a:picLocks noChangeAspect="1"/>
          </p:cNvPicPr>
          <p:nvPr/>
        </p:nvPicPr>
        <p:blipFill>
          <a:blip r:embed="rId2"/>
          <a:stretch>
            <a:fillRect/>
          </a:stretch>
        </p:blipFill>
        <p:spPr>
          <a:xfrm>
            <a:off x="1804730" y="2881405"/>
            <a:ext cx="8580952" cy="1504762"/>
          </a:xfrm>
          <a:prstGeom prst="rect">
            <a:avLst/>
          </a:prstGeom>
        </p:spPr>
      </p:pic>
    </p:spTree>
    <p:extLst>
      <p:ext uri="{BB962C8B-B14F-4D97-AF65-F5344CB8AC3E}">
        <p14:creationId xmlns:p14="http://schemas.microsoft.com/office/powerpoint/2010/main" val="55354132"/>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a:t>程序代码介绍</a:t>
            </a:r>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设置存储图片路径，如果没有则新建。</a:t>
            </a:r>
          </a:p>
          <a:p>
            <a:pPr>
              <a:lnSpc>
                <a:spcPct val="125000"/>
              </a:lnSpc>
            </a:pPr>
            <a:endParaRPr lang="zh-CN" altLang="en-US" dirty="0"/>
          </a:p>
        </p:txBody>
      </p:sp>
      <p:pic>
        <p:nvPicPr>
          <p:cNvPr id="4" name="图片 3"/>
          <p:cNvPicPr>
            <a:picLocks noChangeAspect="1"/>
          </p:cNvPicPr>
          <p:nvPr/>
        </p:nvPicPr>
        <p:blipFill>
          <a:blip r:embed="rId2"/>
          <a:stretch>
            <a:fillRect/>
          </a:stretch>
        </p:blipFill>
        <p:spPr>
          <a:xfrm>
            <a:off x="3976158" y="2890929"/>
            <a:ext cx="4238095" cy="1485714"/>
          </a:xfrm>
          <a:prstGeom prst="rect">
            <a:avLst/>
          </a:prstGeom>
        </p:spPr>
      </p:pic>
    </p:spTree>
    <p:extLst>
      <p:ext uri="{BB962C8B-B14F-4D97-AF65-F5344CB8AC3E}">
        <p14:creationId xmlns:p14="http://schemas.microsoft.com/office/powerpoint/2010/main" val="163760022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a:t>程序代码介绍</a:t>
            </a:r>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下载图片，数量由之前输入的</a:t>
            </a:r>
            <a:r>
              <a:rPr lang="en-US" altLang="zh-CN" dirty="0" err="1"/>
              <a:t>numPicture</a:t>
            </a:r>
            <a:r>
              <a:rPr lang="zh-CN" altLang="zh-CN" dirty="0"/>
              <a:t>决定。</a:t>
            </a:r>
          </a:p>
          <a:p>
            <a:pPr>
              <a:lnSpc>
                <a:spcPct val="125000"/>
              </a:lnSpc>
            </a:pPr>
            <a:endParaRPr lang="zh-CN" altLang="en-US" dirty="0"/>
          </a:p>
        </p:txBody>
      </p:sp>
      <p:pic>
        <p:nvPicPr>
          <p:cNvPr id="5" name="图片 4"/>
          <p:cNvPicPr>
            <a:picLocks noChangeAspect="1"/>
          </p:cNvPicPr>
          <p:nvPr/>
        </p:nvPicPr>
        <p:blipFill>
          <a:blip r:embed="rId2"/>
          <a:stretch>
            <a:fillRect/>
          </a:stretch>
        </p:blipFill>
        <p:spPr>
          <a:xfrm>
            <a:off x="3976158" y="2452833"/>
            <a:ext cx="4238095" cy="2361905"/>
          </a:xfrm>
          <a:prstGeom prst="rect">
            <a:avLst/>
          </a:prstGeom>
        </p:spPr>
      </p:pic>
    </p:spTree>
    <p:extLst>
      <p:ext uri="{BB962C8B-B14F-4D97-AF65-F5344CB8AC3E}">
        <p14:creationId xmlns:p14="http://schemas.microsoft.com/office/powerpoint/2010/main" val="1206206423"/>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剔除异常</a:t>
            </a:r>
            <a:r>
              <a:rPr lang="en-US" altLang="zh-CN" dirty="0"/>
              <a:t>.</a:t>
            </a:r>
            <a:r>
              <a:rPr lang="en-US" altLang="zh-CN" dirty="0" err="1"/>
              <a:t>py</a:t>
            </a:r>
            <a:r>
              <a:rPr lang="zh-CN" altLang="zh-CN" dirty="0"/>
              <a:t>通过系统调用文件夹遍历所有图片设置规则剔除异常图片</a:t>
            </a:r>
            <a:r>
              <a:rPr lang="zh-CN" altLang="zh-CN" dirty="0" smtClean="0"/>
              <a:t>；</a:t>
            </a:r>
            <a:endParaRPr lang="en-US" altLang="zh-CN" dirty="0" smtClean="0"/>
          </a:p>
          <a:p>
            <a:r>
              <a:rPr lang="zh-CN" altLang="zh-CN" dirty="0"/>
              <a:t>找到所有后缀为</a:t>
            </a:r>
            <a:r>
              <a:rPr lang="en-US" altLang="zh-CN" dirty="0"/>
              <a:t>.jpg</a:t>
            </a:r>
            <a:r>
              <a:rPr lang="zh-CN" altLang="zh-CN" dirty="0"/>
              <a:t>的图片</a:t>
            </a:r>
            <a:r>
              <a:rPr lang="zh-CN" altLang="zh-CN" dirty="0" smtClean="0"/>
              <a:t>。</a:t>
            </a:r>
            <a:endParaRPr lang="zh-CN" altLang="en-US" dirty="0"/>
          </a:p>
        </p:txBody>
      </p:sp>
      <p:pic>
        <p:nvPicPr>
          <p:cNvPr id="4" name="图片 3"/>
          <p:cNvPicPr>
            <a:picLocks noChangeAspect="1"/>
          </p:cNvPicPr>
          <p:nvPr/>
        </p:nvPicPr>
        <p:blipFill>
          <a:blip r:embed="rId2"/>
          <a:stretch>
            <a:fillRect/>
          </a:stretch>
        </p:blipFill>
        <p:spPr>
          <a:xfrm>
            <a:off x="3824571" y="2762333"/>
            <a:ext cx="4542857" cy="1333333"/>
          </a:xfrm>
          <a:prstGeom prst="rect">
            <a:avLst/>
          </a:prstGeom>
        </p:spPr>
      </p:pic>
    </p:spTree>
    <p:extLst>
      <p:ext uri="{BB962C8B-B14F-4D97-AF65-F5344CB8AC3E}">
        <p14:creationId xmlns:p14="http://schemas.microsoft.com/office/powerpoint/2010/main" val="26422472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读取所有图片的尺寸（宽与高</a:t>
            </a:r>
            <a:r>
              <a:rPr lang="zh-CN" altLang="zh-CN" dirty="0" smtClean="0"/>
              <a:t>）</a:t>
            </a:r>
            <a:endParaRPr lang="zh-CN" altLang="zh-CN" dirty="0"/>
          </a:p>
        </p:txBody>
      </p:sp>
      <p:pic>
        <p:nvPicPr>
          <p:cNvPr id="5" name="图片 4"/>
          <p:cNvPicPr>
            <a:picLocks noChangeAspect="1"/>
          </p:cNvPicPr>
          <p:nvPr/>
        </p:nvPicPr>
        <p:blipFill>
          <a:blip r:embed="rId2"/>
          <a:stretch>
            <a:fillRect/>
          </a:stretch>
        </p:blipFill>
        <p:spPr>
          <a:xfrm>
            <a:off x="4500762" y="2767095"/>
            <a:ext cx="3190476" cy="1323810"/>
          </a:xfrm>
          <a:prstGeom prst="rect">
            <a:avLst/>
          </a:prstGeom>
        </p:spPr>
      </p:pic>
    </p:spTree>
    <p:extLst>
      <p:ext uri="{BB962C8B-B14F-4D97-AF65-F5344CB8AC3E}">
        <p14:creationId xmlns:p14="http://schemas.microsoft.com/office/powerpoint/2010/main" val="23727312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程序代码介绍</a:t>
            </a:r>
            <a:endParaRPr lang="zh-CN" altLang="en-US" dirty="0"/>
          </a:p>
        </p:txBody>
      </p:sp>
      <p:sp>
        <p:nvSpPr>
          <p:cNvPr id="3" name="内容占位符 2"/>
          <p:cNvSpPr>
            <a:spLocks noGrp="1"/>
          </p:cNvSpPr>
          <p:nvPr>
            <p:ph sz="quarter" idx="13"/>
          </p:nvPr>
        </p:nvSpPr>
        <p:spPr/>
        <p:txBody>
          <a:bodyPr/>
          <a:lstStyle/>
          <a:p>
            <a:r>
              <a:rPr lang="zh-CN" altLang="zh-CN" dirty="0"/>
              <a:t>设置规则删除异常图片。</a:t>
            </a:r>
            <a:endParaRPr lang="zh-CN" altLang="en-US" dirty="0"/>
          </a:p>
        </p:txBody>
      </p:sp>
      <p:pic>
        <p:nvPicPr>
          <p:cNvPr id="4" name="图片 3"/>
          <p:cNvPicPr>
            <a:picLocks noChangeAspect="1"/>
          </p:cNvPicPr>
          <p:nvPr/>
        </p:nvPicPr>
        <p:blipFill>
          <a:blip r:embed="rId2"/>
          <a:stretch>
            <a:fillRect/>
          </a:stretch>
        </p:blipFill>
        <p:spPr>
          <a:xfrm>
            <a:off x="4296000" y="2995666"/>
            <a:ext cx="3600000" cy="866667"/>
          </a:xfrm>
          <a:prstGeom prst="rect">
            <a:avLst/>
          </a:prstGeom>
        </p:spPr>
      </p:pic>
    </p:spTree>
    <p:extLst>
      <p:ext uri="{BB962C8B-B14F-4D97-AF65-F5344CB8AC3E}">
        <p14:creationId xmlns:p14="http://schemas.microsoft.com/office/powerpoint/2010/main" val="10853151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2091608267"/>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01459296"/>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运行爬虫程序</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将爬虫</a:t>
            </a:r>
            <a:r>
              <a:rPr lang="en-US" altLang="zh-CN" dirty="0"/>
              <a:t>.</a:t>
            </a:r>
            <a:r>
              <a:rPr lang="en-US" altLang="zh-CN" dirty="0" err="1"/>
              <a:t>py</a:t>
            </a:r>
            <a:r>
              <a:rPr lang="zh-CN" altLang="zh-CN" dirty="0"/>
              <a:t>文件放入先前设定的项目文件夹中，双击打开。由于之前安装</a:t>
            </a:r>
            <a:r>
              <a:rPr lang="en-US" altLang="zh-CN" dirty="0" err="1"/>
              <a:t>pycharm</a:t>
            </a:r>
            <a:r>
              <a:rPr lang="zh-CN" altLang="zh-CN" dirty="0"/>
              <a:t>时勾选了选项</a:t>
            </a:r>
            <a:r>
              <a:rPr lang="en-US" altLang="zh-CN" dirty="0"/>
              <a:t>4</a:t>
            </a:r>
            <a:r>
              <a:rPr lang="zh-CN" altLang="zh-CN" dirty="0"/>
              <a:t>，</a:t>
            </a:r>
            <a:r>
              <a:rPr lang="en-US" altLang="zh-CN" dirty="0"/>
              <a:t>python</a:t>
            </a:r>
            <a:r>
              <a:rPr lang="zh-CN" altLang="zh-CN" dirty="0"/>
              <a:t>文件会优先由</a:t>
            </a:r>
            <a:r>
              <a:rPr lang="en-US" altLang="zh-CN" dirty="0" err="1"/>
              <a:t>pycharm</a:t>
            </a:r>
            <a:r>
              <a:rPr lang="zh-CN" altLang="zh-CN" dirty="0"/>
              <a:t>打开。</a:t>
            </a:r>
          </a:p>
          <a:p>
            <a:r>
              <a:rPr lang="zh-CN" altLang="zh-CN" dirty="0" smtClean="0"/>
              <a:t>打开</a:t>
            </a:r>
            <a:r>
              <a:rPr lang="zh-CN" altLang="zh-CN" dirty="0"/>
              <a:t>后右键</a:t>
            </a:r>
            <a:r>
              <a:rPr lang="en-US" altLang="zh-CN" dirty="0"/>
              <a:t> Run</a:t>
            </a:r>
            <a:r>
              <a:rPr lang="zh-CN" altLang="zh-CN" dirty="0"/>
              <a:t>‘爬虫’ 或是右上角绿色运行箭头运行程序：</a:t>
            </a:r>
          </a:p>
          <a:p>
            <a:pPr>
              <a:lnSpc>
                <a:spcPct val="125000"/>
              </a:lnSpc>
            </a:pP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9195" y="2445212"/>
            <a:ext cx="8452022" cy="3692062"/>
          </a:xfrm>
          <a:prstGeom prst="rect">
            <a:avLst/>
          </a:prstGeom>
        </p:spPr>
      </p:pic>
    </p:spTree>
    <p:extLst>
      <p:ext uri="{BB962C8B-B14F-4D97-AF65-F5344CB8AC3E}">
        <p14:creationId xmlns:p14="http://schemas.microsoft.com/office/powerpoint/2010/main" val="174780681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运行爬虫程序</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按照提示依次输入</a:t>
            </a:r>
            <a:r>
              <a:rPr lang="en-US" altLang="zh-CN" dirty="0"/>
              <a:t>:</a:t>
            </a:r>
            <a:r>
              <a:rPr lang="zh-CN" altLang="zh-CN" dirty="0"/>
              <a:t>搜索图片关键词，需要下载的图片数量，以及存放图片的文件夹。按回车继续。</a:t>
            </a:r>
          </a:p>
          <a:p>
            <a:pPr>
              <a:lnSpc>
                <a:spcPct val="125000"/>
              </a:lnSpc>
            </a:pP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13800" y="1696704"/>
            <a:ext cx="8162812" cy="4440570"/>
          </a:xfrm>
          <a:prstGeom prst="rect">
            <a:avLst/>
          </a:prstGeom>
        </p:spPr>
      </p:pic>
    </p:spTree>
    <p:extLst>
      <p:ext uri="{BB962C8B-B14F-4D97-AF65-F5344CB8AC3E}">
        <p14:creationId xmlns:p14="http://schemas.microsoft.com/office/powerpoint/2010/main" val="2202637935"/>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实验流程</a:t>
            </a:r>
            <a:endParaRPr lang="zh-CN" altLang="en-US" dirty="0"/>
          </a:p>
        </p:txBody>
      </p:sp>
      <p:sp>
        <p:nvSpPr>
          <p:cNvPr id="3" name="内容占位符 2"/>
          <p:cNvSpPr>
            <a:spLocks noGrp="1"/>
          </p:cNvSpPr>
          <p:nvPr>
            <p:ph sz="quarter" idx="13"/>
          </p:nvPr>
        </p:nvSpPr>
        <p:spPr/>
        <p:txBody>
          <a:bodyPr/>
          <a:lstStyle/>
          <a:p>
            <a:endParaRPr lang="zh-CN" altLang="en-US" dirty="0"/>
          </a:p>
        </p:txBody>
      </p:sp>
      <p:graphicFrame>
        <p:nvGraphicFramePr>
          <p:cNvPr id="4" name="图示 3"/>
          <p:cNvGraphicFramePr/>
          <p:nvPr>
            <p:extLst>
              <p:ext uri="{D42A27DB-BD31-4B8C-83A1-F6EECF244321}">
                <p14:modId xmlns:p14="http://schemas.microsoft.com/office/powerpoint/2010/main" val="3114875980"/>
              </p:ext>
            </p:extLst>
          </p:nvPr>
        </p:nvGraphicFramePr>
        <p:xfrm>
          <a:off x="669924" y="3368778"/>
          <a:ext cx="10850564" cy="5400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83785070"/>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剔除异常图片</a:t>
            </a:r>
            <a:endParaRPr lang="zh-CN" altLang="en-US" dirty="0"/>
          </a:p>
        </p:txBody>
      </p:sp>
      <p:sp>
        <p:nvSpPr>
          <p:cNvPr id="3" name="内容占位符 2"/>
          <p:cNvSpPr>
            <a:spLocks noGrp="1"/>
          </p:cNvSpPr>
          <p:nvPr>
            <p:ph sz="quarter" idx="13"/>
          </p:nvPr>
        </p:nvSpPr>
        <p:spPr/>
        <p:txBody>
          <a:bodyPr/>
          <a:lstStyle/>
          <a:p>
            <a:r>
              <a:rPr lang="zh-CN" altLang="zh-CN" dirty="0"/>
              <a:t>爬虫获取的图片会出现无法读取，图片已损坏的情况</a:t>
            </a:r>
            <a:r>
              <a:rPr lang="zh-CN" altLang="zh-CN" dirty="0" smtClean="0"/>
              <a:t>：</a:t>
            </a:r>
            <a:endParaRPr lang="en-US" altLang="zh-CN" dirty="0" smtClean="0"/>
          </a:p>
          <a:p>
            <a:r>
              <a:rPr lang="zh-CN" altLang="zh-CN" dirty="0"/>
              <a:t>右键→属性→详细</a:t>
            </a:r>
            <a:r>
              <a:rPr lang="zh-CN" altLang="zh-CN" dirty="0" smtClean="0"/>
              <a:t>信息</a:t>
            </a:r>
            <a:r>
              <a:rPr lang="zh-CN" altLang="en-US" dirty="0"/>
              <a:t>，</a:t>
            </a:r>
            <a:r>
              <a:rPr lang="zh-CN" altLang="zh-CN" dirty="0" smtClean="0"/>
              <a:t>发现</a:t>
            </a:r>
            <a:r>
              <a:rPr lang="zh-CN" altLang="zh-CN" dirty="0"/>
              <a:t>两种异常图片的尺寸相比正常图片都要小的多</a:t>
            </a:r>
            <a:r>
              <a:rPr lang="zh-CN" altLang="zh-CN" dirty="0" smtClean="0"/>
              <a:t>，尺寸</a:t>
            </a:r>
            <a:r>
              <a:rPr lang="zh-CN" altLang="zh-CN" dirty="0"/>
              <a:t>为</a:t>
            </a:r>
            <a:r>
              <a:rPr lang="en-US" altLang="zh-CN" dirty="0"/>
              <a:t>4*8</a:t>
            </a:r>
            <a:r>
              <a:rPr lang="zh-CN" altLang="zh-CN" dirty="0"/>
              <a:t>或</a:t>
            </a:r>
            <a:r>
              <a:rPr lang="en-US" altLang="zh-CN" dirty="0"/>
              <a:t>200*200</a:t>
            </a:r>
            <a:r>
              <a:rPr lang="zh-CN" altLang="zh-CN" dirty="0"/>
              <a:t>。</a:t>
            </a:r>
            <a:endParaRPr lang="en-US" altLang="zh-CN" dirty="0" smtClean="0"/>
          </a:p>
          <a:p>
            <a:endParaRPr lang="zh-CN" altLang="zh-CN" dirty="0"/>
          </a:p>
          <a:p>
            <a:endParaRPr lang="zh-CN" altLang="en-US" dirty="0"/>
          </a:p>
        </p:txBody>
      </p:sp>
      <p:pic>
        <p:nvPicPr>
          <p:cNvPr id="4" name="图片 3"/>
          <p:cNvPicPr/>
          <p:nvPr/>
        </p:nvPicPr>
        <p:blipFill>
          <a:blip r:embed="rId2"/>
          <a:stretch>
            <a:fillRect/>
          </a:stretch>
        </p:blipFill>
        <p:spPr>
          <a:xfrm>
            <a:off x="3306937" y="3630638"/>
            <a:ext cx="999490" cy="1123315"/>
          </a:xfrm>
          <a:prstGeom prst="rect">
            <a:avLst/>
          </a:prstGeom>
        </p:spPr>
      </p:pic>
      <p:pic>
        <p:nvPicPr>
          <p:cNvPr id="5" name="图片 4"/>
          <p:cNvPicPr/>
          <p:nvPr/>
        </p:nvPicPr>
        <p:blipFill>
          <a:blip r:embed="rId3"/>
          <a:stretch>
            <a:fillRect/>
          </a:stretch>
        </p:blipFill>
        <p:spPr>
          <a:xfrm>
            <a:off x="4306427" y="3630638"/>
            <a:ext cx="999490" cy="1123315"/>
          </a:xfrm>
          <a:prstGeom prst="rect">
            <a:avLst/>
          </a:prstGeom>
        </p:spPr>
      </p:pic>
      <p:pic>
        <p:nvPicPr>
          <p:cNvPr id="8" name="图片 7"/>
          <p:cNvPicPr>
            <a:picLocks noChangeAspect="1"/>
          </p:cNvPicPr>
          <p:nvPr/>
        </p:nvPicPr>
        <p:blipFill>
          <a:blip r:embed="rId4"/>
          <a:stretch>
            <a:fillRect/>
          </a:stretch>
        </p:blipFill>
        <p:spPr>
          <a:xfrm>
            <a:off x="5734461" y="2036941"/>
            <a:ext cx="2856068" cy="4320000"/>
          </a:xfrm>
          <a:prstGeom prst="rect">
            <a:avLst/>
          </a:prstGeom>
        </p:spPr>
      </p:pic>
      <p:pic>
        <p:nvPicPr>
          <p:cNvPr id="9" name="图片 8"/>
          <p:cNvPicPr>
            <a:picLocks noChangeAspect="1"/>
          </p:cNvPicPr>
          <p:nvPr/>
        </p:nvPicPr>
        <p:blipFill>
          <a:blip r:embed="rId5"/>
          <a:stretch>
            <a:fillRect/>
          </a:stretch>
        </p:blipFill>
        <p:spPr>
          <a:xfrm>
            <a:off x="8590529" y="2036941"/>
            <a:ext cx="2856068" cy="4320000"/>
          </a:xfrm>
          <a:prstGeom prst="rect">
            <a:avLst/>
          </a:prstGeom>
        </p:spPr>
      </p:pic>
    </p:spTree>
    <p:extLst>
      <p:ext uri="{BB962C8B-B14F-4D97-AF65-F5344CB8AC3E}">
        <p14:creationId xmlns:p14="http://schemas.microsoft.com/office/powerpoint/2010/main" val="221859374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剔除异常图片</a:t>
            </a:r>
            <a:endParaRPr lang="zh-CN" altLang="en-US" dirty="0"/>
          </a:p>
        </p:txBody>
      </p:sp>
      <p:sp>
        <p:nvSpPr>
          <p:cNvPr id="3" name="内容占位符 2"/>
          <p:cNvSpPr>
            <a:spLocks noGrp="1"/>
          </p:cNvSpPr>
          <p:nvPr>
            <p:ph sz="quarter" idx="13"/>
          </p:nvPr>
        </p:nvSpPr>
        <p:spPr/>
        <p:txBody>
          <a:bodyPr/>
          <a:lstStyle/>
          <a:p>
            <a:r>
              <a:rPr lang="zh-CN" altLang="zh-CN" dirty="0"/>
              <a:t>将剔除异常</a:t>
            </a:r>
            <a:r>
              <a:rPr lang="en-US" altLang="zh-CN" dirty="0"/>
              <a:t>.</a:t>
            </a:r>
            <a:r>
              <a:rPr lang="en-US" altLang="zh-CN" dirty="0" err="1"/>
              <a:t>py</a:t>
            </a:r>
            <a:r>
              <a:rPr lang="zh-CN" altLang="zh-CN" dirty="0"/>
              <a:t>放入先前设定的项目文件夹中，</a:t>
            </a:r>
            <a:r>
              <a:rPr lang="zh-CN" altLang="zh-CN"/>
              <a:t>双击</a:t>
            </a:r>
            <a:r>
              <a:rPr lang="zh-CN" altLang="zh-CN" smtClean="0"/>
              <a:t>打开</a:t>
            </a:r>
            <a:r>
              <a:rPr lang="zh-CN" altLang="en-US" smtClean="0"/>
              <a:t>。</a:t>
            </a:r>
            <a:endParaRPr lang="zh-CN" altLang="zh-CN" dirty="0"/>
          </a:p>
          <a:p>
            <a:r>
              <a:rPr lang="zh-CN" altLang="zh-CN" dirty="0"/>
              <a:t>修改代码第</a:t>
            </a:r>
            <a:r>
              <a:rPr lang="en-US" altLang="zh-CN" dirty="0"/>
              <a:t>5</a:t>
            </a:r>
            <a:r>
              <a:rPr lang="zh-CN" altLang="zh-CN" dirty="0"/>
              <a:t>行中的图片文件存放地址，将</a:t>
            </a:r>
            <a:r>
              <a:rPr lang="en-US" altLang="zh-CN" dirty="0"/>
              <a:t>dir1</a:t>
            </a:r>
            <a:r>
              <a:rPr lang="zh-CN" altLang="zh-CN" dirty="0"/>
              <a:t>的值改为存放图片的绝对路径：</a:t>
            </a:r>
          </a:p>
          <a:p>
            <a:endParaRPr lang="zh-CN" altLang="en-US" dirty="0"/>
          </a:p>
        </p:txBody>
      </p:sp>
      <p:pic>
        <p:nvPicPr>
          <p:cNvPr id="4" name="图片 3"/>
          <p:cNvPicPr/>
          <p:nvPr/>
        </p:nvPicPr>
        <p:blipFill>
          <a:blip r:embed="rId2"/>
          <a:stretch>
            <a:fillRect/>
          </a:stretch>
        </p:blipFill>
        <p:spPr>
          <a:xfrm>
            <a:off x="3772217" y="2686367"/>
            <a:ext cx="4647565" cy="1485265"/>
          </a:xfrm>
          <a:prstGeom prst="rect">
            <a:avLst/>
          </a:prstGeom>
        </p:spPr>
      </p:pic>
    </p:spTree>
    <p:extLst>
      <p:ext uri="{BB962C8B-B14F-4D97-AF65-F5344CB8AC3E}">
        <p14:creationId xmlns:p14="http://schemas.microsoft.com/office/powerpoint/2010/main" val="36238583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剔除异常图片</a:t>
            </a:r>
            <a:endParaRPr lang="zh-CN" altLang="en-US" dirty="0"/>
          </a:p>
        </p:txBody>
      </p:sp>
      <p:sp>
        <p:nvSpPr>
          <p:cNvPr id="3" name="内容占位符 2"/>
          <p:cNvSpPr>
            <a:spLocks noGrp="1"/>
          </p:cNvSpPr>
          <p:nvPr>
            <p:ph sz="quarter" idx="13"/>
          </p:nvPr>
        </p:nvSpPr>
        <p:spPr/>
        <p:txBody>
          <a:bodyPr/>
          <a:lstStyle/>
          <a:p>
            <a:r>
              <a:rPr lang="zh-CN" altLang="zh-CN" dirty="0"/>
              <a:t>修改剔除规则，这里我们设置规则将宽或高小于等于</a:t>
            </a:r>
            <a:r>
              <a:rPr lang="en-US" altLang="zh-CN" dirty="0"/>
              <a:t>200</a:t>
            </a:r>
            <a:r>
              <a:rPr lang="zh-CN" altLang="zh-CN" dirty="0"/>
              <a:t>像素的图片删除。</a:t>
            </a:r>
          </a:p>
          <a:p>
            <a:endParaRPr lang="zh-CN" altLang="en-US" dirty="0"/>
          </a:p>
        </p:txBody>
      </p:sp>
      <p:pic>
        <p:nvPicPr>
          <p:cNvPr id="4" name="图片 3"/>
          <p:cNvPicPr/>
          <p:nvPr/>
        </p:nvPicPr>
        <p:blipFill>
          <a:blip r:embed="rId2"/>
          <a:stretch>
            <a:fillRect/>
          </a:stretch>
        </p:blipFill>
        <p:spPr>
          <a:xfrm>
            <a:off x="3896042" y="2895917"/>
            <a:ext cx="4399915" cy="1066165"/>
          </a:xfrm>
          <a:prstGeom prst="rect">
            <a:avLst/>
          </a:prstGeom>
        </p:spPr>
      </p:pic>
    </p:spTree>
    <p:extLst>
      <p:ext uri="{BB962C8B-B14F-4D97-AF65-F5344CB8AC3E}">
        <p14:creationId xmlns:p14="http://schemas.microsoft.com/office/powerpoint/2010/main" val="178937816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剔除异常图片</a:t>
            </a:r>
            <a:endParaRPr lang="zh-CN" altLang="en-US" dirty="0"/>
          </a:p>
        </p:txBody>
      </p:sp>
      <p:sp>
        <p:nvSpPr>
          <p:cNvPr id="3" name="内容占位符 2"/>
          <p:cNvSpPr>
            <a:spLocks noGrp="1"/>
          </p:cNvSpPr>
          <p:nvPr>
            <p:ph sz="quarter" idx="13"/>
          </p:nvPr>
        </p:nvSpPr>
        <p:spPr/>
        <p:txBody>
          <a:bodyPr/>
          <a:lstStyle/>
          <a:p>
            <a:r>
              <a:rPr lang="zh-CN" altLang="zh-CN" dirty="0"/>
              <a:t>然后右键</a:t>
            </a:r>
            <a:r>
              <a:rPr lang="en-US" altLang="zh-CN" dirty="0"/>
              <a:t> Run</a:t>
            </a:r>
            <a:r>
              <a:rPr lang="zh-CN" altLang="zh-CN" dirty="0"/>
              <a:t>‘剔除异常’ 或是右上角绿色运行箭头运行程序：</a:t>
            </a:r>
          </a:p>
          <a:p>
            <a:endParaRPr lang="zh-CN" altLang="en-US" dirty="0"/>
          </a:p>
        </p:txBody>
      </p:sp>
      <p:pic>
        <p:nvPicPr>
          <p:cNvPr id="4" name="图片 3"/>
          <p:cNvPicPr/>
          <p:nvPr/>
        </p:nvPicPr>
        <p:blipFill>
          <a:blip r:embed="rId2"/>
          <a:stretch>
            <a:fillRect/>
          </a:stretch>
        </p:blipFill>
        <p:spPr>
          <a:xfrm>
            <a:off x="3458845" y="2323147"/>
            <a:ext cx="5274310" cy="2211705"/>
          </a:xfrm>
          <a:prstGeom prst="rect">
            <a:avLst/>
          </a:prstGeom>
        </p:spPr>
      </p:pic>
    </p:spTree>
    <p:extLst>
      <p:ext uri="{BB962C8B-B14F-4D97-AF65-F5344CB8AC3E}">
        <p14:creationId xmlns:p14="http://schemas.microsoft.com/office/powerpoint/2010/main" val="203701278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实验结果</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r>
              <a:rPr lang="zh-CN" altLang="zh-CN" dirty="0"/>
              <a:t>可以看到爬虫以及开始下载百度图片网站上的图片，并保存在同级的</a:t>
            </a:r>
            <a:r>
              <a:rPr lang="en-US" altLang="zh-CN" dirty="0"/>
              <a:t>apple</a:t>
            </a:r>
            <a:r>
              <a:rPr lang="zh-CN" altLang="zh-CN" dirty="0"/>
              <a:t>文件夹中。</a:t>
            </a:r>
          </a:p>
          <a:p>
            <a:pPr>
              <a:lnSpc>
                <a:spcPct val="125000"/>
              </a:lnSpc>
            </a:pP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1704" y="1741172"/>
            <a:ext cx="2257740" cy="1448002"/>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71223" y="1741172"/>
            <a:ext cx="7849265" cy="4003080"/>
          </a:xfrm>
          <a:prstGeom prst="rect">
            <a:avLst/>
          </a:prstGeom>
        </p:spPr>
      </p:pic>
    </p:spTree>
    <p:extLst>
      <p:ext uri="{BB962C8B-B14F-4D97-AF65-F5344CB8AC3E}">
        <p14:creationId xmlns:p14="http://schemas.microsoft.com/office/powerpoint/2010/main" val="4135846172"/>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7853AD29-4330-49E9-8BB1-F2974E6EB33B}"/>
              </a:ext>
            </a:extLst>
          </p:cNvPr>
          <p:cNvSpPr>
            <a:spLocks noGrp="1"/>
          </p:cNvSpPr>
          <p:nvPr>
            <p:ph type="title"/>
          </p:nvPr>
        </p:nvSpPr>
        <p:spPr/>
        <p:txBody>
          <a:bodyPr/>
          <a:lstStyle/>
          <a:p>
            <a:r>
              <a:rPr lang="en-US" altLang="zh-CN" dirty="0"/>
              <a:t>/</a:t>
            </a:r>
            <a:r>
              <a:rPr lang="en-US" altLang="zh-CN" dirty="0" smtClean="0"/>
              <a:t>04</a:t>
            </a:r>
            <a:endParaRPr lang="zh-CN" altLang="en-US" dirty="0"/>
          </a:p>
        </p:txBody>
      </p:sp>
      <p:sp>
        <p:nvSpPr>
          <p:cNvPr id="3" name="文本占位符 2">
            <a:extLst>
              <a:ext uri="{FF2B5EF4-FFF2-40B4-BE49-F238E27FC236}">
                <a16:creationId xmlns="" xmlns:a16="http://schemas.microsoft.com/office/drawing/2014/main" id="{271AD5FE-0452-46D3-A132-5A9EF58C7B33}"/>
              </a:ext>
            </a:extLst>
          </p:cNvPr>
          <p:cNvSpPr>
            <a:spLocks noGrp="1"/>
          </p:cNvSpPr>
          <p:nvPr>
            <p:ph type="body" idx="1"/>
          </p:nvPr>
        </p:nvSpPr>
        <p:spPr/>
        <p:txBody>
          <a:bodyPr/>
          <a:lstStyle/>
          <a:p>
            <a:r>
              <a:rPr lang="zh-CN" altLang="en-US" dirty="0"/>
              <a:t>注意事项</a:t>
            </a:r>
          </a:p>
        </p:txBody>
      </p:sp>
    </p:spTree>
    <p:extLst>
      <p:ext uri="{BB962C8B-B14F-4D97-AF65-F5344CB8AC3E}">
        <p14:creationId xmlns:p14="http://schemas.microsoft.com/office/powerpoint/2010/main" val="2810036362"/>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indent="-342900">
              <a:buFont typeface="+mj-lt"/>
              <a:buAutoNum type="arabicPeriod"/>
            </a:pPr>
            <a:r>
              <a:rPr lang="zh-CN" altLang="zh-CN" dirty="0"/>
              <a:t>在</a:t>
            </a:r>
            <a:r>
              <a:rPr lang="en-US" altLang="zh-CN" dirty="0" err="1"/>
              <a:t>pycharm</a:t>
            </a:r>
            <a:r>
              <a:rPr lang="zh-CN" altLang="zh-CN" dirty="0"/>
              <a:t>中</a:t>
            </a:r>
            <a:r>
              <a:rPr lang="en-US" altLang="zh-CN" dirty="0" err="1"/>
              <a:t>setting➡python</a:t>
            </a:r>
            <a:r>
              <a:rPr lang="en-US" altLang="zh-CN" dirty="0"/>
              <a:t> Interpreter</a:t>
            </a:r>
            <a:r>
              <a:rPr lang="zh-CN" altLang="zh-CN" dirty="0"/>
              <a:t>直接搜索添加安装库时，出现</a:t>
            </a:r>
            <a:r>
              <a:rPr lang="en-US" altLang="zh-CN" dirty="0"/>
              <a:t>HTTP 000</a:t>
            </a:r>
            <a:r>
              <a:rPr lang="zh-CN" altLang="zh-CN" dirty="0"/>
              <a:t>报</a:t>
            </a:r>
            <a:r>
              <a:rPr lang="zh-CN" altLang="zh-CN" dirty="0" smtClean="0"/>
              <a:t>错</a:t>
            </a:r>
            <a:r>
              <a:rPr lang="zh-CN" altLang="en-US" dirty="0" smtClean="0"/>
              <a:t>解决方法：</a:t>
            </a:r>
            <a:endParaRPr lang="en-US" altLang="zh-CN" dirty="0" smtClean="0"/>
          </a:p>
          <a:p>
            <a:pPr marL="0" indent="0">
              <a:buNone/>
            </a:pPr>
            <a:r>
              <a:rPr lang="zh-CN" altLang="zh-CN" dirty="0"/>
              <a:t>（该解决方法同样适用于使用</a:t>
            </a:r>
            <a:r>
              <a:rPr lang="en-US" altLang="zh-CN" dirty="0" err="1"/>
              <a:t>Pycharm</a:t>
            </a:r>
            <a:r>
              <a:rPr lang="zh-CN" altLang="zh-CN" dirty="0"/>
              <a:t>直接安装库的其他报错）</a:t>
            </a:r>
            <a:endParaRPr lang="en-US" altLang="zh-CN" dirty="0" smtClean="0"/>
          </a:p>
          <a:p>
            <a:r>
              <a:rPr lang="zh-CN" altLang="zh-CN" dirty="0"/>
              <a:t>使用</a:t>
            </a:r>
            <a:r>
              <a:rPr lang="en-US" altLang="zh-CN" dirty="0" err="1"/>
              <a:t>Win+R</a:t>
            </a:r>
            <a:r>
              <a:rPr lang="zh-CN" altLang="zh-CN" dirty="0"/>
              <a:t>打开运行栏，输入</a:t>
            </a:r>
            <a:r>
              <a:rPr lang="en-US" altLang="zh-CN" dirty="0" err="1"/>
              <a:t>cmd</a:t>
            </a:r>
            <a:r>
              <a:rPr lang="zh-CN" altLang="zh-CN" dirty="0"/>
              <a:t>进入命令提示符。在命令提示符中输入以下命令进入之前已配置的</a:t>
            </a:r>
            <a:r>
              <a:rPr lang="en-US" altLang="zh-CN" dirty="0"/>
              <a:t>python3.6</a:t>
            </a:r>
            <a:r>
              <a:rPr lang="zh-CN" altLang="zh-CN" dirty="0"/>
              <a:t>环境</a:t>
            </a:r>
            <a:r>
              <a:rPr lang="zh-CN" altLang="zh-CN" dirty="0" smtClean="0"/>
              <a:t>：</a:t>
            </a:r>
            <a:endParaRPr lang="en-US" altLang="zh-CN" dirty="0" smtClean="0"/>
          </a:p>
          <a:p>
            <a:r>
              <a:rPr lang="en-US" altLang="zh-CN" dirty="0" err="1"/>
              <a:t>conda</a:t>
            </a:r>
            <a:r>
              <a:rPr lang="en-US" altLang="zh-CN" dirty="0"/>
              <a:t> activate python36</a:t>
            </a:r>
            <a:endParaRPr lang="zh-CN" altLang="zh-CN" dirty="0"/>
          </a:p>
          <a:p>
            <a:r>
              <a:rPr lang="zh-CN" altLang="zh-CN" dirty="0"/>
              <a:t>接着安装我们所需要的库，输入以下指令：</a:t>
            </a:r>
          </a:p>
          <a:p>
            <a:r>
              <a:rPr lang="en-US" altLang="zh-CN" dirty="0" err="1"/>
              <a:t>conda</a:t>
            </a:r>
            <a:r>
              <a:rPr lang="en-US" altLang="zh-CN" dirty="0"/>
              <a:t> install requests</a:t>
            </a:r>
            <a:endParaRPr lang="zh-CN" altLang="zh-CN" dirty="0"/>
          </a:p>
          <a:p>
            <a:r>
              <a:rPr lang="zh-CN" altLang="zh-CN" dirty="0"/>
              <a:t>等待一段时间后，会再次确认是否安装该库</a:t>
            </a:r>
            <a:r>
              <a:rPr lang="en-US" altLang="zh-CN" dirty="0"/>
              <a:t>[y]/n</a:t>
            </a:r>
            <a:r>
              <a:rPr lang="zh-CN" altLang="zh-CN" dirty="0"/>
              <a:t>，输入</a:t>
            </a:r>
            <a:r>
              <a:rPr lang="en-US" altLang="zh-CN" dirty="0"/>
              <a:t>y</a:t>
            </a:r>
            <a:r>
              <a:rPr lang="zh-CN" altLang="zh-CN" dirty="0"/>
              <a:t>回车。</a:t>
            </a:r>
          </a:p>
          <a:p>
            <a:pPr marL="0" indent="0">
              <a:buNone/>
            </a:pPr>
            <a:endParaRPr lang="zh-CN" altLang="zh-CN" dirty="0"/>
          </a:p>
          <a:p>
            <a:pPr marL="342900" indent="-342900">
              <a:buFont typeface="+mj-lt"/>
              <a:buAutoNum type="arabicPeriod"/>
            </a:pPr>
            <a:endParaRPr lang="en-US" altLang="zh-CN" dirty="0" smtClean="0"/>
          </a:p>
          <a:p>
            <a:endParaRPr lang="zh-CN" altLang="en-US" dirty="0"/>
          </a:p>
        </p:txBody>
      </p:sp>
    </p:spTree>
    <p:extLst>
      <p:ext uri="{BB962C8B-B14F-4D97-AF65-F5344CB8AC3E}">
        <p14:creationId xmlns:p14="http://schemas.microsoft.com/office/powerpoint/2010/main" val="180448401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indent="-342900">
              <a:buFont typeface="+mj-lt"/>
              <a:buAutoNum type="arabicPeriod"/>
            </a:pPr>
            <a:r>
              <a:rPr lang="zh-CN" altLang="zh-CN" dirty="0"/>
              <a:t>在</a:t>
            </a:r>
            <a:r>
              <a:rPr lang="en-US" altLang="zh-CN" dirty="0" err="1"/>
              <a:t>pycharm</a:t>
            </a:r>
            <a:r>
              <a:rPr lang="zh-CN" altLang="zh-CN" dirty="0"/>
              <a:t>中</a:t>
            </a:r>
            <a:r>
              <a:rPr lang="en-US" altLang="zh-CN" dirty="0" err="1"/>
              <a:t>setting➡python</a:t>
            </a:r>
            <a:r>
              <a:rPr lang="en-US" altLang="zh-CN" dirty="0"/>
              <a:t> Interpreter</a:t>
            </a:r>
            <a:r>
              <a:rPr lang="zh-CN" altLang="zh-CN" dirty="0"/>
              <a:t>直接搜索添加安装库时，出现</a:t>
            </a:r>
            <a:r>
              <a:rPr lang="en-US" altLang="zh-CN" dirty="0"/>
              <a:t>HTTP 000</a:t>
            </a:r>
            <a:r>
              <a:rPr lang="zh-CN" altLang="zh-CN" dirty="0"/>
              <a:t>报错</a:t>
            </a:r>
            <a:r>
              <a:rPr lang="zh-CN" altLang="en-US" dirty="0"/>
              <a:t>解决方法</a:t>
            </a:r>
            <a:r>
              <a:rPr lang="zh-CN" altLang="en-US" dirty="0" smtClean="0"/>
              <a:t>：</a:t>
            </a:r>
            <a:endParaRPr lang="en-US" altLang="zh-CN" dirty="0" smtClean="0"/>
          </a:p>
          <a:p>
            <a:r>
              <a:rPr lang="zh-CN" altLang="en-US" dirty="0" smtClean="0"/>
              <a:t>最终安装完成</a:t>
            </a:r>
            <a:r>
              <a:rPr lang="zh-CN" altLang="zh-CN" dirty="0" smtClean="0"/>
              <a:t>结果</a:t>
            </a:r>
            <a:r>
              <a:rPr lang="zh-CN" altLang="zh-CN" dirty="0"/>
              <a:t>如图</a:t>
            </a:r>
            <a:r>
              <a:rPr lang="zh-CN" altLang="zh-CN" dirty="0" smtClean="0"/>
              <a:t>：</a:t>
            </a:r>
            <a:endParaRPr lang="en-US" altLang="zh-CN" dirty="0" smtClean="0"/>
          </a:p>
          <a:p>
            <a:endParaRPr lang="en-US" altLang="zh-CN" dirty="0"/>
          </a:p>
          <a:p>
            <a:endParaRPr lang="en-US" altLang="zh-CN" dirty="0" smtClean="0"/>
          </a:p>
          <a:p>
            <a:endParaRPr lang="en-US" altLang="zh-CN" dirty="0"/>
          </a:p>
          <a:p>
            <a:endParaRPr lang="en-US" altLang="zh-CN" dirty="0" smtClean="0"/>
          </a:p>
          <a:p>
            <a:endParaRPr lang="en-US" altLang="zh-CN" dirty="0"/>
          </a:p>
          <a:p>
            <a:endParaRPr lang="en-US" altLang="zh-CN" dirty="0" smtClean="0"/>
          </a:p>
          <a:p>
            <a:endParaRPr lang="zh-CN" altLang="zh-CN" dirty="0"/>
          </a:p>
          <a:p>
            <a:pPr marL="0" indent="0">
              <a:buNone/>
            </a:pPr>
            <a:endParaRPr lang="en-US" altLang="zh-CN" dirty="0" smtClean="0"/>
          </a:p>
          <a:p>
            <a:r>
              <a:rPr lang="zh-CN" altLang="zh-CN" dirty="0" smtClean="0"/>
              <a:t>该</a:t>
            </a:r>
            <a:r>
              <a:rPr lang="zh-CN" altLang="zh-CN" dirty="0"/>
              <a:t>解决方法也适用于今后其他库的安装。</a:t>
            </a:r>
          </a:p>
          <a:p>
            <a:pPr>
              <a:lnSpc>
                <a:spcPct val="125000"/>
              </a:lnSpc>
            </a:pP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9922" y="2159788"/>
            <a:ext cx="6912156" cy="3614937"/>
          </a:xfrm>
          <a:prstGeom prst="rect">
            <a:avLst/>
          </a:prstGeom>
        </p:spPr>
      </p:pic>
    </p:spTree>
    <p:extLst>
      <p:ext uri="{BB962C8B-B14F-4D97-AF65-F5344CB8AC3E}">
        <p14:creationId xmlns:p14="http://schemas.microsoft.com/office/powerpoint/2010/main" val="392826509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D1C72729-F3E7-4C78-9AAA-4821B9CC5A49}"/>
              </a:ext>
            </a:extLst>
          </p:cNvPr>
          <p:cNvSpPr>
            <a:spLocks noGrp="1"/>
          </p:cNvSpPr>
          <p:nvPr>
            <p:ph type="title"/>
          </p:nvPr>
        </p:nvSpPr>
        <p:spPr/>
        <p:txBody>
          <a:bodyPr/>
          <a:lstStyle/>
          <a:p>
            <a:r>
              <a:rPr lang="zh-CN" altLang="en-US" dirty="0" smtClean="0"/>
              <a:t>注意事项</a:t>
            </a:r>
            <a:endParaRPr lang="zh-CN" altLang="en-US" dirty="0"/>
          </a:p>
        </p:txBody>
      </p:sp>
      <p:sp>
        <p:nvSpPr>
          <p:cNvPr id="3" name="内容占位符 2">
            <a:extLst>
              <a:ext uri="{FF2B5EF4-FFF2-40B4-BE49-F238E27FC236}">
                <a16:creationId xmlns="" xmlns:a16="http://schemas.microsoft.com/office/drawing/2014/main" id="{563A06F3-7CD2-4EAF-8250-D2FE6CCEE61E}"/>
              </a:ext>
            </a:extLst>
          </p:cNvPr>
          <p:cNvSpPr>
            <a:spLocks noGrp="1"/>
          </p:cNvSpPr>
          <p:nvPr>
            <p:ph sz="quarter" idx="13"/>
          </p:nvPr>
        </p:nvSpPr>
        <p:spPr/>
        <p:txBody>
          <a:bodyPr/>
          <a:lstStyle/>
          <a:p>
            <a:pPr marL="342900" indent="-342900">
              <a:buFont typeface="+mj-lt"/>
              <a:buAutoNum type="arabicPeriod"/>
            </a:pPr>
            <a:r>
              <a:rPr lang="zh-CN" altLang="zh-CN" dirty="0"/>
              <a:t>在</a:t>
            </a:r>
            <a:r>
              <a:rPr lang="en-US" altLang="zh-CN" dirty="0" err="1"/>
              <a:t>pycharm</a:t>
            </a:r>
            <a:r>
              <a:rPr lang="zh-CN" altLang="zh-CN" dirty="0"/>
              <a:t>中</a:t>
            </a:r>
            <a:r>
              <a:rPr lang="en-US" altLang="zh-CN" dirty="0" err="1"/>
              <a:t>setting➡python</a:t>
            </a:r>
            <a:r>
              <a:rPr lang="en-US" altLang="zh-CN" dirty="0"/>
              <a:t> Interpreter</a:t>
            </a:r>
            <a:r>
              <a:rPr lang="zh-CN" altLang="zh-CN" dirty="0"/>
              <a:t>直接搜索添加安装库时，出现</a:t>
            </a:r>
            <a:r>
              <a:rPr lang="en-US" altLang="zh-CN" dirty="0"/>
              <a:t>HTTP 000</a:t>
            </a:r>
            <a:r>
              <a:rPr lang="zh-CN" altLang="zh-CN" dirty="0"/>
              <a:t>报</a:t>
            </a:r>
            <a:r>
              <a:rPr lang="zh-CN" altLang="zh-CN" dirty="0" smtClean="0"/>
              <a:t>错</a:t>
            </a:r>
            <a:r>
              <a:rPr lang="zh-CN" altLang="en-US" dirty="0" smtClean="0"/>
              <a:t>解决方法：</a:t>
            </a:r>
            <a:endParaRPr lang="en-US" altLang="zh-CN" dirty="0" smtClean="0"/>
          </a:p>
          <a:p>
            <a:pPr marL="342900" lvl="0" indent="-342900">
              <a:buFont typeface="+mj-lt"/>
              <a:buAutoNum type="arabicPeriod"/>
            </a:pPr>
            <a:r>
              <a:rPr lang="zh-CN" altLang="zh-CN" dirty="0"/>
              <a:t>直接复制网址时出现</a:t>
            </a:r>
            <a:r>
              <a:rPr lang="en-US" altLang="zh-CN" dirty="0"/>
              <a:t>&amp;word=%....%....%....</a:t>
            </a:r>
            <a:r>
              <a:rPr lang="zh-CN" altLang="zh-CN" dirty="0"/>
              <a:t>，是因为</a:t>
            </a:r>
            <a:r>
              <a:rPr lang="en-US" altLang="zh-CN" dirty="0"/>
              <a:t>utf-8</a:t>
            </a:r>
            <a:r>
              <a:rPr lang="zh-CN" altLang="zh-CN" dirty="0"/>
              <a:t>编码无法直接显示中文，将文字通过</a:t>
            </a:r>
            <a:r>
              <a:rPr lang="en-US" altLang="zh-CN" dirty="0"/>
              <a:t>16</a:t>
            </a:r>
            <a:r>
              <a:rPr lang="zh-CN" altLang="zh-CN" dirty="0"/>
              <a:t>进制转码得出，不影响正常访问。</a:t>
            </a:r>
          </a:p>
          <a:p>
            <a:pPr marL="342900" lvl="0" indent="-342900">
              <a:buFont typeface="+mj-lt"/>
              <a:buAutoNum type="arabicPeriod"/>
            </a:pPr>
            <a:r>
              <a:rPr lang="zh-CN" altLang="zh-CN" dirty="0"/>
              <a:t>运行爬虫代码时，不推荐将函数</a:t>
            </a:r>
            <a:r>
              <a:rPr lang="en-US" altLang="zh-CN" dirty="0"/>
              <a:t>Find(</a:t>
            </a:r>
            <a:r>
              <a:rPr lang="en-US" altLang="zh-CN" dirty="0" err="1"/>
              <a:t>url</a:t>
            </a:r>
            <a:r>
              <a:rPr lang="en-US" altLang="zh-CN" dirty="0"/>
              <a:t>) </a:t>
            </a:r>
            <a:r>
              <a:rPr lang="zh-CN" altLang="zh-CN" dirty="0"/>
              <a:t>中检测数量值</a:t>
            </a:r>
            <a:r>
              <a:rPr lang="en-US" altLang="zh-CN" dirty="0"/>
              <a:t>t</a:t>
            </a:r>
            <a:r>
              <a:rPr lang="zh-CN" altLang="zh-CN" dirty="0"/>
              <a:t>由</a:t>
            </a:r>
            <a:r>
              <a:rPr lang="en-US" altLang="zh-CN" dirty="0"/>
              <a:t>1000</a:t>
            </a:r>
            <a:r>
              <a:rPr lang="zh-CN" altLang="zh-CN" dirty="0"/>
              <a:t>设为很大的值，检测大量图片需要很长的时间，并且可能会被反爬虫系统监视。</a:t>
            </a:r>
          </a:p>
          <a:p>
            <a:pPr marL="342900" lvl="0" indent="-342900">
              <a:buFont typeface="+mj-lt"/>
              <a:buAutoNum type="arabicPeriod"/>
            </a:pPr>
            <a:r>
              <a:rPr lang="zh-CN" altLang="zh-CN" dirty="0"/>
              <a:t>本实验使用的爬虫程序仅针对百度图片网站特定规则及图片存储方式而编写，无法爬取其他图片网站的</a:t>
            </a:r>
            <a:r>
              <a:rPr lang="zh-CN" altLang="zh-CN" dirty="0" smtClean="0"/>
              <a:t>图片</a:t>
            </a:r>
            <a:r>
              <a:rPr lang="zh-CN" altLang="en-US" dirty="0" smtClean="0"/>
              <a:t>，且最多检测图片数量为</a:t>
            </a:r>
            <a:r>
              <a:rPr lang="en-US" altLang="zh-CN" dirty="0" smtClean="0"/>
              <a:t>1020</a:t>
            </a:r>
            <a:r>
              <a:rPr lang="zh-CN" altLang="en-US" dirty="0" smtClean="0"/>
              <a:t>。</a:t>
            </a:r>
            <a:endParaRPr lang="en-US" altLang="zh-CN" dirty="0" smtClean="0"/>
          </a:p>
          <a:p>
            <a:pPr marL="342900" indent="-342900">
              <a:buFont typeface="+mj-lt"/>
              <a:buAutoNum type="arabicPeriod"/>
            </a:pPr>
            <a:endParaRPr lang="en-US" altLang="zh-CN" dirty="0" smtClean="0"/>
          </a:p>
          <a:p>
            <a:pPr marL="0" indent="0">
              <a:buNone/>
            </a:pPr>
            <a:endParaRPr lang="zh-CN" altLang="zh-CN" dirty="0"/>
          </a:p>
          <a:p>
            <a:pPr marL="342900" indent="-342900">
              <a:buFont typeface="+mj-lt"/>
              <a:buAutoNum type="arabicPeriod"/>
            </a:pPr>
            <a:endParaRPr lang="en-US" altLang="zh-CN" dirty="0" smtClean="0"/>
          </a:p>
          <a:p>
            <a:endParaRPr lang="zh-CN" altLang="en-US" dirty="0"/>
          </a:p>
        </p:txBody>
      </p:sp>
    </p:spTree>
    <p:extLst>
      <p:ext uri="{BB962C8B-B14F-4D97-AF65-F5344CB8AC3E}">
        <p14:creationId xmlns:p14="http://schemas.microsoft.com/office/powerpoint/2010/main" val="1818397094"/>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课程小结</a:t>
            </a:r>
            <a:endParaRPr lang="zh-CN" altLang="en-US" dirty="0"/>
          </a:p>
        </p:txBody>
      </p:sp>
      <p:sp>
        <p:nvSpPr>
          <p:cNvPr id="3" name="内容占位符 2"/>
          <p:cNvSpPr>
            <a:spLocks noGrp="1"/>
          </p:cNvSpPr>
          <p:nvPr>
            <p:ph sz="quarter" idx="13"/>
          </p:nvPr>
        </p:nvSpPr>
        <p:spPr/>
        <p:txBody>
          <a:bodyPr/>
          <a:lstStyle/>
          <a:p>
            <a:r>
              <a:rPr lang="zh-CN" altLang="en-US" dirty="0" smtClean="0"/>
              <a:t>在</a:t>
            </a:r>
            <a:r>
              <a:rPr lang="zh-CN" altLang="zh-CN" dirty="0" smtClean="0"/>
              <a:t>本</a:t>
            </a:r>
            <a:r>
              <a:rPr lang="zh-CN" altLang="en-US" dirty="0" smtClean="0"/>
              <a:t>节课</a:t>
            </a:r>
            <a:r>
              <a:rPr lang="zh-CN" altLang="zh-CN" dirty="0" smtClean="0"/>
              <a:t>中</a:t>
            </a:r>
            <a:r>
              <a:rPr lang="zh-CN" altLang="zh-CN" dirty="0"/>
              <a:t>，</a:t>
            </a:r>
            <a:r>
              <a:rPr lang="zh-CN" altLang="zh-CN" dirty="0" smtClean="0"/>
              <a:t>我们</a:t>
            </a:r>
            <a:r>
              <a:rPr lang="zh-CN" altLang="en-US" dirty="0"/>
              <a:t>学习</a:t>
            </a:r>
            <a:r>
              <a:rPr lang="zh-CN" altLang="en-US" dirty="0" smtClean="0"/>
              <a:t>了：</a:t>
            </a:r>
            <a:endParaRPr lang="en-US" altLang="zh-CN" dirty="0" smtClean="0"/>
          </a:p>
          <a:p>
            <a:r>
              <a:rPr lang="zh-CN" altLang="en-US" dirty="0" smtClean="0"/>
              <a:t>分析网站源代码及图片存储规则</a:t>
            </a:r>
            <a:endParaRPr lang="en-US" altLang="zh-CN" dirty="0" smtClean="0"/>
          </a:p>
          <a:p>
            <a:r>
              <a:rPr lang="zh-CN" altLang="en-US" dirty="0" smtClean="0"/>
              <a:t>爬虫程序的参数修改与运行</a:t>
            </a:r>
            <a:endParaRPr lang="en-US" altLang="zh-CN" dirty="0" smtClean="0"/>
          </a:p>
          <a:p>
            <a:r>
              <a:rPr lang="zh-CN" altLang="en-US" dirty="0" smtClean="0"/>
              <a:t>批量剔除异常图片</a:t>
            </a:r>
            <a:endParaRPr lang="en-US" altLang="zh-CN" dirty="0"/>
          </a:p>
          <a:p>
            <a:endParaRPr lang="zh-CN" altLang="en-US" dirty="0"/>
          </a:p>
        </p:txBody>
      </p:sp>
    </p:spTree>
    <p:extLst>
      <p:ext uri="{BB962C8B-B14F-4D97-AF65-F5344CB8AC3E}">
        <p14:creationId xmlns:p14="http://schemas.microsoft.com/office/powerpoint/2010/main" val="173872886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 xmlns:a16="http://schemas.microsoft.com/office/drawing/2014/main" id="{F00044BE-8457-4074-8823-61E1394FBFA4}"/>
              </a:ext>
            </a:extLst>
          </p:cNvPr>
          <p:cNvSpPr>
            <a:spLocks noGrp="1"/>
          </p:cNvSpPr>
          <p:nvPr>
            <p:ph type="ctrTitle"/>
          </p:nvPr>
        </p:nvSpPr>
        <p:spPr/>
        <p:txBody>
          <a:bodyPr/>
          <a:lstStyle/>
          <a:p>
            <a:endParaRPr lang="zh-CN" altLang="en-US"/>
          </a:p>
        </p:txBody>
      </p:sp>
      <p:sp>
        <p:nvSpPr>
          <p:cNvPr id="3" name="文本占位符 2">
            <a:extLst>
              <a:ext uri="{FF2B5EF4-FFF2-40B4-BE49-F238E27FC236}">
                <a16:creationId xmlns="" xmlns:a16="http://schemas.microsoft.com/office/drawing/2014/main" id="{6CDD7759-BA71-41DE-BB7F-473ED21A855A}"/>
              </a:ext>
            </a:extLst>
          </p:cNvPr>
          <p:cNvSpPr>
            <a:spLocks noGrp="1"/>
          </p:cNvSpPr>
          <p:nvPr>
            <p:ph type="body" sz="quarter" idx="18"/>
          </p:nvPr>
        </p:nvSpPr>
        <p:spPr/>
        <p:txBody>
          <a:bodyPr/>
          <a:lstStyle/>
          <a:p>
            <a:endParaRPr lang="zh-CN" altLang="en-US"/>
          </a:p>
        </p:txBody>
      </p:sp>
      <p:sp>
        <p:nvSpPr>
          <p:cNvPr id="4" name="文本占位符 3">
            <a:extLst>
              <a:ext uri="{FF2B5EF4-FFF2-40B4-BE49-F238E27FC236}">
                <a16:creationId xmlns="" xmlns:a16="http://schemas.microsoft.com/office/drawing/2014/main" id="{B39E9368-67B8-448F-BCF0-D2F5A267509F}"/>
              </a:ext>
            </a:extLst>
          </p:cNvPr>
          <p:cNvSpPr>
            <a:spLocks noGrp="1"/>
          </p:cNvSpPr>
          <p:nvPr>
            <p:ph type="body" sz="quarter" idx="10"/>
          </p:nvPr>
        </p:nvSpPr>
        <p:spPr/>
        <p:txBody>
          <a:bodyPr/>
          <a:lstStyle/>
          <a:p>
            <a:endParaRPr lang="zh-CN" altLang="en-US"/>
          </a:p>
        </p:txBody>
      </p:sp>
    </p:spTree>
    <p:extLst>
      <p:ext uri="{BB962C8B-B14F-4D97-AF65-F5344CB8AC3E}">
        <p14:creationId xmlns:p14="http://schemas.microsoft.com/office/powerpoint/2010/main" val="64048329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THEME" val="#218130"/>
</p:tagLst>
</file>

<file path=ppt/theme/theme1.xml><?xml version="1.0" encoding="utf-8"?>
<a:theme xmlns:a="http://schemas.openxmlformats.org/drawingml/2006/main" name="主题5">
  <a:themeElements>
    <a:clrScheme name="房利美">
      <a:dk1>
        <a:srgbClr val="000000"/>
      </a:dk1>
      <a:lt1>
        <a:srgbClr val="FFFFFF"/>
      </a:lt1>
      <a:dk2>
        <a:srgbClr val="768394"/>
      </a:dk2>
      <a:lt2>
        <a:srgbClr val="F0F0F0"/>
      </a:lt2>
      <a:accent1>
        <a:srgbClr val="111D84"/>
      </a:accent1>
      <a:accent2>
        <a:srgbClr val="28528B"/>
      </a:accent2>
      <a:accent3>
        <a:srgbClr val="39AEC0"/>
      </a:accent3>
      <a:accent4>
        <a:srgbClr val="FBCB6A"/>
      </a:accent4>
      <a:accent5>
        <a:srgbClr val="757579"/>
      </a:accent5>
      <a:accent6>
        <a:srgbClr val="5C5E60"/>
      </a:accent6>
      <a:hlink>
        <a:srgbClr val="4276AA"/>
      </a:hlink>
      <a:folHlink>
        <a:srgbClr val="BFBFBF"/>
      </a:folHlink>
    </a:clrScheme>
    <a:fontScheme name="Temp">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课件：模板.potx" id="{75A736F1-A9F4-4558-8520-289A7C5FD6F8}" vid="{6F499C35-6EEA-4591-8D01-5F89C10EE7D2}"/>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课件：模板</Template>
  <TotalTime>457</TotalTime>
  <Words>1399</Words>
  <Application>Microsoft Office PowerPoint</Application>
  <PresentationFormat>宽屏</PresentationFormat>
  <Paragraphs>175</Paragraphs>
  <Slides>46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46</vt:i4>
      </vt:variant>
    </vt:vector>
  </HeadingPairs>
  <TitlesOfParts>
    <vt:vector size="53" baseType="lpstr">
      <vt:lpstr>等线</vt:lpstr>
      <vt:lpstr>宋体</vt:lpstr>
      <vt:lpstr>微软雅黑</vt:lpstr>
      <vt:lpstr>Arial</vt:lpstr>
      <vt:lpstr>Calibri</vt:lpstr>
      <vt:lpstr>Ebrima</vt:lpstr>
      <vt:lpstr>主题5</vt:lpstr>
      <vt:lpstr>目标检测的准备</vt:lpstr>
      <vt:lpstr>课程目标</vt:lpstr>
      <vt:lpstr>PowerPoint 演示文稿</vt:lpstr>
      <vt:lpstr>/01</vt:lpstr>
      <vt:lpstr>实验介绍</vt:lpstr>
      <vt:lpstr>/02</vt:lpstr>
      <vt:lpstr>实验环境</vt:lpstr>
      <vt:lpstr>/03</vt:lpstr>
      <vt:lpstr>实验步骤</vt:lpstr>
      <vt:lpstr>实验流程</vt:lpstr>
      <vt:lpstr>安装必需的库</vt:lpstr>
      <vt:lpstr>安装必需的库</vt:lpstr>
      <vt:lpstr>安装必需的库</vt:lpstr>
      <vt:lpstr>安装必需的库</vt:lpstr>
      <vt:lpstr>实验流程</vt:lpstr>
      <vt:lpstr>分析网页源代码</vt:lpstr>
      <vt:lpstr>分析网页源代码</vt:lpstr>
      <vt:lpstr>分析网页源代码</vt:lpstr>
      <vt:lpstr>分析网页源代码</vt:lpstr>
      <vt:lpstr>分析网页源代码</vt:lpstr>
      <vt:lpstr>实验流程</vt:lpstr>
      <vt:lpstr>程序代码介绍</vt:lpstr>
      <vt:lpstr>程序代码介绍</vt:lpstr>
      <vt:lpstr>程序代码介绍</vt:lpstr>
      <vt:lpstr>程序代码介绍</vt:lpstr>
      <vt:lpstr>程序代码介绍</vt:lpstr>
      <vt:lpstr>程序代码介绍</vt:lpstr>
      <vt:lpstr>程序代码介绍</vt:lpstr>
      <vt:lpstr>程序代码介绍</vt:lpstr>
      <vt:lpstr>程序代码介绍</vt:lpstr>
      <vt:lpstr>程序代码介绍</vt:lpstr>
      <vt:lpstr>实验流程</vt:lpstr>
      <vt:lpstr>运行爬虫程序</vt:lpstr>
      <vt:lpstr>运行爬虫程序</vt:lpstr>
      <vt:lpstr>实验流程</vt:lpstr>
      <vt:lpstr>剔除异常图片</vt:lpstr>
      <vt:lpstr>剔除异常图片</vt:lpstr>
      <vt:lpstr>剔除异常图片</vt:lpstr>
      <vt:lpstr>剔除异常图片</vt:lpstr>
      <vt:lpstr>实验结果</vt:lpstr>
      <vt:lpstr>/04</vt:lpstr>
      <vt:lpstr>注意事项</vt:lpstr>
      <vt:lpstr>注意事项</vt:lpstr>
      <vt:lpstr>注意事项</vt:lpstr>
      <vt:lpstr>课程小结</vt:lpstr>
      <vt:lpstr>PowerPoint 演示文稿</vt:lpstr>
    </vt:vector>
  </TitlesOfParts>
  <Manager>iSlide</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帐户</dc:creator>
  <cp:lastModifiedBy>Microsoft 帐户</cp:lastModifiedBy>
  <cp:revision>27</cp:revision>
  <cp:lastPrinted>2018-09-20T16:00:00Z</cp:lastPrinted>
  <dcterms:created xsi:type="dcterms:W3CDTF">2022-06-27T01:42:48Z</dcterms:created>
  <dcterms:modified xsi:type="dcterms:W3CDTF">2022-12-27T09:30:20Z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Slide.Theme">
    <vt:lpwstr>48706f29-9ca0-418e-876d-de7b156ca083</vt:lpwstr>
  </property>
  <property fmtid="{D5CDD505-2E9C-101B-9397-08002B2CF9AE}" pid="3" name="ICV">
    <vt:lpwstr>73014DBFC45146CA96EB1D40049F1576</vt:lpwstr>
  </property>
  <property fmtid="{D5CDD505-2E9C-101B-9397-08002B2CF9AE}" pid="4" name="KSOProductBuildVer">
    <vt:lpwstr>2052-11.1.0.10667</vt:lpwstr>
  </property>
</Properties>
</file>