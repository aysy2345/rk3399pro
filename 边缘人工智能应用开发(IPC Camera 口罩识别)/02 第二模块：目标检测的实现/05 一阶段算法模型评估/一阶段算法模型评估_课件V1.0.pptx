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8" r:id="rId2"/>
    <p:sldId id="265" r:id="rId3"/>
    <p:sldId id="262" r:id="rId4"/>
    <p:sldId id="257" r:id="rId5"/>
    <p:sldId id="260" r:id="rId6"/>
    <p:sldId id="266" r:id="rId7"/>
    <p:sldId id="362" r:id="rId8"/>
    <p:sldId id="267" r:id="rId9"/>
    <p:sldId id="276" r:id="rId10"/>
    <p:sldId id="277" r:id="rId11"/>
    <p:sldId id="363" r:id="rId12"/>
    <p:sldId id="350" r:id="rId13"/>
    <p:sldId id="354" r:id="rId14"/>
    <p:sldId id="355" r:id="rId15"/>
    <p:sldId id="356" r:id="rId16"/>
    <p:sldId id="357" r:id="rId17"/>
    <p:sldId id="358" r:id="rId18"/>
    <p:sldId id="359" r:id="rId19"/>
    <p:sldId id="351" r:id="rId20"/>
    <p:sldId id="321" r:id="rId21"/>
    <p:sldId id="322" r:id="rId22"/>
    <p:sldId id="323" r:id="rId23"/>
    <p:sldId id="352" r:id="rId24"/>
    <p:sldId id="324" r:id="rId25"/>
    <p:sldId id="325" r:id="rId26"/>
    <p:sldId id="364" r:id="rId27"/>
    <p:sldId id="366" r:id="rId28"/>
    <p:sldId id="326" r:id="rId29"/>
    <p:sldId id="360" r:id="rId30"/>
    <p:sldId id="327" r:id="rId31"/>
    <p:sldId id="361" r:id="rId32"/>
    <p:sldId id="268" r:id="rId33"/>
    <p:sldId id="272" r:id="rId34"/>
    <p:sldId id="264" r:id="rId35"/>
    <p:sldId id="261" r:id="rId36"/>
  </p:sldIdLst>
  <p:sldSz cx="12192000" cy="6858000"/>
  <p:notesSz cx="6858000" cy="9144000"/>
  <p:custDataLst>
    <p:tags r:id="rId3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56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  <p15:guide id="7" orient="horz" pos="2160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A4BC"/>
    <a:srgbClr val="FCCC6B"/>
    <a:srgbClr val="0B077F"/>
    <a:srgbClr val="28508A"/>
    <a:srgbClr val="327CA6"/>
    <a:srgbClr val="1FDBE8"/>
    <a:srgbClr val="FBBB3B"/>
    <a:srgbClr val="1A1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196" autoAdjust="0"/>
  </p:normalViewPr>
  <p:slideViewPr>
    <p:cSldViewPr snapToGrid="0" showGuides="1">
      <p:cViewPr varScale="1">
        <p:scale>
          <a:sx n="105" d="100"/>
          <a:sy n="105" d="100"/>
        </p:scale>
        <p:origin x="732" y="78"/>
      </p:cViewPr>
      <p:guideLst>
        <p:guide pos="3840"/>
        <p:guide pos="7256"/>
        <p:guide orient="horz" pos="3929"/>
        <p:guide orient="horz" pos="386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/>
            <a:t>代码工程分析</a:t>
          </a:r>
          <a:endParaRPr lang="zh-CN" altLang="en-US" dirty="0"/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训练过程分析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测试集评估模型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80F8930D-5816-4EC5-A90F-461BE15645B6}" srcId="{314AE731-DFBF-4A5B-8171-86B7AA2F2858}" destId="{C6C44482-D821-4FAE-BB52-29931F8BCBDE}" srcOrd="2" destOrd="0" parTransId="{DE3ECBCB-59A7-4B29-8005-72F8BCC1C41D}" sibTransId="{FA81CD99-4C17-4421-BECF-3D861154DBDD}"/>
    <dgm:cxn modelId="{18148AE1-19BF-42E4-A611-096059E32FB7}" type="presOf" srcId="{BEAB6AAF-246B-444D-90D9-FB867EA43595}" destId="{FC4CA3E0-7A9C-47CB-88C9-7F81B89FD5AA}" srcOrd="0" destOrd="0" presId="urn:microsoft.com/office/officeart/2005/8/layout/chevron1"/>
    <dgm:cxn modelId="{7ACFB0E2-0D3E-418A-BD4E-BA25CC5CC9E3}" type="presOf" srcId="{314AE731-DFBF-4A5B-8171-86B7AA2F2858}" destId="{5653E5CF-63C1-4886-9DFE-DC4B36C44A33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C2785AB0-9731-4DAB-9F6F-AA3F0A0A411A}" type="presOf" srcId="{3F9AE8EF-E0BD-4A86-A1DC-73AF72B43E8D}" destId="{2147596E-7442-41E7-9852-40E25C424996}" srcOrd="0" destOrd="0" presId="urn:microsoft.com/office/officeart/2005/8/layout/chevron1"/>
    <dgm:cxn modelId="{C8A75089-DA2B-489B-AA8A-47AFAFC879BD}" type="presOf" srcId="{C6C44482-D821-4FAE-BB52-29931F8BCBDE}" destId="{E2DC7CE9-31B9-4959-914F-451EA2F3687E}" srcOrd="0" destOrd="0" presId="urn:microsoft.com/office/officeart/2005/8/layout/chevron1"/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7C548A56-4A1A-45AD-AB5A-7E7F8B7D845A}" type="presParOf" srcId="{5653E5CF-63C1-4886-9DFE-DC4B36C44A33}" destId="{FC4CA3E0-7A9C-47CB-88C9-7F81B89FD5AA}" srcOrd="0" destOrd="0" presId="urn:microsoft.com/office/officeart/2005/8/layout/chevron1"/>
    <dgm:cxn modelId="{CE2ECD58-452E-42D5-8107-9655B4EA7D32}" type="presParOf" srcId="{5653E5CF-63C1-4886-9DFE-DC4B36C44A33}" destId="{ED8D2DC7-F6B9-49A1-A3FB-6645AA0B27C9}" srcOrd="1" destOrd="0" presId="urn:microsoft.com/office/officeart/2005/8/layout/chevron1"/>
    <dgm:cxn modelId="{D956DAB8-14D8-491D-9658-A5FE73C3B0A0}" type="presParOf" srcId="{5653E5CF-63C1-4886-9DFE-DC4B36C44A33}" destId="{2147596E-7442-41E7-9852-40E25C424996}" srcOrd="2" destOrd="0" presId="urn:microsoft.com/office/officeart/2005/8/layout/chevron1"/>
    <dgm:cxn modelId="{F64C7D20-1243-40D5-A8A8-36376D94AE62}" type="presParOf" srcId="{5653E5CF-63C1-4886-9DFE-DC4B36C44A33}" destId="{78A125B0-FC96-47C5-ADBC-5773E5EBD695}" srcOrd="3" destOrd="0" presId="urn:microsoft.com/office/officeart/2005/8/layout/chevron1"/>
    <dgm:cxn modelId="{60727C06-6D64-4570-A4E8-A815C2C6E51F}" type="presParOf" srcId="{5653E5CF-63C1-4886-9DFE-DC4B36C44A33}" destId="{E2DC7CE9-31B9-4959-914F-451EA2F3687E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代码工程分析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训练过程分析</a:t>
          </a:r>
          <a:endParaRPr lang="zh-CN" altLang="en-US" dirty="0">
            <a:solidFill>
              <a:schemeClr val="tx1"/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测试集评估模型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2" destOrd="0" parTransId="{DE3ECBCB-59A7-4B29-8005-72F8BCC1C41D}" sibTransId="{FA81CD99-4C17-4421-BECF-3D861154DBDD}"/>
    <dgm:cxn modelId="{8A95FE80-831B-49BF-932D-EE5BA4421A33}" type="presOf" srcId="{314AE731-DFBF-4A5B-8171-86B7AA2F2858}" destId="{5653E5CF-63C1-4886-9DFE-DC4B36C44A33}" srcOrd="0" destOrd="0" presId="urn:microsoft.com/office/officeart/2005/8/layout/chevron1"/>
    <dgm:cxn modelId="{8BC05E43-8727-4FEF-9192-6AE90D4AC486}" type="presOf" srcId="{C6C44482-D821-4FAE-BB52-29931F8BCBDE}" destId="{E2DC7CE9-31B9-4959-914F-451EA2F3687E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479E5EC0-FFAA-4C7E-AE0B-1D974110D1B4}" type="presOf" srcId="{3F9AE8EF-E0BD-4A86-A1DC-73AF72B43E8D}" destId="{2147596E-7442-41E7-9852-40E25C424996}" srcOrd="0" destOrd="0" presId="urn:microsoft.com/office/officeart/2005/8/layout/chevron1"/>
    <dgm:cxn modelId="{C0DD7DA1-9A0F-482E-9A20-4353F76D69F5}" type="presOf" srcId="{BEAB6AAF-246B-444D-90D9-FB867EA43595}" destId="{FC4CA3E0-7A9C-47CB-88C9-7F81B89FD5AA}" srcOrd="0" destOrd="0" presId="urn:microsoft.com/office/officeart/2005/8/layout/chevron1"/>
    <dgm:cxn modelId="{2B57206F-F062-4A6F-802C-7F1C4886D753}" type="presParOf" srcId="{5653E5CF-63C1-4886-9DFE-DC4B36C44A33}" destId="{FC4CA3E0-7A9C-47CB-88C9-7F81B89FD5AA}" srcOrd="0" destOrd="0" presId="urn:microsoft.com/office/officeart/2005/8/layout/chevron1"/>
    <dgm:cxn modelId="{2CCA1E11-6184-43A6-AC24-35D74769AF9F}" type="presParOf" srcId="{5653E5CF-63C1-4886-9DFE-DC4B36C44A33}" destId="{ED8D2DC7-F6B9-49A1-A3FB-6645AA0B27C9}" srcOrd="1" destOrd="0" presId="urn:microsoft.com/office/officeart/2005/8/layout/chevron1"/>
    <dgm:cxn modelId="{8734E266-DDF7-4A6D-8E54-728A08B949AA}" type="presParOf" srcId="{5653E5CF-63C1-4886-9DFE-DC4B36C44A33}" destId="{2147596E-7442-41E7-9852-40E25C424996}" srcOrd="2" destOrd="0" presId="urn:microsoft.com/office/officeart/2005/8/layout/chevron1"/>
    <dgm:cxn modelId="{D4B09B69-7B4B-407A-A6B2-2A582D7A5309}" type="presParOf" srcId="{5653E5CF-63C1-4886-9DFE-DC4B36C44A33}" destId="{78A125B0-FC96-47C5-ADBC-5773E5EBD695}" srcOrd="3" destOrd="0" presId="urn:microsoft.com/office/officeart/2005/8/layout/chevron1"/>
    <dgm:cxn modelId="{5B7505DF-BF63-40C6-BDD6-14A5C8FC64AC}" type="presParOf" srcId="{5653E5CF-63C1-4886-9DFE-DC4B36C44A33}" destId="{E2DC7CE9-31B9-4959-914F-451EA2F3687E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代码工程分析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训练过程分析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测试集评估模型</a:t>
          </a:r>
          <a:endParaRPr lang="zh-CN" altLang="en-US" dirty="0">
            <a:solidFill>
              <a:schemeClr val="tx1"/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C21BCDD-263B-4440-9ED1-535609CC1F22}" type="presOf" srcId="{3F9AE8EF-E0BD-4A86-A1DC-73AF72B43E8D}" destId="{2147596E-7442-41E7-9852-40E25C424996}" srcOrd="0" destOrd="0" presId="urn:microsoft.com/office/officeart/2005/8/layout/chevron1"/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DBCC381A-B360-45CE-9779-0125E7FBBF16}" type="presOf" srcId="{C6C44482-D821-4FAE-BB52-29931F8BCBDE}" destId="{E2DC7CE9-31B9-4959-914F-451EA2F3687E}" srcOrd="0" destOrd="0" presId="urn:microsoft.com/office/officeart/2005/8/layout/chevron1"/>
    <dgm:cxn modelId="{80F8930D-5816-4EC5-A90F-461BE15645B6}" srcId="{314AE731-DFBF-4A5B-8171-86B7AA2F2858}" destId="{C6C44482-D821-4FAE-BB52-29931F8BCBDE}" srcOrd="2" destOrd="0" parTransId="{DE3ECBCB-59A7-4B29-8005-72F8BCC1C41D}" sibTransId="{FA81CD99-4C17-4421-BECF-3D861154DBDD}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91DC811F-CDF3-4EBF-AC6B-A05C6FAA1871}" type="presOf" srcId="{BEAB6AAF-246B-444D-90D9-FB867EA43595}" destId="{FC4CA3E0-7A9C-47CB-88C9-7F81B89FD5AA}" srcOrd="0" destOrd="0" presId="urn:microsoft.com/office/officeart/2005/8/layout/chevron1"/>
    <dgm:cxn modelId="{E259ABE4-330B-4912-BFFE-EB91BC980059}" type="presOf" srcId="{314AE731-DFBF-4A5B-8171-86B7AA2F2858}" destId="{5653E5CF-63C1-4886-9DFE-DC4B36C44A33}" srcOrd="0" destOrd="0" presId="urn:microsoft.com/office/officeart/2005/8/layout/chevron1"/>
    <dgm:cxn modelId="{8FECBF20-6E4E-4E3B-9882-308190870DA8}" type="presParOf" srcId="{5653E5CF-63C1-4886-9DFE-DC4B36C44A33}" destId="{FC4CA3E0-7A9C-47CB-88C9-7F81B89FD5AA}" srcOrd="0" destOrd="0" presId="urn:microsoft.com/office/officeart/2005/8/layout/chevron1"/>
    <dgm:cxn modelId="{7A946493-9477-4E28-B700-33CC17588F78}" type="presParOf" srcId="{5653E5CF-63C1-4886-9DFE-DC4B36C44A33}" destId="{ED8D2DC7-F6B9-49A1-A3FB-6645AA0B27C9}" srcOrd="1" destOrd="0" presId="urn:microsoft.com/office/officeart/2005/8/layout/chevron1"/>
    <dgm:cxn modelId="{8C2770EF-C6EE-493B-B468-D1429FD4F1E0}" type="presParOf" srcId="{5653E5CF-63C1-4886-9DFE-DC4B36C44A33}" destId="{2147596E-7442-41E7-9852-40E25C424996}" srcOrd="2" destOrd="0" presId="urn:microsoft.com/office/officeart/2005/8/layout/chevron1"/>
    <dgm:cxn modelId="{DA80A456-93E7-4914-8B79-7EB75DBF9C60}" type="presParOf" srcId="{5653E5CF-63C1-4886-9DFE-DC4B36C44A33}" destId="{78A125B0-FC96-47C5-ADBC-5773E5EBD695}" srcOrd="3" destOrd="0" presId="urn:microsoft.com/office/officeart/2005/8/layout/chevron1"/>
    <dgm:cxn modelId="{16EE0BD3-72AD-41BE-AC3B-0B084BE02928}" type="presParOf" srcId="{5653E5CF-63C1-4886-9DFE-DC4B36C44A33}" destId="{E2DC7CE9-31B9-4959-914F-451EA2F3687E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83C43651-EA8B-4678-8FD9-6C875DB13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6BD28C34-B0BD-41BE-80A7-C252BFAB0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09C1BF11-5702-475A-BDCC-CA13CC2B291E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A77B7009-201B-41DD-A31B-ADB4AD7A41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DBB078B8-0584-4580-A4FF-8E471217A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381B0EFE-A81B-4FF2-A11B-20F00DF34C36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0325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A1E830F0-DDCD-4D0F-B5F3-4FD19C8F86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E86D8963-CFCD-4740-AF60-049850373CDF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723" name="幻灯片图像占位符 3">
            <a:extLst>
              <a:ext uri="{FF2B5EF4-FFF2-40B4-BE49-F238E27FC236}">
                <a16:creationId xmlns:a16="http://schemas.microsoft.com/office/drawing/2014/main" xmlns="" id="{0E0776D9-EB5E-4648-A11C-5DC5CDC40389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备注占位符 7">
            <a:extLst>
              <a:ext uri="{FF2B5EF4-FFF2-40B4-BE49-F238E27FC236}">
                <a16:creationId xmlns:a16="http://schemas.microsoft.com/office/drawing/2014/main" xmlns="" id="{283E4D93-BBF5-4A19-BF46-DCA634601C1A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DF32E9F7-1370-428C-9546-57C937509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C464E13-4384-4E27-B198-CCD5CE71F818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xmlns="" id="{22C67519-F77F-4031-9D1A-E102741AFD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11" name="页眉占位符 10">
            <a:extLst>
              <a:ext uri="{FF2B5EF4-FFF2-40B4-BE49-F238E27FC236}">
                <a16:creationId xmlns:a16="http://schemas.microsoft.com/office/drawing/2014/main" xmlns="" id="{A2FFFFAA-8C8E-43C6-8DDC-20C2BA84D3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978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20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833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21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4930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xmlns="" id="{6EB3BC85-6B9D-4CAF-90B8-EC7DC38A80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xmlns="" id="{ED0129E5-1051-4340-8E45-BD04A72D1987}"/>
              </a:ext>
            </a:extLst>
          </p:cNvPr>
          <p:cNvSpPr/>
          <p:nvPr userDrawn="1"/>
        </p:nvSpPr>
        <p:spPr>
          <a:xfrm>
            <a:off x="4019550" y="1346200"/>
            <a:ext cx="7832725" cy="5137150"/>
          </a:xfrm>
          <a:custGeom>
            <a:avLst/>
            <a:gdLst>
              <a:gd name="connsiteX0" fmla="*/ 9059374 w 9059374"/>
              <a:gd name="connsiteY0" fmla="*/ 0 h 5940588"/>
              <a:gd name="connsiteX1" fmla="*/ 9059374 w 9059374"/>
              <a:gd name="connsiteY1" fmla="*/ 5940588 h 5940588"/>
              <a:gd name="connsiteX2" fmla="*/ 0 w 9059374"/>
              <a:gd name="connsiteY2" fmla="*/ 5940588 h 594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9374" h="5940588">
                <a:moveTo>
                  <a:pt x="9059374" y="0"/>
                </a:moveTo>
                <a:lnTo>
                  <a:pt x="9059374" y="5940588"/>
                </a:lnTo>
                <a:lnTo>
                  <a:pt x="0" y="5940588"/>
                </a:lnTo>
                <a:close/>
              </a:path>
            </a:pathLst>
          </a:custGeom>
          <a:solidFill>
            <a:schemeClr val="bg1">
              <a:alpha val="27000"/>
            </a:schemeClr>
          </a:soli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Freeform 100">
            <a:extLst>
              <a:ext uri="{FF2B5EF4-FFF2-40B4-BE49-F238E27FC236}">
                <a16:creationId xmlns:a16="http://schemas.microsoft.com/office/drawing/2014/main" xmlns="" id="{A36D1798-A1CA-4D7E-B424-254BFF94F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1006475"/>
            <a:ext cx="2635250" cy="1997075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1">
            <a:extLst>
              <a:ext uri="{FF2B5EF4-FFF2-40B4-BE49-F238E27FC236}">
                <a16:creationId xmlns:a16="http://schemas.microsoft.com/office/drawing/2014/main" xmlns="" id="{E8C3362A-0A53-4F77-816A-7587B884A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788" y="830263"/>
            <a:ext cx="1057275" cy="2173287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2">
            <a:extLst>
              <a:ext uri="{FF2B5EF4-FFF2-40B4-BE49-F238E27FC236}">
                <a16:creationId xmlns:a16="http://schemas.microsoft.com/office/drawing/2014/main" xmlns="" id="{B38EB0B3-A79D-4899-B750-F812B574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639763"/>
            <a:ext cx="1377950" cy="2363787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3">
            <a:extLst>
              <a:ext uri="{FF2B5EF4-FFF2-40B4-BE49-F238E27FC236}">
                <a16:creationId xmlns:a16="http://schemas.microsoft.com/office/drawing/2014/main" xmlns="" id="{70050A56-5891-4390-A47C-74FAD121AB2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129338" y="965200"/>
            <a:ext cx="100012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4">
            <a:extLst>
              <a:ext uri="{FF2B5EF4-FFF2-40B4-BE49-F238E27FC236}">
                <a16:creationId xmlns:a16="http://schemas.microsoft.com/office/drawing/2014/main" xmlns="" id="{7682B7E0-695F-44B2-875E-095AF6F704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67650" y="792163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5">
            <a:extLst>
              <a:ext uri="{FF2B5EF4-FFF2-40B4-BE49-F238E27FC236}">
                <a16:creationId xmlns:a16="http://schemas.microsoft.com/office/drawing/2014/main" xmlns="" id="{CC4A0B06-5CDE-4CBC-B116-907CE683E1C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715250" y="598488"/>
            <a:ext cx="101600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6">
            <a:extLst>
              <a:ext uri="{FF2B5EF4-FFF2-40B4-BE49-F238E27FC236}">
                <a16:creationId xmlns:a16="http://schemas.microsoft.com/office/drawing/2014/main" xmlns="" id="{6CB9C93B-43EF-4856-811F-BCF5E95C9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613" y="493713"/>
            <a:ext cx="2027237" cy="2509837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7">
            <a:extLst>
              <a:ext uri="{FF2B5EF4-FFF2-40B4-BE49-F238E27FC236}">
                <a16:creationId xmlns:a16="http://schemas.microsoft.com/office/drawing/2014/main" xmlns="" id="{BCE8B6EB-271B-4795-84B5-C74FC766DFF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229475" y="452438"/>
            <a:ext cx="100013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8">
            <a:extLst>
              <a:ext uri="{FF2B5EF4-FFF2-40B4-BE49-F238E27FC236}">
                <a16:creationId xmlns:a16="http://schemas.microsoft.com/office/drawing/2014/main" xmlns="" id="{2C044E33-42F0-47B8-9413-FF36324D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0" y="493713"/>
            <a:ext cx="1433513" cy="2509837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09">
            <a:extLst>
              <a:ext uri="{FF2B5EF4-FFF2-40B4-BE49-F238E27FC236}">
                <a16:creationId xmlns:a16="http://schemas.microsoft.com/office/drawing/2014/main" xmlns="" id="{B0B75A94-9E0D-4A3A-831A-ED028A99DB2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904538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0">
            <a:extLst>
              <a:ext uri="{FF2B5EF4-FFF2-40B4-BE49-F238E27FC236}">
                <a16:creationId xmlns:a16="http://schemas.microsoft.com/office/drawing/2014/main" xmlns="" id="{60903120-90EA-4BD9-989C-DEE80E5D917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02975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1">
            <a:extLst>
              <a:ext uri="{FF2B5EF4-FFF2-40B4-BE49-F238E27FC236}">
                <a16:creationId xmlns:a16="http://schemas.microsoft.com/office/drawing/2014/main" xmlns="" id="{5FEBB2C5-1CB2-4CB4-951C-C88673222AA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07763" y="452438"/>
            <a:ext cx="100012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2">
            <a:extLst>
              <a:ext uri="{FF2B5EF4-FFF2-40B4-BE49-F238E27FC236}">
                <a16:creationId xmlns:a16="http://schemas.microsoft.com/office/drawing/2014/main" xmlns="" id="{61BBE27F-C126-43A0-ADAC-32F04A7BA3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5030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3">
            <a:extLst>
              <a:ext uri="{FF2B5EF4-FFF2-40B4-BE49-F238E27FC236}">
                <a16:creationId xmlns:a16="http://schemas.microsoft.com/office/drawing/2014/main" xmlns="" id="{EAA58AC9-539D-4C09-9AA7-13B04599C16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7062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xmlns="" id="{ACC85A4E-AC3E-44B6-8F1C-395F77E6AE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904663" y="452438"/>
            <a:ext cx="100012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7">
            <a:extLst>
              <a:ext uri="{FF2B5EF4-FFF2-40B4-BE49-F238E27FC236}">
                <a16:creationId xmlns:a16="http://schemas.microsoft.com/office/drawing/2014/main" xmlns="" id="{52FC56B6-5653-4FCF-B0E0-5EB6CF7D4CF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643438" y="2600325"/>
            <a:ext cx="6894512" cy="4008438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8">
            <a:extLst>
              <a:ext uri="{FF2B5EF4-FFF2-40B4-BE49-F238E27FC236}">
                <a16:creationId xmlns:a16="http://schemas.microsoft.com/office/drawing/2014/main" xmlns="" id="{6E93BA8B-AE90-475B-9BCA-7C9DE918B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122488"/>
            <a:ext cx="7172325" cy="4067175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19">
            <a:extLst>
              <a:ext uri="{FF2B5EF4-FFF2-40B4-BE49-F238E27FC236}">
                <a16:creationId xmlns:a16="http://schemas.microsoft.com/office/drawing/2014/main" xmlns="" id="{8272447B-0412-408B-B30E-A3EAA6303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13113"/>
            <a:ext cx="7172325" cy="2860675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0">
            <a:extLst>
              <a:ext uri="{FF2B5EF4-FFF2-40B4-BE49-F238E27FC236}">
                <a16:creationId xmlns:a16="http://schemas.microsoft.com/office/drawing/2014/main" xmlns="" id="{10152BF8-06E3-4D91-BDFF-8B0CB78A2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75025"/>
            <a:ext cx="7172325" cy="275272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1">
            <a:extLst>
              <a:ext uri="{FF2B5EF4-FFF2-40B4-BE49-F238E27FC236}">
                <a16:creationId xmlns:a16="http://schemas.microsoft.com/office/drawing/2014/main" xmlns="" id="{D116E5C1-D001-4F24-8EAB-DF98F790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1851025"/>
            <a:ext cx="7221538" cy="4170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2">
            <a:extLst>
              <a:ext uri="{FF2B5EF4-FFF2-40B4-BE49-F238E27FC236}">
                <a16:creationId xmlns:a16="http://schemas.microsoft.com/office/drawing/2014/main" xmlns="" id="{617B4ED8-8EB4-400C-80E8-07B666565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5681663"/>
            <a:ext cx="50800" cy="7302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3">
            <a:extLst>
              <a:ext uri="{FF2B5EF4-FFF2-40B4-BE49-F238E27FC236}">
                <a16:creationId xmlns:a16="http://schemas.microsoft.com/office/drawing/2014/main" xmlns="" id="{D73F8684-E5A7-49EE-906B-5C88229A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5738813"/>
            <a:ext cx="47625" cy="79375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4">
            <a:extLst>
              <a:ext uri="{FF2B5EF4-FFF2-40B4-BE49-F238E27FC236}">
                <a16:creationId xmlns:a16="http://schemas.microsoft.com/office/drawing/2014/main" xmlns="" id="{41621DB1-3C1F-4A87-AAF6-176EE9EE2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5800725"/>
            <a:ext cx="50800" cy="74613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5">
            <a:extLst>
              <a:ext uri="{FF2B5EF4-FFF2-40B4-BE49-F238E27FC236}">
                <a16:creationId xmlns:a16="http://schemas.microsoft.com/office/drawing/2014/main" xmlns="" id="{C874FC1E-7F15-4D7D-83C8-F6095448B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875213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6">
            <a:extLst>
              <a:ext uri="{FF2B5EF4-FFF2-40B4-BE49-F238E27FC236}">
                <a16:creationId xmlns:a16="http://schemas.microsoft.com/office/drawing/2014/main" xmlns="" id="{CFC1559D-E549-405C-86C0-6E9B675C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4932363"/>
            <a:ext cx="57150" cy="77787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7">
            <a:extLst>
              <a:ext uri="{FF2B5EF4-FFF2-40B4-BE49-F238E27FC236}">
                <a16:creationId xmlns:a16="http://schemas.microsoft.com/office/drawing/2014/main" xmlns="" id="{167C5277-283F-4981-BC8A-44C75FAA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994275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8">
            <a:extLst>
              <a:ext uri="{FF2B5EF4-FFF2-40B4-BE49-F238E27FC236}">
                <a16:creationId xmlns:a16="http://schemas.microsoft.com/office/drawing/2014/main" xmlns="" id="{DB125307-8DC3-45CD-B9BA-5921413A894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047038" y="1835150"/>
            <a:ext cx="1135062" cy="59690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29">
            <a:extLst>
              <a:ext uri="{FF2B5EF4-FFF2-40B4-BE49-F238E27FC236}">
                <a16:creationId xmlns:a16="http://schemas.microsoft.com/office/drawing/2014/main" xmlns="" id="{7F7D55B9-EFA6-434A-8578-006352C1A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0">
            <a:extLst>
              <a:ext uri="{FF2B5EF4-FFF2-40B4-BE49-F238E27FC236}">
                <a16:creationId xmlns:a16="http://schemas.microsoft.com/office/drawing/2014/main" xmlns="" id="{CC862553-9916-4454-9791-F4B520A76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1">
            <a:extLst>
              <a:ext uri="{FF2B5EF4-FFF2-40B4-BE49-F238E27FC236}">
                <a16:creationId xmlns:a16="http://schemas.microsoft.com/office/drawing/2014/main" xmlns="" id="{C855EEB7-A415-4F88-90CF-287B3582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0" y="1866900"/>
            <a:ext cx="23813" cy="36513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2">
            <a:extLst>
              <a:ext uri="{FF2B5EF4-FFF2-40B4-BE49-F238E27FC236}">
                <a16:creationId xmlns:a16="http://schemas.microsoft.com/office/drawing/2014/main" xmlns="" id="{052F20EB-602F-4FD8-ACC7-6631A7719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1835150"/>
            <a:ext cx="2222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3">
            <a:extLst>
              <a:ext uri="{FF2B5EF4-FFF2-40B4-BE49-F238E27FC236}">
                <a16:creationId xmlns:a16="http://schemas.microsoft.com/office/drawing/2014/main" xmlns="" id="{A53F6B73-E537-4FED-9A29-38A6E605C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924175"/>
            <a:ext cx="2686050" cy="16192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134">
            <a:extLst>
              <a:ext uri="{FF2B5EF4-FFF2-40B4-BE49-F238E27FC236}">
                <a16:creationId xmlns:a16="http://schemas.microsoft.com/office/drawing/2014/main" xmlns="" id="{12AF3E8E-CD03-41B7-94AE-F750110E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4486275"/>
            <a:ext cx="2530475" cy="14827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组合 47">
            <a:extLst>
              <a:ext uri="{FF2B5EF4-FFF2-40B4-BE49-F238E27FC236}">
                <a16:creationId xmlns:a16="http://schemas.microsoft.com/office/drawing/2014/main" xmlns="" id="{8BD377F7-3023-4EBA-A9C2-C59B12DF872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868488"/>
            <a:ext cx="7250112" cy="4165600"/>
            <a:chOff x="7564437" y="4244495"/>
            <a:chExt cx="4236358" cy="2433801"/>
          </a:xfrm>
        </p:grpSpPr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06CD3851-C2DC-4690-B440-748F9799A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B973BE56-DEA8-41C4-8C36-37104015B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xmlns="" id="{3548C1B7-A01A-4E0F-AF45-EDD9848E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xmlns="" id="{7F02276A-59AF-4F48-A5AB-24EA731DD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Freeform 135">
            <a:extLst>
              <a:ext uri="{FF2B5EF4-FFF2-40B4-BE49-F238E27FC236}">
                <a16:creationId xmlns:a16="http://schemas.microsoft.com/office/drawing/2014/main" xmlns="" id="{6EEB7527-0533-428E-A4E0-60BCFBAF5F8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48600" y="4233863"/>
            <a:ext cx="1522413" cy="885825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7">
            <a:extLst>
              <a:ext uri="{FF2B5EF4-FFF2-40B4-BE49-F238E27FC236}">
                <a16:creationId xmlns:a16="http://schemas.microsoft.com/office/drawing/2014/main" xmlns="" id="{75AA00D5-DAE8-4A1C-B2C9-B215959A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6">
            <a:extLst>
              <a:ext uri="{FF2B5EF4-FFF2-40B4-BE49-F238E27FC236}">
                <a16:creationId xmlns:a16="http://schemas.microsoft.com/office/drawing/2014/main" xmlns="" id="{3433F4F9-5741-4C20-8334-162108AEF4A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302750" y="3255963"/>
            <a:ext cx="1765300" cy="87947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8">
            <a:extLst>
              <a:ext uri="{FF2B5EF4-FFF2-40B4-BE49-F238E27FC236}">
                <a16:creationId xmlns:a16="http://schemas.microsoft.com/office/drawing/2014/main" xmlns="" id="{845BA712-40A3-4972-9FF9-3CC400147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39">
            <a:extLst>
              <a:ext uri="{FF2B5EF4-FFF2-40B4-BE49-F238E27FC236}">
                <a16:creationId xmlns:a16="http://schemas.microsoft.com/office/drawing/2014/main" xmlns="" id="{77A62DCF-8554-49AB-89CF-3940606F524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4550" y="2668588"/>
            <a:ext cx="1704975" cy="938212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0">
            <a:extLst>
              <a:ext uri="{FF2B5EF4-FFF2-40B4-BE49-F238E27FC236}">
                <a16:creationId xmlns:a16="http://schemas.microsoft.com/office/drawing/2014/main" xmlns="" id="{0534DEAB-9CFA-4BE0-95EB-9E0AD9CFD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1">
            <a:extLst>
              <a:ext uri="{FF2B5EF4-FFF2-40B4-BE49-F238E27FC236}">
                <a16:creationId xmlns:a16="http://schemas.microsoft.com/office/drawing/2014/main" xmlns="" id="{B01204B3-A082-461D-8FA8-5DDFE738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2">
            <a:extLst>
              <a:ext uri="{FF2B5EF4-FFF2-40B4-BE49-F238E27FC236}">
                <a16:creationId xmlns:a16="http://schemas.microsoft.com/office/drawing/2014/main" xmlns="" id="{B25CF6BF-6664-484E-9E77-6EE02638D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5113338"/>
            <a:ext cx="209550" cy="247650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3">
            <a:extLst>
              <a:ext uri="{FF2B5EF4-FFF2-40B4-BE49-F238E27FC236}">
                <a16:creationId xmlns:a16="http://schemas.microsoft.com/office/drawing/2014/main" xmlns="" id="{7B3D527A-1910-41F3-B9D2-41C0BA69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276850"/>
            <a:ext cx="234950" cy="195263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4">
            <a:extLst>
              <a:ext uri="{FF2B5EF4-FFF2-40B4-BE49-F238E27FC236}">
                <a16:creationId xmlns:a16="http://schemas.microsoft.com/office/drawing/2014/main" xmlns="" id="{CD26042C-F6F5-4EA2-B2EE-404C435C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4875213"/>
            <a:ext cx="2055813" cy="48577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5">
            <a:extLst>
              <a:ext uri="{FF2B5EF4-FFF2-40B4-BE49-F238E27FC236}">
                <a16:creationId xmlns:a16="http://schemas.microsoft.com/office/drawing/2014/main" xmlns="" id="{F3FD4682-F997-400E-9064-1C3B2887D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3335338"/>
            <a:ext cx="1254125" cy="1558925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46">
            <a:extLst>
              <a:ext uri="{FF2B5EF4-FFF2-40B4-BE49-F238E27FC236}">
                <a16:creationId xmlns:a16="http://schemas.microsoft.com/office/drawing/2014/main" xmlns="" id="{9C8DB4E6-D2BC-4673-97FB-D0A2C1A35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3711575"/>
            <a:ext cx="2120900" cy="5080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0">
            <a:extLst>
              <a:ext uri="{FF2B5EF4-FFF2-40B4-BE49-F238E27FC236}">
                <a16:creationId xmlns:a16="http://schemas.microsoft.com/office/drawing/2014/main" xmlns="" id="{F12D6E17-390A-4C6C-9340-43843C2353C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1">
            <a:extLst>
              <a:ext uri="{FF2B5EF4-FFF2-40B4-BE49-F238E27FC236}">
                <a16:creationId xmlns:a16="http://schemas.microsoft.com/office/drawing/2014/main" xmlns="" id="{418C5718-98B1-4EFE-A7DF-15738124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2">
            <a:extLst>
              <a:ext uri="{FF2B5EF4-FFF2-40B4-BE49-F238E27FC236}">
                <a16:creationId xmlns:a16="http://schemas.microsoft.com/office/drawing/2014/main" xmlns="" id="{AC626DAA-F85B-4990-9917-6847D1A0F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3">
            <a:extLst>
              <a:ext uri="{FF2B5EF4-FFF2-40B4-BE49-F238E27FC236}">
                <a16:creationId xmlns:a16="http://schemas.microsoft.com/office/drawing/2014/main" xmlns="" id="{2682A01C-F242-4718-8DC7-9C72C8BCFCB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634538" y="3825875"/>
            <a:ext cx="600075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7">
            <a:extLst>
              <a:ext uri="{FF2B5EF4-FFF2-40B4-BE49-F238E27FC236}">
                <a16:creationId xmlns:a16="http://schemas.microsoft.com/office/drawing/2014/main" xmlns="" id="{618CA6E3-B4CF-42B9-866E-5F696FAD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49513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8">
            <a:extLst>
              <a:ext uri="{FF2B5EF4-FFF2-40B4-BE49-F238E27FC236}">
                <a16:creationId xmlns:a16="http://schemas.microsoft.com/office/drawing/2014/main" xmlns="" id="{0B5FC428-3B11-4AF6-B9D2-CA8C2B2C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8400"/>
            <a:ext cx="20638" cy="11113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59">
            <a:extLst>
              <a:ext uri="{FF2B5EF4-FFF2-40B4-BE49-F238E27FC236}">
                <a16:creationId xmlns:a16="http://schemas.microsoft.com/office/drawing/2014/main" xmlns="" id="{9EC2BF36-45A7-4B80-B4E2-606D8723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2050"/>
            <a:ext cx="1365250" cy="1625600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0">
            <a:extLst>
              <a:ext uri="{FF2B5EF4-FFF2-40B4-BE49-F238E27FC236}">
                <a16:creationId xmlns:a16="http://schemas.microsoft.com/office/drawing/2014/main" xmlns="" id="{E793F106-D7D2-40A2-A50A-484A7939F8B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0000" y="2443163"/>
            <a:ext cx="9525" cy="6350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64">
            <a:extLst>
              <a:ext uri="{FF2B5EF4-FFF2-40B4-BE49-F238E27FC236}">
                <a16:creationId xmlns:a16="http://schemas.microsoft.com/office/drawing/2014/main" xmlns="" id="{64C94442-35D6-420C-B3DC-F2BB3AE6379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1335088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2">
            <a:extLst>
              <a:ext uri="{FF2B5EF4-FFF2-40B4-BE49-F238E27FC236}">
                <a16:creationId xmlns:a16="http://schemas.microsoft.com/office/drawing/2014/main" xmlns="" id="{E802F860-4A5A-48D9-A547-F75E71D1C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3">
            <a:extLst>
              <a:ext uri="{FF2B5EF4-FFF2-40B4-BE49-F238E27FC236}">
                <a16:creationId xmlns:a16="http://schemas.microsoft.com/office/drawing/2014/main" xmlns="" id="{831A016A-8C82-46B9-A1D1-3B05F2CB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74">
            <a:extLst>
              <a:ext uri="{FF2B5EF4-FFF2-40B4-BE49-F238E27FC236}">
                <a16:creationId xmlns:a16="http://schemas.microsoft.com/office/drawing/2014/main" xmlns="" id="{0E094A99-E528-43F0-8738-A47BDFDFAD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35913" y="4806950"/>
            <a:ext cx="596900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5">
            <a:extLst>
              <a:ext uri="{FF2B5EF4-FFF2-40B4-BE49-F238E27FC236}">
                <a16:creationId xmlns:a16="http://schemas.microsoft.com/office/drawing/2014/main" xmlns="" id="{CCB3F5DE-AD4F-411B-BF35-266F308CF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6">
            <a:extLst>
              <a:ext uri="{FF2B5EF4-FFF2-40B4-BE49-F238E27FC236}">
                <a16:creationId xmlns:a16="http://schemas.microsoft.com/office/drawing/2014/main" xmlns="" id="{3A8F191C-09FD-4E0E-A62F-4EBCB503B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7">
            <a:extLst>
              <a:ext uri="{FF2B5EF4-FFF2-40B4-BE49-F238E27FC236}">
                <a16:creationId xmlns:a16="http://schemas.microsoft.com/office/drawing/2014/main" xmlns="" id="{CAFC6174-1FA1-4318-9B1B-18C0FE81077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98">
            <a:extLst>
              <a:ext uri="{FF2B5EF4-FFF2-40B4-BE49-F238E27FC236}">
                <a16:creationId xmlns:a16="http://schemas.microsoft.com/office/drawing/2014/main" xmlns="" id="{7C8E94EC-1E34-4E52-8E05-B17941CC99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8">
            <a:extLst>
              <a:ext uri="{FF2B5EF4-FFF2-40B4-BE49-F238E27FC236}">
                <a16:creationId xmlns:a16="http://schemas.microsoft.com/office/drawing/2014/main" xmlns="" id="{AAF42AD3-39F6-4BE6-AD0D-10AB81D3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69">
            <a:extLst>
              <a:ext uri="{FF2B5EF4-FFF2-40B4-BE49-F238E27FC236}">
                <a16:creationId xmlns:a16="http://schemas.microsoft.com/office/drawing/2014/main" xmlns="" id="{59A04BA1-DBC9-480E-A3BA-93142F344F9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0">
            <a:extLst>
              <a:ext uri="{FF2B5EF4-FFF2-40B4-BE49-F238E27FC236}">
                <a16:creationId xmlns:a16="http://schemas.microsoft.com/office/drawing/2014/main" xmlns="" id="{602E2500-A185-42BA-B25E-8932588DF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3413125"/>
            <a:ext cx="1360488" cy="16652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1">
            <a:extLst>
              <a:ext uri="{FF2B5EF4-FFF2-40B4-BE49-F238E27FC236}">
                <a16:creationId xmlns:a16="http://schemas.microsoft.com/office/drawing/2014/main" xmlns="" id="{B3B420DA-64DD-4C76-BFDC-88512AE2D9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5">
            <a:extLst>
              <a:ext uri="{FF2B5EF4-FFF2-40B4-BE49-F238E27FC236}">
                <a16:creationId xmlns:a16="http://schemas.microsoft.com/office/drawing/2014/main" xmlns="" id="{4DEB5CCE-0CD3-4F31-B043-FDA2248D5C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83475" y="4003675"/>
            <a:ext cx="773113" cy="519113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8">
            <a:extLst>
              <a:ext uri="{FF2B5EF4-FFF2-40B4-BE49-F238E27FC236}">
                <a16:creationId xmlns:a16="http://schemas.microsoft.com/office/drawing/2014/main" xmlns="" id="{5B87708A-020B-4731-BC6A-BB6033608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27413"/>
            <a:ext cx="6350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79">
            <a:extLst>
              <a:ext uri="{FF2B5EF4-FFF2-40B4-BE49-F238E27FC236}">
                <a16:creationId xmlns:a16="http://schemas.microsoft.com/office/drawing/2014/main" xmlns="" id="{48D19136-8EA5-409F-AE09-7D0E9D580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9475"/>
            <a:ext cx="25400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0">
            <a:extLst>
              <a:ext uri="{FF2B5EF4-FFF2-40B4-BE49-F238E27FC236}">
                <a16:creationId xmlns:a16="http://schemas.microsoft.com/office/drawing/2014/main" xmlns="" id="{E1D44B10-61F0-4A22-8F61-0EFF8E0F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3125"/>
            <a:ext cx="1373188" cy="1627188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1">
            <a:extLst>
              <a:ext uri="{FF2B5EF4-FFF2-40B4-BE49-F238E27FC236}">
                <a16:creationId xmlns:a16="http://schemas.microsoft.com/office/drawing/2014/main" xmlns="" id="{01785DE4-88DB-4E70-8D62-43640BD11C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Rectangle 182">
            <a:extLst>
              <a:ext uri="{FF2B5EF4-FFF2-40B4-BE49-F238E27FC236}">
                <a16:creationId xmlns:a16="http://schemas.microsoft.com/office/drawing/2014/main" xmlns="" id="{FA03B2C4-2F47-40F5-96A1-71DC1C17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3">
            <a:extLst>
              <a:ext uri="{FF2B5EF4-FFF2-40B4-BE49-F238E27FC236}">
                <a16:creationId xmlns:a16="http://schemas.microsoft.com/office/drawing/2014/main" xmlns="" id="{39F208BB-6E54-42BD-B384-CA8245BA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6">
            <a:extLst>
              <a:ext uri="{FF2B5EF4-FFF2-40B4-BE49-F238E27FC236}">
                <a16:creationId xmlns:a16="http://schemas.microsoft.com/office/drawing/2014/main" xmlns="" id="{4321967D-D20B-49D8-B111-E234949F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3419475"/>
            <a:ext cx="1355725" cy="1636713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187">
            <a:extLst>
              <a:ext uri="{FF2B5EF4-FFF2-40B4-BE49-F238E27FC236}">
                <a16:creationId xmlns:a16="http://schemas.microsoft.com/office/drawing/2014/main" xmlns="" id="{6A2424E1-F377-4DB2-8EE0-6A6B37318F7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1333500" cy="16287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09">
            <a:extLst>
              <a:ext uri="{FF2B5EF4-FFF2-40B4-BE49-F238E27FC236}">
                <a16:creationId xmlns:a16="http://schemas.microsoft.com/office/drawing/2014/main" xmlns="" id="{366F7B67-1656-4B2D-9AFB-747409FA6C5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183563" y="3443288"/>
            <a:ext cx="20637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7">
            <a:extLst>
              <a:ext uri="{FF2B5EF4-FFF2-40B4-BE49-F238E27FC236}">
                <a16:creationId xmlns:a16="http://schemas.microsoft.com/office/drawing/2014/main" xmlns="" id="{F92F4392-8EEF-43B4-BAE7-A1304B21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2422525"/>
            <a:ext cx="168275" cy="246063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8">
            <a:extLst>
              <a:ext uri="{FF2B5EF4-FFF2-40B4-BE49-F238E27FC236}">
                <a16:creationId xmlns:a16="http://schemas.microsoft.com/office/drawing/2014/main" xmlns="" id="{DCBB7236-9675-498B-8C20-A27177002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538413"/>
            <a:ext cx="168275" cy="25558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219">
            <a:extLst>
              <a:ext uri="{FF2B5EF4-FFF2-40B4-BE49-F238E27FC236}">
                <a16:creationId xmlns:a16="http://schemas.microsoft.com/office/drawing/2014/main" xmlns="" id="{2FC711F2-E2BD-4A16-A399-0FEB2EE5F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657475"/>
            <a:ext cx="168275" cy="25558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68">
            <a:extLst>
              <a:ext uri="{FF2B5EF4-FFF2-40B4-BE49-F238E27FC236}">
                <a16:creationId xmlns:a16="http://schemas.microsoft.com/office/drawing/2014/main" xmlns="" id="{00B33BA2-1E71-4715-B21C-1BE16BB3D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69">
            <a:extLst>
              <a:ext uri="{FF2B5EF4-FFF2-40B4-BE49-F238E27FC236}">
                <a16:creationId xmlns:a16="http://schemas.microsoft.com/office/drawing/2014/main" xmlns="" id="{70F6C8C1-1875-4877-A5A3-C4D64B673CD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Freeform 170">
            <a:extLst>
              <a:ext uri="{FF2B5EF4-FFF2-40B4-BE49-F238E27FC236}">
                <a16:creationId xmlns:a16="http://schemas.microsoft.com/office/drawing/2014/main" xmlns="" id="{E2FBB50E-628E-4EE8-9E0F-DF970466A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1588" y="2443163"/>
            <a:ext cx="1360487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 171">
            <a:extLst>
              <a:ext uri="{FF2B5EF4-FFF2-40B4-BE49-F238E27FC236}">
                <a16:creationId xmlns:a16="http://schemas.microsoft.com/office/drawing/2014/main" xmlns="" id="{50B2F5EC-0905-4B44-A58A-8656F9F0CE8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175">
            <a:extLst>
              <a:ext uri="{FF2B5EF4-FFF2-40B4-BE49-F238E27FC236}">
                <a16:creationId xmlns:a16="http://schemas.microsoft.com/office/drawing/2014/main" xmlns="" id="{DC9D943D-6708-4514-AA71-4B4A6BC8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538" y="2470150"/>
            <a:ext cx="1346200" cy="16287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178">
            <a:extLst>
              <a:ext uri="{FF2B5EF4-FFF2-40B4-BE49-F238E27FC236}">
                <a16:creationId xmlns:a16="http://schemas.microsoft.com/office/drawing/2014/main" xmlns="" id="{D4C9EE44-49E9-4ABC-AA3B-2F8F7DBE6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55863"/>
            <a:ext cx="6350" cy="6350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79">
            <a:extLst>
              <a:ext uri="{FF2B5EF4-FFF2-40B4-BE49-F238E27FC236}">
                <a16:creationId xmlns:a16="http://schemas.microsoft.com/office/drawing/2014/main" xmlns="" id="{5868E1DB-7A84-47D5-8338-FA8B7B448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7925"/>
            <a:ext cx="25400" cy="1428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80">
            <a:extLst>
              <a:ext uri="{FF2B5EF4-FFF2-40B4-BE49-F238E27FC236}">
                <a16:creationId xmlns:a16="http://schemas.microsoft.com/office/drawing/2014/main" xmlns="" id="{11D9D801-49EA-4D68-9F00-D02CEBA3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3163"/>
            <a:ext cx="1373187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181">
            <a:extLst>
              <a:ext uri="{FF2B5EF4-FFF2-40B4-BE49-F238E27FC236}">
                <a16:creationId xmlns:a16="http://schemas.microsoft.com/office/drawing/2014/main" xmlns="" id="{F689A14E-EAB7-43C3-8C68-18F45E106E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 182">
            <a:extLst>
              <a:ext uri="{FF2B5EF4-FFF2-40B4-BE49-F238E27FC236}">
                <a16:creationId xmlns:a16="http://schemas.microsoft.com/office/drawing/2014/main" xmlns="" id="{71EAAFBF-E3F1-462A-9AFE-49CF2FD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183">
            <a:extLst>
              <a:ext uri="{FF2B5EF4-FFF2-40B4-BE49-F238E27FC236}">
                <a16:creationId xmlns:a16="http://schemas.microsoft.com/office/drawing/2014/main" xmlns="" id="{54B5E515-73A1-467C-B5F4-A58ED24A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186">
            <a:extLst>
              <a:ext uri="{FF2B5EF4-FFF2-40B4-BE49-F238E27FC236}">
                <a16:creationId xmlns:a16="http://schemas.microsoft.com/office/drawing/2014/main" xmlns="" id="{0C11D7DE-9C83-4F59-A076-A11214925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8575" y="2447925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Freeform 187">
            <a:extLst>
              <a:ext uri="{FF2B5EF4-FFF2-40B4-BE49-F238E27FC236}">
                <a16:creationId xmlns:a16="http://schemas.microsoft.com/office/drawing/2014/main" xmlns="" id="{1A94479D-D678-45DF-B39C-FE3FF191D56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1333500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Freeform 209">
            <a:extLst>
              <a:ext uri="{FF2B5EF4-FFF2-40B4-BE49-F238E27FC236}">
                <a16:creationId xmlns:a16="http://schemas.microsoft.com/office/drawing/2014/main" xmlns="" id="{EE1F1E5F-A6D9-4294-A56F-07981EE4153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02825" y="2473325"/>
            <a:ext cx="20638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8">
            <a:extLst>
              <a:ext uri="{FF2B5EF4-FFF2-40B4-BE49-F238E27FC236}">
                <a16:creationId xmlns:a16="http://schemas.microsoft.com/office/drawing/2014/main" xmlns="" id="{6EF2154A-BA7C-47B7-91D6-3549B79218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:a16="http://schemas.microsoft.com/office/drawing/2014/main" xmlns="" id="{9481D083-19D0-4F08-BB3D-656D1A7C6C68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:a16="http://schemas.microsoft.com/office/drawing/2014/main" xmlns="" id="{178C77AC-C797-4C26-AD7B-4176A89347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4825" y="1839913"/>
            <a:ext cx="1360488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:a16="http://schemas.microsoft.com/office/drawing/2014/main" xmlns="" id="{18BEA8C5-4D25-426E-BEF2-7A3AD4387597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:a16="http://schemas.microsoft.com/office/drawing/2014/main" xmlns="" id="{AF47098A-F1EC-4304-81A7-9683D5E9EE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35775" y="1866900"/>
            <a:ext cx="1344613" cy="1630363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:a16="http://schemas.microsoft.com/office/drawing/2014/main" xmlns="" id="{78D26F82-92FE-4ABD-BB3A-A458D21D7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4200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:a16="http://schemas.microsoft.com/office/drawing/2014/main" xmlns="" id="{0CDF19E4-E8A2-4FFD-8666-E067328691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46263"/>
            <a:ext cx="23813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:a16="http://schemas.microsoft.com/office/drawing/2014/main" xmlns="" id="{8B144759-F334-44D8-918F-430B5D5150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39913"/>
            <a:ext cx="1371600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:a16="http://schemas.microsoft.com/office/drawing/2014/main" xmlns="" id="{7AC02806-9C17-440D-A832-74EBC30EEAD4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:a16="http://schemas.microsoft.com/office/drawing/2014/main" xmlns="" id="{BFDB50B1-8CB6-44EE-AA02-30B670BC92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:a16="http://schemas.microsoft.com/office/drawing/2014/main" xmlns="" id="{D29DF795-704A-4E4D-9B5A-8C1D49EBC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:a16="http://schemas.microsoft.com/office/drawing/2014/main" xmlns="" id="{0DE687B4-0317-43F9-8EFA-A0B6E879C6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81813" y="1846263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:a16="http://schemas.microsoft.com/office/drawing/2014/main" xmlns="" id="{5F5F98F7-4166-4784-8701-CA0CAD24072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1333500" cy="1630363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:a16="http://schemas.microsoft.com/office/drawing/2014/main" xmlns="" id="{DE0DA466-8E8A-4A57-8332-086BFF420BC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7864475" y="1870075"/>
            <a:ext cx="22225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242">
            <a:extLst>
              <a:ext uri="{FF2B5EF4-FFF2-40B4-BE49-F238E27FC236}">
                <a16:creationId xmlns:a16="http://schemas.microsoft.com/office/drawing/2014/main" xmlns="" id="{8B5969BC-A18D-4003-AC44-D1AA248FC692}"/>
              </a:ext>
            </a:extLst>
          </p:cNvPr>
          <p:cNvSpPr/>
          <p:nvPr userDrawn="1"/>
        </p:nvSpPr>
        <p:spPr bwMode="auto">
          <a:xfrm>
            <a:off x="7321550" y="2419350"/>
            <a:ext cx="457200" cy="5667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2" name="increasing-stocks-graphic_38888">
            <a:extLst>
              <a:ext uri="{FF2B5EF4-FFF2-40B4-BE49-F238E27FC236}">
                <a16:creationId xmlns:a16="http://schemas.microsoft.com/office/drawing/2014/main" xmlns="" id="{FD506BBB-35F7-41A0-B565-0FDD636776B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353550" y="3028950"/>
            <a:ext cx="474663" cy="468313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xmlns="" id="{46D1E2DE-F6C8-4749-8CD9-9D05F4D51EBF}"/>
              </a:ext>
            </a:extLst>
          </p:cNvPr>
          <p:cNvGrpSpPr/>
          <p:nvPr/>
        </p:nvGrpSpPr>
        <p:grpSpPr>
          <a:xfrm>
            <a:off x="1437600" y="1866560"/>
            <a:ext cx="9392844" cy="3521271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4" name="Freeform 192">
              <a:extLst>
                <a:ext uri="{FF2B5EF4-FFF2-40B4-BE49-F238E27FC236}">
                  <a16:creationId xmlns:a16="http://schemas.microsoft.com/office/drawing/2014/main" xmlns="" id="{29BA1BCC-03EA-4C69-9F50-61A520D9CC4D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5" name="Freeform 193">
              <a:extLst>
                <a:ext uri="{FF2B5EF4-FFF2-40B4-BE49-F238E27FC236}">
                  <a16:creationId xmlns:a16="http://schemas.microsoft.com/office/drawing/2014/main" xmlns="" id="{3C8A66E2-A1E3-41E9-8E26-8AD199BD8FA8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4">
              <a:extLst>
                <a:ext uri="{FF2B5EF4-FFF2-40B4-BE49-F238E27FC236}">
                  <a16:creationId xmlns:a16="http://schemas.microsoft.com/office/drawing/2014/main" xmlns="" id="{336FC769-45B8-4091-B057-ECF741D6DB5F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5">
              <a:extLst>
                <a:ext uri="{FF2B5EF4-FFF2-40B4-BE49-F238E27FC236}">
                  <a16:creationId xmlns:a16="http://schemas.microsoft.com/office/drawing/2014/main" xmlns="" id="{10A6BFBE-1E83-4D62-8333-43A7418FF9F4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6">
              <a:extLst>
                <a:ext uri="{FF2B5EF4-FFF2-40B4-BE49-F238E27FC236}">
                  <a16:creationId xmlns:a16="http://schemas.microsoft.com/office/drawing/2014/main" xmlns="" id="{E2A929D4-59B8-412F-8C71-7BF89C9E87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7">
              <a:extLst>
                <a:ext uri="{FF2B5EF4-FFF2-40B4-BE49-F238E27FC236}">
                  <a16:creationId xmlns:a16="http://schemas.microsoft.com/office/drawing/2014/main" xmlns="" id="{05BB23E0-60F9-4FFC-8F81-4014E9BA0B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8">
              <a:extLst>
                <a:ext uri="{FF2B5EF4-FFF2-40B4-BE49-F238E27FC236}">
                  <a16:creationId xmlns:a16="http://schemas.microsoft.com/office/drawing/2014/main" xmlns="" id="{35734EC5-751D-4F47-8703-6C68413A31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9">
              <a:extLst>
                <a:ext uri="{FF2B5EF4-FFF2-40B4-BE49-F238E27FC236}">
                  <a16:creationId xmlns:a16="http://schemas.microsoft.com/office/drawing/2014/main" xmlns="" id="{23F0D5E8-59DE-414D-A38F-DBE27BA604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200">
              <a:extLst>
                <a:ext uri="{FF2B5EF4-FFF2-40B4-BE49-F238E27FC236}">
                  <a16:creationId xmlns:a16="http://schemas.microsoft.com/office/drawing/2014/main" xmlns="" id="{4726B852-1B6C-4A71-80EC-CDBF35E88EEF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1">
              <a:extLst>
                <a:ext uri="{FF2B5EF4-FFF2-40B4-BE49-F238E27FC236}">
                  <a16:creationId xmlns:a16="http://schemas.microsoft.com/office/drawing/2014/main" xmlns="" id="{4AA940CB-94EE-4DEF-9E9F-3D11BC8A77E0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2">
              <a:extLst>
                <a:ext uri="{FF2B5EF4-FFF2-40B4-BE49-F238E27FC236}">
                  <a16:creationId xmlns:a16="http://schemas.microsoft.com/office/drawing/2014/main" xmlns="" id="{37043C60-3F8E-4D98-B028-C28CE45EF949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3">
              <a:extLst>
                <a:ext uri="{FF2B5EF4-FFF2-40B4-BE49-F238E27FC236}">
                  <a16:creationId xmlns:a16="http://schemas.microsoft.com/office/drawing/2014/main" xmlns="" id="{C81FF395-5597-4B60-94F8-16CFCB54D10B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4">
              <a:extLst>
                <a:ext uri="{FF2B5EF4-FFF2-40B4-BE49-F238E27FC236}">
                  <a16:creationId xmlns:a16="http://schemas.microsoft.com/office/drawing/2014/main" xmlns="" id="{2007123A-4AA8-48E1-BA2E-A82105D936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5">
              <a:extLst>
                <a:ext uri="{FF2B5EF4-FFF2-40B4-BE49-F238E27FC236}">
                  <a16:creationId xmlns:a16="http://schemas.microsoft.com/office/drawing/2014/main" xmlns="" id="{0683844A-AFE8-46C2-94DB-C4A0514048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6">
              <a:extLst>
                <a:ext uri="{FF2B5EF4-FFF2-40B4-BE49-F238E27FC236}">
                  <a16:creationId xmlns:a16="http://schemas.microsoft.com/office/drawing/2014/main" xmlns="" id="{D8D71F33-0C29-48A9-A65A-A5537F3A52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7">
              <a:extLst>
                <a:ext uri="{FF2B5EF4-FFF2-40B4-BE49-F238E27FC236}">
                  <a16:creationId xmlns:a16="http://schemas.microsoft.com/office/drawing/2014/main" xmlns="" id="{E97DE069-9FC5-47E3-BB06-6C53B57EBB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8">
              <a:extLst>
                <a:ext uri="{FF2B5EF4-FFF2-40B4-BE49-F238E27FC236}">
                  <a16:creationId xmlns:a16="http://schemas.microsoft.com/office/drawing/2014/main" xmlns="" id="{EB395240-8714-475A-A9EA-C1988D9DACB8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9">
              <a:extLst>
                <a:ext uri="{FF2B5EF4-FFF2-40B4-BE49-F238E27FC236}">
                  <a16:creationId xmlns:a16="http://schemas.microsoft.com/office/drawing/2014/main" xmlns="" id="{6139A264-FB50-49CA-AE6F-7F4DFF7C6048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10">
              <a:extLst>
                <a:ext uri="{FF2B5EF4-FFF2-40B4-BE49-F238E27FC236}">
                  <a16:creationId xmlns:a16="http://schemas.microsoft.com/office/drawing/2014/main" xmlns="" id="{E27E8A68-4257-446B-B011-27B527B11B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1">
              <a:extLst>
                <a:ext uri="{FF2B5EF4-FFF2-40B4-BE49-F238E27FC236}">
                  <a16:creationId xmlns:a16="http://schemas.microsoft.com/office/drawing/2014/main" xmlns="" id="{63CF341D-2B39-4D7A-A0FC-8C9E4CAAD0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2">
              <a:extLst>
                <a:ext uri="{FF2B5EF4-FFF2-40B4-BE49-F238E27FC236}">
                  <a16:creationId xmlns:a16="http://schemas.microsoft.com/office/drawing/2014/main" xmlns="" id="{06245076-6CA3-4FDE-9361-0DA26A2EC607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3">
              <a:extLst>
                <a:ext uri="{FF2B5EF4-FFF2-40B4-BE49-F238E27FC236}">
                  <a16:creationId xmlns:a16="http://schemas.microsoft.com/office/drawing/2014/main" xmlns="" id="{94E0F53C-DEC9-4430-B64C-6620E76347B0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4">
              <a:extLst>
                <a:ext uri="{FF2B5EF4-FFF2-40B4-BE49-F238E27FC236}">
                  <a16:creationId xmlns:a16="http://schemas.microsoft.com/office/drawing/2014/main" xmlns="" id="{D426A132-F344-4AFD-9F3C-A887036E24DB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5">
              <a:extLst>
                <a:ext uri="{FF2B5EF4-FFF2-40B4-BE49-F238E27FC236}">
                  <a16:creationId xmlns:a16="http://schemas.microsoft.com/office/drawing/2014/main" xmlns="" id="{8ACE94DA-4CCE-4980-BE34-998E88B7335D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6">
              <a:extLst>
                <a:ext uri="{FF2B5EF4-FFF2-40B4-BE49-F238E27FC236}">
                  <a16:creationId xmlns:a16="http://schemas.microsoft.com/office/drawing/2014/main" xmlns="" id="{1186AB81-EC08-47A3-B424-BFDAFD7F41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7">
              <a:extLst>
                <a:ext uri="{FF2B5EF4-FFF2-40B4-BE49-F238E27FC236}">
                  <a16:creationId xmlns:a16="http://schemas.microsoft.com/office/drawing/2014/main" xmlns="" id="{F5668DBE-204F-4171-9E4F-584697820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8">
              <a:extLst>
                <a:ext uri="{FF2B5EF4-FFF2-40B4-BE49-F238E27FC236}">
                  <a16:creationId xmlns:a16="http://schemas.microsoft.com/office/drawing/2014/main" xmlns="" id="{D3EFCB08-F6F6-491F-9E57-2E2F36735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9">
              <a:extLst>
                <a:ext uri="{FF2B5EF4-FFF2-40B4-BE49-F238E27FC236}">
                  <a16:creationId xmlns:a16="http://schemas.microsoft.com/office/drawing/2014/main" xmlns="" id="{FB523A2B-4AE4-496E-B6D5-96A80A3CE2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20">
              <a:extLst>
                <a:ext uri="{FF2B5EF4-FFF2-40B4-BE49-F238E27FC236}">
                  <a16:creationId xmlns:a16="http://schemas.microsoft.com/office/drawing/2014/main" xmlns="" id="{12AFCCC9-64AE-492B-B862-3E0D337B8B47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1">
              <a:extLst>
                <a:ext uri="{FF2B5EF4-FFF2-40B4-BE49-F238E27FC236}">
                  <a16:creationId xmlns:a16="http://schemas.microsoft.com/office/drawing/2014/main" xmlns="" id="{46D3A967-56BC-45BF-8ED4-884A091A967F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2">
              <a:extLst>
                <a:ext uri="{FF2B5EF4-FFF2-40B4-BE49-F238E27FC236}">
                  <a16:creationId xmlns:a16="http://schemas.microsoft.com/office/drawing/2014/main" xmlns="" id="{D8CCC54B-96D6-4384-8DB9-3B07D2811111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3">
              <a:extLst>
                <a:ext uri="{FF2B5EF4-FFF2-40B4-BE49-F238E27FC236}">
                  <a16:creationId xmlns:a16="http://schemas.microsoft.com/office/drawing/2014/main" xmlns="" id="{1F4F8155-DADF-4F50-AA1B-32DA5B769BCD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4">
              <a:extLst>
                <a:ext uri="{FF2B5EF4-FFF2-40B4-BE49-F238E27FC236}">
                  <a16:creationId xmlns:a16="http://schemas.microsoft.com/office/drawing/2014/main" xmlns="" id="{4BE96C66-A0A7-483D-9938-D4593CB3AA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5">
              <a:extLst>
                <a:ext uri="{FF2B5EF4-FFF2-40B4-BE49-F238E27FC236}">
                  <a16:creationId xmlns:a16="http://schemas.microsoft.com/office/drawing/2014/main" xmlns="" id="{8F827AD3-64F4-4111-93C8-1B6D02686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6">
              <a:extLst>
                <a:ext uri="{FF2B5EF4-FFF2-40B4-BE49-F238E27FC236}">
                  <a16:creationId xmlns:a16="http://schemas.microsoft.com/office/drawing/2014/main" xmlns="" id="{97C21B80-8D79-4200-8299-0DBC93B18F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7">
              <a:extLst>
                <a:ext uri="{FF2B5EF4-FFF2-40B4-BE49-F238E27FC236}">
                  <a16:creationId xmlns:a16="http://schemas.microsoft.com/office/drawing/2014/main" xmlns="" id="{35EE361A-3852-4AEC-A2D1-00DFB9A23B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8">
              <a:extLst>
                <a:ext uri="{FF2B5EF4-FFF2-40B4-BE49-F238E27FC236}">
                  <a16:creationId xmlns:a16="http://schemas.microsoft.com/office/drawing/2014/main" xmlns="" id="{A667A830-5619-4A40-B459-B9E18551C481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9">
              <a:extLst>
                <a:ext uri="{FF2B5EF4-FFF2-40B4-BE49-F238E27FC236}">
                  <a16:creationId xmlns:a16="http://schemas.microsoft.com/office/drawing/2014/main" xmlns="" id="{094D478C-FC2A-490F-B257-2CB4AE472637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30">
              <a:extLst>
                <a:ext uri="{FF2B5EF4-FFF2-40B4-BE49-F238E27FC236}">
                  <a16:creationId xmlns:a16="http://schemas.microsoft.com/office/drawing/2014/main" xmlns="" id="{DE02CF36-9B20-4CBD-B9B7-A1B6580E1B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1">
              <a:extLst>
                <a:ext uri="{FF2B5EF4-FFF2-40B4-BE49-F238E27FC236}">
                  <a16:creationId xmlns:a16="http://schemas.microsoft.com/office/drawing/2014/main" xmlns="" id="{288FF36E-DADD-4B2D-BCCD-465F93CB1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8718" y="2998375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8718" y="1785931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9208" y="4137532"/>
            <a:ext cx="2294395" cy="29627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9207" y="4558199"/>
            <a:ext cx="5087595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Terabits</a:t>
            </a: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392766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FA89D527-07F7-4DF8-B4AE-7CE4750343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4D938A1B-0B96-46F2-9400-1487ED36C6FC}"/>
              </a:ext>
            </a:extLst>
          </p:cNvPr>
          <p:cNvSpPr/>
          <p:nvPr userDrawn="1"/>
        </p:nvSpPr>
        <p:spPr>
          <a:xfrm>
            <a:off x="7223125" y="4016375"/>
            <a:ext cx="3338513" cy="2841625"/>
          </a:xfrm>
          <a:prstGeom prst="rect">
            <a:avLst/>
          </a:prstGeom>
          <a:gradFill>
            <a:gsLst>
              <a:gs pos="5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Freeform 100">
            <a:extLst>
              <a:ext uri="{FF2B5EF4-FFF2-40B4-BE49-F238E27FC236}">
                <a16:creationId xmlns:a16="http://schemas.microsoft.com/office/drawing/2014/main" xmlns="" id="{3A1F5932-2139-48CA-8277-742909F7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1695450"/>
            <a:ext cx="1912938" cy="1449388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01">
            <a:extLst>
              <a:ext uri="{FF2B5EF4-FFF2-40B4-BE49-F238E27FC236}">
                <a16:creationId xmlns:a16="http://schemas.microsoft.com/office/drawing/2014/main" xmlns="" id="{E2EAF21E-DF3A-47A2-A444-98FA64D4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3" y="1566863"/>
            <a:ext cx="766762" cy="1577975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2">
            <a:extLst>
              <a:ext uri="{FF2B5EF4-FFF2-40B4-BE49-F238E27FC236}">
                <a16:creationId xmlns:a16="http://schemas.microsoft.com/office/drawing/2014/main" xmlns="" id="{9908D12F-8726-4C8F-8278-5E5EA5C5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5525" y="1428750"/>
            <a:ext cx="998538" cy="1716088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3">
            <a:extLst>
              <a:ext uri="{FF2B5EF4-FFF2-40B4-BE49-F238E27FC236}">
                <a16:creationId xmlns:a16="http://schemas.microsoft.com/office/drawing/2014/main" xmlns="" id="{565847EB-3C92-41EA-8FC7-AEB66A45F26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432675" y="16652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4">
            <a:extLst>
              <a:ext uri="{FF2B5EF4-FFF2-40B4-BE49-F238E27FC236}">
                <a16:creationId xmlns:a16="http://schemas.microsoft.com/office/drawing/2014/main" xmlns="" id="{D8ADE8E6-8C31-478D-B207-22A9E6F64A9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4738" y="153987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5">
            <a:extLst>
              <a:ext uri="{FF2B5EF4-FFF2-40B4-BE49-F238E27FC236}">
                <a16:creationId xmlns:a16="http://schemas.microsoft.com/office/drawing/2014/main" xmlns="" id="{ED5EA8DF-2B7F-458B-A8F1-89B911E1D94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583613" y="13985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6">
            <a:extLst>
              <a:ext uri="{FF2B5EF4-FFF2-40B4-BE49-F238E27FC236}">
                <a16:creationId xmlns:a16="http://schemas.microsoft.com/office/drawing/2014/main" xmlns="" id="{0AEB20D9-923D-4E84-AB1B-3E8954A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322388"/>
            <a:ext cx="1471612" cy="182245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07">
            <a:extLst>
              <a:ext uri="{FF2B5EF4-FFF2-40B4-BE49-F238E27FC236}">
                <a16:creationId xmlns:a16="http://schemas.microsoft.com/office/drawing/2014/main" xmlns="" id="{47CDE46C-DC4A-4CEB-B760-75CE03381F7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31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8">
            <a:extLst>
              <a:ext uri="{FF2B5EF4-FFF2-40B4-BE49-F238E27FC236}">
                <a16:creationId xmlns:a16="http://schemas.microsoft.com/office/drawing/2014/main" xmlns="" id="{7670E6CE-3BB7-4481-8625-050E809A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2663" y="1322388"/>
            <a:ext cx="1041400" cy="182245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9">
            <a:extLst>
              <a:ext uri="{FF2B5EF4-FFF2-40B4-BE49-F238E27FC236}">
                <a16:creationId xmlns:a16="http://schemas.microsoft.com/office/drawing/2014/main" xmlns="" id="{D3DF8C53-D1F5-492E-99C7-BD5464222F1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898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10">
            <a:extLst>
              <a:ext uri="{FF2B5EF4-FFF2-40B4-BE49-F238E27FC236}">
                <a16:creationId xmlns:a16="http://schemas.microsoft.com/office/drawing/2014/main" xmlns="" id="{A2C0E662-1FEA-4BEB-9A1E-7861B2690B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042650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11">
            <a:extLst>
              <a:ext uri="{FF2B5EF4-FFF2-40B4-BE49-F238E27FC236}">
                <a16:creationId xmlns:a16="http://schemas.microsoft.com/office/drawing/2014/main" xmlns="" id="{3B296366-066A-46CF-BD0B-07AC0B29637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902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12">
            <a:extLst>
              <a:ext uri="{FF2B5EF4-FFF2-40B4-BE49-F238E27FC236}">
                <a16:creationId xmlns:a16="http://schemas.microsoft.com/office/drawing/2014/main" xmlns="" id="{E2BD13DC-08C4-4EEE-914C-B1A33AECE58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33163" y="1292225"/>
            <a:ext cx="74612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3">
            <a:extLst>
              <a:ext uri="{FF2B5EF4-FFF2-40B4-BE49-F238E27FC236}">
                <a16:creationId xmlns:a16="http://schemas.microsoft.com/office/drawing/2014/main" xmlns="" id="{A6B2E18D-6DAB-49DB-B326-FFD09F6A4EB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480800" y="1292225"/>
            <a:ext cx="74613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4">
            <a:extLst>
              <a:ext uri="{FF2B5EF4-FFF2-40B4-BE49-F238E27FC236}">
                <a16:creationId xmlns:a16="http://schemas.microsoft.com/office/drawing/2014/main" xmlns="" id="{D09F76B4-9EDF-4BB0-A4BD-C03A27656A5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625263" y="1292225"/>
            <a:ext cx="71437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7">
            <a:extLst>
              <a:ext uri="{FF2B5EF4-FFF2-40B4-BE49-F238E27FC236}">
                <a16:creationId xmlns:a16="http://schemas.microsoft.com/office/drawing/2014/main" xmlns="" id="{B6666370-092F-4B21-BC49-81C165E4432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353175" y="2852738"/>
            <a:ext cx="5005388" cy="2908300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8">
            <a:extLst>
              <a:ext uri="{FF2B5EF4-FFF2-40B4-BE49-F238E27FC236}">
                <a16:creationId xmlns:a16="http://schemas.microsoft.com/office/drawing/2014/main" xmlns="" id="{D86BA65D-3B90-41FF-B10A-4F4E0E8CD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2505075"/>
            <a:ext cx="5205413" cy="2952750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9">
            <a:extLst>
              <a:ext uri="{FF2B5EF4-FFF2-40B4-BE49-F238E27FC236}">
                <a16:creationId xmlns:a16="http://schemas.microsoft.com/office/drawing/2014/main" xmlns="" id="{F9FAF9F0-1C4A-4256-A265-62E3124C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368675"/>
            <a:ext cx="5205413" cy="2076450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20">
            <a:extLst>
              <a:ext uri="{FF2B5EF4-FFF2-40B4-BE49-F238E27FC236}">
                <a16:creationId xmlns:a16="http://schemas.microsoft.com/office/drawing/2014/main" xmlns="" id="{03258DA8-CB1C-41C2-8363-C6729AE7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414713"/>
            <a:ext cx="5205413" cy="199707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1">
            <a:extLst>
              <a:ext uri="{FF2B5EF4-FFF2-40B4-BE49-F238E27FC236}">
                <a16:creationId xmlns:a16="http://schemas.microsoft.com/office/drawing/2014/main" xmlns="" id="{CAC6BC2E-BC0C-4E06-A519-62B8374FE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700" y="2308225"/>
            <a:ext cx="5240338" cy="3027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2">
            <a:extLst>
              <a:ext uri="{FF2B5EF4-FFF2-40B4-BE49-F238E27FC236}">
                <a16:creationId xmlns:a16="http://schemas.microsoft.com/office/drawing/2014/main" xmlns="" id="{4C6722D5-597A-476B-9FFB-A37EBA64E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508793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3">
            <a:extLst>
              <a:ext uri="{FF2B5EF4-FFF2-40B4-BE49-F238E27FC236}">
                <a16:creationId xmlns:a16="http://schemas.microsoft.com/office/drawing/2014/main" xmlns="" id="{D8123861-108E-48F3-B00C-328D748ED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130800"/>
            <a:ext cx="36513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4">
            <a:extLst>
              <a:ext uri="{FF2B5EF4-FFF2-40B4-BE49-F238E27FC236}">
                <a16:creationId xmlns:a16="http://schemas.microsoft.com/office/drawing/2014/main" xmlns="" id="{E1E16852-F19B-4C74-8711-911715DA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5175250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5">
            <a:extLst>
              <a:ext uri="{FF2B5EF4-FFF2-40B4-BE49-F238E27FC236}">
                <a16:creationId xmlns:a16="http://schemas.microsoft.com/office/drawing/2014/main" xmlns="" id="{00D3F213-AEE9-461A-9821-E972EB5B5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503738"/>
            <a:ext cx="39687" cy="52387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6">
            <a:extLst>
              <a:ext uri="{FF2B5EF4-FFF2-40B4-BE49-F238E27FC236}">
                <a16:creationId xmlns:a16="http://schemas.microsoft.com/office/drawing/2014/main" xmlns="" id="{99FAF4F1-248C-494E-8CAE-9DE0E3F9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545013"/>
            <a:ext cx="41275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7">
            <a:extLst>
              <a:ext uri="{FF2B5EF4-FFF2-40B4-BE49-F238E27FC236}">
                <a16:creationId xmlns:a16="http://schemas.microsoft.com/office/drawing/2014/main" xmlns="" id="{18A61A7E-06D1-4936-9D3C-BD4CF705F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4589463"/>
            <a:ext cx="38100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8">
            <a:extLst>
              <a:ext uri="{FF2B5EF4-FFF2-40B4-BE49-F238E27FC236}">
                <a16:creationId xmlns:a16="http://schemas.microsoft.com/office/drawing/2014/main" xmlns="" id="{0C2F7A97-0454-482A-B806-90B72401DD3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24913" y="2297113"/>
            <a:ext cx="823912" cy="433387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9">
            <a:extLst>
              <a:ext uri="{FF2B5EF4-FFF2-40B4-BE49-F238E27FC236}">
                <a16:creationId xmlns:a16="http://schemas.microsoft.com/office/drawing/2014/main" xmlns="" id="{A2FF0A01-030B-41D0-A009-026BD0FD8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30">
            <a:extLst>
              <a:ext uri="{FF2B5EF4-FFF2-40B4-BE49-F238E27FC236}">
                <a16:creationId xmlns:a16="http://schemas.microsoft.com/office/drawing/2014/main" xmlns="" id="{D7B34D66-772D-48A3-8B1B-E32BD0E7D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1">
            <a:extLst>
              <a:ext uri="{FF2B5EF4-FFF2-40B4-BE49-F238E27FC236}">
                <a16:creationId xmlns:a16="http://schemas.microsoft.com/office/drawing/2014/main" xmlns="" id="{F02319AF-B822-4214-8E97-6B2B659C2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363" y="2319338"/>
            <a:ext cx="17462" cy="26987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2">
            <a:extLst>
              <a:ext uri="{FF2B5EF4-FFF2-40B4-BE49-F238E27FC236}">
                <a16:creationId xmlns:a16="http://schemas.microsoft.com/office/drawing/2014/main" xmlns="" id="{D72589FA-ED31-4FED-B4A3-6D776324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188" y="2297113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3">
            <a:extLst>
              <a:ext uri="{FF2B5EF4-FFF2-40B4-BE49-F238E27FC236}">
                <a16:creationId xmlns:a16="http://schemas.microsoft.com/office/drawing/2014/main" xmlns="" id="{5126ED09-4C7C-427B-AAA2-108FB7EA7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3087688"/>
            <a:ext cx="1951037" cy="11747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4">
            <a:extLst>
              <a:ext uri="{FF2B5EF4-FFF2-40B4-BE49-F238E27FC236}">
                <a16:creationId xmlns:a16="http://schemas.microsoft.com/office/drawing/2014/main" xmlns="" id="{1792FC57-ECDB-4D6E-B7C7-77EFC910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4221163"/>
            <a:ext cx="1836738" cy="10763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" name="组合 161">
            <a:extLst>
              <a:ext uri="{FF2B5EF4-FFF2-40B4-BE49-F238E27FC236}">
                <a16:creationId xmlns:a16="http://schemas.microsoft.com/office/drawing/2014/main" xmlns="" id="{49541F5F-FC95-468E-B89E-EA6E378B89C7}"/>
              </a:ext>
            </a:extLst>
          </p:cNvPr>
          <p:cNvGrpSpPr>
            <a:grpSpLocks/>
          </p:cNvGrpSpPr>
          <p:nvPr/>
        </p:nvGrpSpPr>
        <p:grpSpPr bwMode="auto">
          <a:xfrm>
            <a:off x="6197600" y="2320925"/>
            <a:ext cx="5260975" cy="3022600"/>
            <a:chOff x="7564437" y="4244495"/>
            <a:chExt cx="4236358" cy="2433801"/>
          </a:xfrm>
        </p:grpSpPr>
        <p:sp>
          <p:nvSpPr>
            <p:cNvPr id="42" name="Freeform 238">
              <a:extLst>
                <a:ext uri="{FF2B5EF4-FFF2-40B4-BE49-F238E27FC236}">
                  <a16:creationId xmlns:a16="http://schemas.microsoft.com/office/drawing/2014/main" xmlns="" id="{D2A5171D-E58B-49E6-8330-867C6E75D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xmlns="" id="{83D6515D-411E-4AE8-86D4-1A76E4EF5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ADE1FC05-CBFC-4560-906E-DBDADF97B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BA520366-ED7A-4104-BCB8-5AFF9EFE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Freeform 135">
            <a:extLst>
              <a:ext uri="{FF2B5EF4-FFF2-40B4-BE49-F238E27FC236}">
                <a16:creationId xmlns:a16="http://schemas.microsoft.com/office/drawing/2014/main" xmlns="" id="{F84C648C-8347-47DF-B8BE-C1DB94BF013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80450" y="4037013"/>
            <a:ext cx="1104900" cy="64293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137">
            <a:extLst>
              <a:ext uri="{FF2B5EF4-FFF2-40B4-BE49-F238E27FC236}">
                <a16:creationId xmlns:a16="http://schemas.microsoft.com/office/drawing/2014/main" xmlns="" id="{020821C1-6477-4F16-B170-5FFE976A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6">
            <a:extLst>
              <a:ext uri="{FF2B5EF4-FFF2-40B4-BE49-F238E27FC236}">
                <a16:creationId xmlns:a16="http://schemas.microsoft.com/office/drawing/2014/main" xmlns="" id="{6B37FE91-B408-4775-BDA3-199D009784F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736138" y="3327400"/>
            <a:ext cx="1281112" cy="639763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8">
            <a:extLst>
              <a:ext uri="{FF2B5EF4-FFF2-40B4-BE49-F238E27FC236}">
                <a16:creationId xmlns:a16="http://schemas.microsoft.com/office/drawing/2014/main" xmlns="" id="{FFD860AE-3B39-4E53-819A-3822DD4E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9">
            <a:extLst>
              <a:ext uri="{FF2B5EF4-FFF2-40B4-BE49-F238E27FC236}">
                <a16:creationId xmlns:a16="http://schemas.microsoft.com/office/drawing/2014/main" xmlns="" id="{6E1E582E-F77C-4151-B212-6AE8435741B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5788" y="2901950"/>
            <a:ext cx="1238250" cy="679450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40">
            <a:extLst>
              <a:ext uri="{FF2B5EF4-FFF2-40B4-BE49-F238E27FC236}">
                <a16:creationId xmlns:a16="http://schemas.microsoft.com/office/drawing/2014/main" xmlns="" id="{5076AC02-A9A1-41D3-8BAB-BD3445F9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1">
            <a:extLst>
              <a:ext uri="{FF2B5EF4-FFF2-40B4-BE49-F238E27FC236}">
                <a16:creationId xmlns:a16="http://schemas.microsoft.com/office/drawing/2014/main" xmlns="" id="{7A977D5F-3BC9-49B7-95FA-CBBBA3DE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2">
            <a:extLst>
              <a:ext uri="{FF2B5EF4-FFF2-40B4-BE49-F238E27FC236}">
                <a16:creationId xmlns:a16="http://schemas.microsoft.com/office/drawing/2014/main" xmlns="" id="{CBF95F56-E509-4256-9084-654CF722C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4676775"/>
            <a:ext cx="152400" cy="179388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3">
            <a:extLst>
              <a:ext uri="{FF2B5EF4-FFF2-40B4-BE49-F238E27FC236}">
                <a16:creationId xmlns:a16="http://schemas.microsoft.com/office/drawing/2014/main" xmlns="" id="{C44C5CC4-F21A-4C0F-875E-43907342E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794250"/>
            <a:ext cx="171450" cy="142875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4">
            <a:extLst>
              <a:ext uri="{FF2B5EF4-FFF2-40B4-BE49-F238E27FC236}">
                <a16:creationId xmlns:a16="http://schemas.microsoft.com/office/drawing/2014/main" xmlns="" id="{778C8FFC-A32B-4CCA-8A70-0807EF72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4503738"/>
            <a:ext cx="1493837" cy="35242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5">
            <a:extLst>
              <a:ext uri="{FF2B5EF4-FFF2-40B4-BE49-F238E27FC236}">
                <a16:creationId xmlns:a16="http://schemas.microsoft.com/office/drawing/2014/main" xmlns="" id="{BABAA874-2E54-4C3F-84E3-1BCC5729F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3384550"/>
            <a:ext cx="909637" cy="1131888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6">
            <a:extLst>
              <a:ext uri="{FF2B5EF4-FFF2-40B4-BE49-F238E27FC236}">
                <a16:creationId xmlns:a16="http://schemas.microsoft.com/office/drawing/2014/main" xmlns="" id="{34D7C0CC-2DA1-4D77-A0C7-0DE9177F6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659188"/>
            <a:ext cx="1541463" cy="3683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50">
            <a:extLst>
              <a:ext uri="{FF2B5EF4-FFF2-40B4-BE49-F238E27FC236}">
                <a16:creationId xmlns:a16="http://schemas.microsoft.com/office/drawing/2014/main" xmlns="" id="{6D9A3AAD-6D8A-45A0-AEFF-A8702CAC190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1">
            <a:extLst>
              <a:ext uri="{FF2B5EF4-FFF2-40B4-BE49-F238E27FC236}">
                <a16:creationId xmlns:a16="http://schemas.microsoft.com/office/drawing/2014/main" xmlns="" id="{DC69D04C-0CA7-4D0E-8BE8-424D09A6A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2">
            <a:extLst>
              <a:ext uri="{FF2B5EF4-FFF2-40B4-BE49-F238E27FC236}">
                <a16:creationId xmlns:a16="http://schemas.microsoft.com/office/drawing/2014/main" xmlns="" id="{49345F0D-FBD5-450B-8D59-13A91F51C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3">
            <a:extLst>
              <a:ext uri="{FF2B5EF4-FFF2-40B4-BE49-F238E27FC236}">
                <a16:creationId xmlns:a16="http://schemas.microsoft.com/office/drawing/2014/main" xmlns="" id="{CA10216E-F4D0-41F8-87EA-B91FA1586C5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75850" y="3741738"/>
            <a:ext cx="436563" cy="155575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7">
            <a:extLst>
              <a:ext uri="{FF2B5EF4-FFF2-40B4-BE49-F238E27FC236}">
                <a16:creationId xmlns:a16="http://schemas.microsoft.com/office/drawing/2014/main" xmlns="" id="{C47C0E1E-6B82-46D4-8A5F-4BDAA17D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41613"/>
            <a:ext cx="3175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8">
            <a:extLst>
              <a:ext uri="{FF2B5EF4-FFF2-40B4-BE49-F238E27FC236}">
                <a16:creationId xmlns:a16="http://schemas.microsoft.com/office/drawing/2014/main" xmlns="" id="{CD37B47C-BEF0-40D7-9A1B-A0D3212F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3675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9">
            <a:extLst>
              <a:ext uri="{FF2B5EF4-FFF2-40B4-BE49-F238E27FC236}">
                <a16:creationId xmlns:a16="http://schemas.microsoft.com/office/drawing/2014/main" xmlns="" id="{843A9F59-04DE-4D8C-B2FC-5EA650D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0500"/>
            <a:ext cx="992188" cy="1179513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60">
            <a:extLst>
              <a:ext uri="{FF2B5EF4-FFF2-40B4-BE49-F238E27FC236}">
                <a16:creationId xmlns:a16="http://schemas.microsoft.com/office/drawing/2014/main" xmlns="" id="{F2F660B3-C66F-4069-8160-FA6D39A4AA9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36100" y="2738438"/>
            <a:ext cx="7938" cy="3175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4">
            <a:extLst>
              <a:ext uri="{FF2B5EF4-FFF2-40B4-BE49-F238E27FC236}">
                <a16:creationId xmlns:a16="http://schemas.microsoft.com/office/drawing/2014/main" xmlns="" id="{5E578A77-50F6-40CA-9909-4C1F599900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968375" cy="11826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72">
            <a:extLst>
              <a:ext uri="{FF2B5EF4-FFF2-40B4-BE49-F238E27FC236}">
                <a16:creationId xmlns:a16="http://schemas.microsoft.com/office/drawing/2014/main" xmlns="" id="{EDCF4CBF-0E29-4753-912C-649CCE95C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3">
            <a:extLst>
              <a:ext uri="{FF2B5EF4-FFF2-40B4-BE49-F238E27FC236}">
                <a16:creationId xmlns:a16="http://schemas.microsoft.com/office/drawing/2014/main" xmlns="" id="{0096B257-3E0B-4250-9C13-ACB89DE6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4">
            <a:extLst>
              <a:ext uri="{FF2B5EF4-FFF2-40B4-BE49-F238E27FC236}">
                <a16:creationId xmlns:a16="http://schemas.microsoft.com/office/drawing/2014/main" xmlns="" id="{FDF4A16E-FF3D-4B48-9CAC-B7245AA4972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743950" y="4452938"/>
            <a:ext cx="433388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95">
            <a:extLst>
              <a:ext uri="{FF2B5EF4-FFF2-40B4-BE49-F238E27FC236}">
                <a16:creationId xmlns:a16="http://schemas.microsoft.com/office/drawing/2014/main" xmlns="" id="{0FF9BE0F-759D-4F7B-8EB1-E83813E2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6">
            <a:extLst>
              <a:ext uri="{FF2B5EF4-FFF2-40B4-BE49-F238E27FC236}">
                <a16:creationId xmlns:a16="http://schemas.microsoft.com/office/drawing/2014/main" xmlns="" id="{77BFB1EA-368C-448C-BEA7-F400B5541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7">
            <a:extLst>
              <a:ext uri="{FF2B5EF4-FFF2-40B4-BE49-F238E27FC236}">
                <a16:creationId xmlns:a16="http://schemas.microsoft.com/office/drawing/2014/main" xmlns="" id="{37338B3D-4D3C-4BC3-90CC-D5ABCA8B829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8">
            <a:extLst>
              <a:ext uri="{FF2B5EF4-FFF2-40B4-BE49-F238E27FC236}">
                <a16:creationId xmlns:a16="http://schemas.microsoft.com/office/drawing/2014/main" xmlns="" id="{D3BEFF67-5D01-46EE-805B-4DDEDA44AC6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68">
            <a:extLst>
              <a:ext uri="{FF2B5EF4-FFF2-40B4-BE49-F238E27FC236}">
                <a16:creationId xmlns:a16="http://schemas.microsoft.com/office/drawing/2014/main" xmlns="" id="{0B960C00-8AF9-4DB8-B225-2F027049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9">
            <a:extLst>
              <a:ext uri="{FF2B5EF4-FFF2-40B4-BE49-F238E27FC236}">
                <a16:creationId xmlns:a16="http://schemas.microsoft.com/office/drawing/2014/main" xmlns="" id="{2D024091-F83B-4ED2-81D3-22C831574F8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70">
            <a:extLst>
              <a:ext uri="{FF2B5EF4-FFF2-40B4-BE49-F238E27FC236}">
                <a16:creationId xmlns:a16="http://schemas.microsoft.com/office/drawing/2014/main" xmlns="" id="{58AF1531-15EE-4560-B2CC-C0630DE3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41700"/>
            <a:ext cx="987425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1">
            <a:extLst>
              <a:ext uri="{FF2B5EF4-FFF2-40B4-BE49-F238E27FC236}">
                <a16:creationId xmlns:a16="http://schemas.microsoft.com/office/drawing/2014/main" xmlns="" id="{F2056664-D23D-4A4C-8F1C-18A44ADE438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5">
            <a:extLst>
              <a:ext uri="{FF2B5EF4-FFF2-40B4-BE49-F238E27FC236}">
                <a16:creationId xmlns:a16="http://schemas.microsoft.com/office/drawing/2014/main" xmlns="" id="{F48EE775-7ED0-4436-BA2B-609D380BE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3460750"/>
            <a:ext cx="976313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8">
            <a:extLst>
              <a:ext uri="{FF2B5EF4-FFF2-40B4-BE49-F238E27FC236}">
                <a16:creationId xmlns:a16="http://schemas.microsoft.com/office/drawing/2014/main" xmlns="" id="{58C5F8D6-C538-4720-9D50-DEB0732D6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1225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9">
            <a:extLst>
              <a:ext uri="{FF2B5EF4-FFF2-40B4-BE49-F238E27FC236}">
                <a16:creationId xmlns:a16="http://schemas.microsoft.com/office/drawing/2014/main" xmlns="" id="{6494ACA9-4F77-4F46-AEC6-70438F50D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6463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80">
            <a:extLst>
              <a:ext uri="{FF2B5EF4-FFF2-40B4-BE49-F238E27FC236}">
                <a16:creationId xmlns:a16="http://schemas.microsoft.com/office/drawing/2014/main" xmlns="" id="{92EB9724-3689-4D2F-958E-87C1632C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1700"/>
            <a:ext cx="995363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1">
            <a:extLst>
              <a:ext uri="{FF2B5EF4-FFF2-40B4-BE49-F238E27FC236}">
                <a16:creationId xmlns:a16="http://schemas.microsoft.com/office/drawing/2014/main" xmlns="" id="{26E331AE-1E17-4526-865B-45995F2A04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182">
            <a:extLst>
              <a:ext uri="{FF2B5EF4-FFF2-40B4-BE49-F238E27FC236}">
                <a16:creationId xmlns:a16="http://schemas.microsoft.com/office/drawing/2014/main" xmlns="" id="{79BA8D2E-D375-4FC4-A7EF-8367FC4F9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1588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3">
            <a:extLst>
              <a:ext uri="{FF2B5EF4-FFF2-40B4-BE49-F238E27FC236}">
                <a16:creationId xmlns:a16="http://schemas.microsoft.com/office/drawing/2014/main" xmlns="" id="{5E30F9DC-C719-47DA-A7D0-6E14FF66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6">
            <a:extLst>
              <a:ext uri="{FF2B5EF4-FFF2-40B4-BE49-F238E27FC236}">
                <a16:creationId xmlns:a16="http://schemas.microsoft.com/office/drawing/2014/main" xmlns="" id="{6C437F70-D115-4E2C-AD55-6A1B2801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3446463"/>
            <a:ext cx="984250" cy="11890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7">
            <a:extLst>
              <a:ext uri="{FF2B5EF4-FFF2-40B4-BE49-F238E27FC236}">
                <a16:creationId xmlns:a16="http://schemas.microsoft.com/office/drawing/2014/main" xmlns="" id="{64B5063B-6199-4326-ACC8-95137C45B6A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209">
            <a:extLst>
              <a:ext uri="{FF2B5EF4-FFF2-40B4-BE49-F238E27FC236}">
                <a16:creationId xmlns:a16="http://schemas.microsoft.com/office/drawing/2014/main" xmlns="" id="{1ED1DD6C-3E4B-408C-BD16-030FDA879F2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23338" y="3463925"/>
            <a:ext cx="15875" cy="26988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17">
            <a:extLst>
              <a:ext uri="{FF2B5EF4-FFF2-40B4-BE49-F238E27FC236}">
                <a16:creationId xmlns:a16="http://schemas.microsoft.com/office/drawing/2014/main" xmlns="" id="{C1687EDF-7A9B-4F2D-A05B-AD10A5C5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722563"/>
            <a:ext cx="122237" cy="179387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8">
            <a:extLst>
              <a:ext uri="{FF2B5EF4-FFF2-40B4-BE49-F238E27FC236}">
                <a16:creationId xmlns:a16="http://schemas.microsoft.com/office/drawing/2014/main" xmlns="" id="{72D2F478-4CDD-4028-AD16-9A931BF1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2806700"/>
            <a:ext cx="122238" cy="18573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9">
            <a:extLst>
              <a:ext uri="{FF2B5EF4-FFF2-40B4-BE49-F238E27FC236}">
                <a16:creationId xmlns:a16="http://schemas.microsoft.com/office/drawing/2014/main" xmlns="" id="{18008606-BD32-46B2-BCD2-F0BBB482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225" y="2894013"/>
            <a:ext cx="122238" cy="18573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1" name="组合 207">
            <a:extLst>
              <a:ext uri="{FF2B5EF4-FFF2-40B4-BE49-F238E27FC236}">
                <a16:creationId xmlns:a16="http://schemas.microsoft.com/office/drawing/2014/main" xmlns="" id="{2112BA41-5450-4091-A7EC-1F09CA708324}"/>
              </a:ext>
            </a:extLst>
          </p:cNvPr>
          <p:cNvGrpSpPr>
            <a:grpSpLocks/>
          </p:cNvGrpSpPr>
          <p:nvPr/>
        </p:nvGrpSpPr>
        <p:grpSpPr bwMode="auto">
          <a:xfrm>
            <a:off x="9423400" y="2714625"/>
            <a:ext cx="1063625" cy="1231900"/>
            <a:chOff x="5332731" y="3343275"/>
            <a:chExt cx="855345" cy="992188"/>
          </a:xfrm>
        </p:grpSpPr>
        <p:sp>
          <p:nvSpPr>
            <p:cNvPr id="92" name="Freeform 168">
              <a:extLst>
                <a:ext uri="{FF2B5EF4-FFF2-40B4-BE49-F238E27FC236}">
                  <a16:creationId xmlns:a16="http://schemas.microsoft.com/office/drawing/2014/main" xmlns="" id="{D28C4D78-91DA-4AB5-9C87-639CA275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69">
              <a:extLst>
                <a:ext uri="{FF2B5EF4-FFF2-40B4-BE49-F238E27FC236}">
                  <a16:creationId xmlns:a16="http://schemas.microsoft.com/office/drawing/2014/main" xmlns="" id="{B5DD6C6C-1837-44F6-B91C-8302D2A5BA3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70">
              <a:extLst>
                <a:ext uri="{FF2B5EF4-FFF2-40B4-BE49-F238E27FC236}">
                  <a16:creationId xmlns:a16="http://schemas.microsoft.com/office/drawing/2014/main" xmlns="" id="{C2584B54-CC5F-4A5F-AE67-36D93EA5C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1">
              <a:extLst>
                <a:ext uri="{FF2B5EF4-FFF2-40B4-BE49-F238E27FC236}">
                  <a16:creationId xmlns:a16="http://schemas.microsoft.com/office/drawing/2014/main" xmlns="" id="{F1AA8B4F-F6C0-440C-8404-C4E151FFC42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5">
              <a:extLst>
                <a:ext uri="{FF2B5EF4-FFF2-40B4-BE49-F238E27FC236}">
                  <a16:creationId xmlns:a16="http://schemas.microsoft.com/office/drawing/2014/main" xmlns="" id="{B7125E28-3A03-48AB-B669-5A45B780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8">
              <a:extLst>
                <a:ext uri="{FF2B5EF4-FFF2-40B4-BE49-F238E27FC236}">
                  <a16:creationId xmlns:a16="http://schemas.microsoft.com/office/drawing/2014/main" xmlns="" id="{1A3E7CB4-3981-4480-9237-99C0C5988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9">
              <a:extLst>
                <a:ext uri="{FF2B5EF4-FFF2-40B4-BE49-F238E27FC236}">
                  <a16:creationId xmlns:a16="http://schemas.microsoft.com/office/drawing/2014/main" xmlns="" id="{E62C92E3-A523-4D2C-A019-6D03F903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80">
              <a:extLst>
                <a:ext uri="{FF2B5EF4-FFF2-40B4-BE49-F238E27FC236}">
                  <a16:creationId xmlns:a16="http://schemas.microsoft.com/office/drawing/2014/main" xmlns="" id="{032D310C-E207-4135-ADD4-AF998E379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1">
              <a:extLst>
                <a:ext uri="{FF2B5EF4-FFF2-40B4-BE49-F238E27FC236}">
                  <a16:creationId xmlns:a16="http://schemas.microsoft.com/office/drawing/2014/main" xmlns="" id="{5579F719-BED4-4738-ABCA-48A4311880F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Rectangle 182">
              <a:extLst>
                <a:ext uri="{FF2B5EF4-FFF2-40B4-BE49-F238E27FC236}">
                  <a16:creationId xmlns:a16="http://schemas.microsoft.com/office/drawing/2014/main" xmlns="" id="{86EA70A5-FAAF-41F2-A551-65F490A76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83">
              <a:extLst>
                <a:ext uri="{FF2B5EF4-FFF2-40B4-BE49-F238E27FC236}">
                  <a16:creationId xmlns:a16="http://schemas.microsoft.com/office/drawing/2014/main" xmlns="" id="{1AD9D5C3-FC81-4BEA-8F62-36932FCF3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6">
              <a:extLst>
                <a:ext uri="{FF2B5EF4-FFF2-40B4-BE49-F238E27FC236}">
                  <a16:creationId xmlns:a16="http://schemas.microsoft.com/office/drawing/2014/main" xmlns="" id="{36294BE5-D9C4-4EAB-BE9B-E8FF7D3BF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7">
              <a:extLst>
                <a:ext uri="{FF2B5EF4-FFF2-40B4-BE49-F238E27FC236}">
                  <a16:creationId xmlns:a16="http://schemas.microsoft.com/office/drawing/2014/main" xmlns="" id="{CA21D5A8-FBA6-418E-8DC7-8B926B9B0B0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209">
              <a:extLst>
                <a:ext uri="{FF2B5EF4-FFF2-40B4-BE49-F238E27FC236}">
                  <a16:creationId xmlns:a16="http://schemas.microsoft.com/office/drawing/2014/main" xmlns="" id="{BE8E7A51-1B94-46EA-ACEA-4B178E9EE24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Freeform 168">
            <a:extLst>
              <a:ext uri="{FF2B5EF4-FFF2-40B4-BE49-F238E27FC236}">
                <a16:creationId xmlns:a16="http://schemas.microsoft.com/office/drawing/2014/main" xmlns="" id="{8BD3E2AD-B03D-4FDE-83C2-16AA9BF21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9">
            <a:extLst>
              <a:ext uri="{FF2B5EF4-FFF2-40B4-BE49-F238E27FC236}">
                <a16:creationId xmlns:a16="http://schemas.microsoft.com/office/drawing/2014/main" xmlns="" id="{67ED112B-E648-428C-8FF4-12B3CC9B55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70">
            <a:extLst>
              <a:ext uri="{FF2B5EF4-FFF2-40B4-BE49-F238E27FC236}">
                <a16:creationId xmlns:a16="http://schemas.microsoft.com/office/drawing/2014/main" xmlns="" id="{FEA53336-BAF1-480B-A7FB-594F99D6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138" y="2300288"/>
            <a:ext cx="989012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1">
            <a:extLst>
              <a:ext uri="{FF2B5EF4-FFF2-40B4-BE49-F238E27FC236}">
                <a16:creationId xmlns:a16="http://schemas.microsoft.com/office/drawing/2014/main" xmlns="" id="{3ECB9440-F5F1-4174-ACC8-4212F5F4FF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5">
            <a:extLst>
              <a:ext uri="{FF2B5EF4-FFF2-40B4-BE49-F238E27FC236}">
                <a16:creationId xmlns:a16="http://schemas.microsoft.com/office/drawing/2014/main" xmlns="" id="{F133A2C5-3374-497A-8DAE-8E9B4405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19338"/>
            <a:ext cx="976312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8">
            <a:extLst>
              <a:ext uri="{FF2B5EF4-FFF2-40B4-BE49-F238E27FC236}">
                <a16:creationId xmlns:a16="http://schemas.microsoft.com/office/drawing/2014/main" xmlns="" id="{5CB13AD1-93F1-48BF-8F17-5EB3AE38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9813"/>
            <a:ext cx="3175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9">
            <a:extLst>
              <a:ext uri="{FF2B5EF4-FFF2-40B4-BE49-F238E27FC236}">
                <a16:creationId xmlns:a16="http://schemas.microsoft.com/office/drawing/2014/main" xmlns="" id="{B542772D-790A-4084-8152-4D470C6CF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5050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80">
            <a:extLst>
              <a:ext uri="{FF2B5EF4-FFF2-40B4-BE49-F238E27FC236}">
                <a16:creationId xmlns:a16="http://schemas.microsoft.com/office/drawing/2014/main" xmlns="" id="{07638C50-1674-4D53-9F8A-2068BD38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0288"/>
            <a:ext cx="995362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1">
            <a:extLst>
              <a:ext uri="{FF2B5EF4-FFF2-40B4-BE49-F238E27FC236}">
                <a16:creationId xmlns:a16="http://schemas.microsoft.com/office/drawing/2014/main" xmlns="" id="{AD7E9935-1058-4CBB-9CC0-9FC49B000E0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Rectangle 182">
            <a:extLst>
              <a:ext uri="{FF2B5EF4-FFF2-40B4-BE49-F238E27FC236}">
                <a16:creationId xmlns:a16="http://schemas.microsoft.com/office/drawing/2014/main" xmlns="" id="{35CF0C0D-BD1C-4F0C-8A49-508DC077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1587" cy="1588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183">
            <a:extLst>
              <a:ext uri="{FF2B5EF4-FFF2-40B4-BE49-F238E27FC236}">
                <a16:creationId xmlns:a16="http://schemas.microsoft.com/office/drawing/2014/main" xmlns="" id="{5092FAE1-A83A-48AD-B078-4A5847376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6">
            <a:extLst>
              <a:ext uri="{FF2B5EF4-FFF2-40B4-BE49-F238E27FC236}">
                <a16:creationId xmlns:a16="http://schemas.microsoft.com/office/drawing/2014/main" xmlns="" id="{2FE2FBF3-8C57-434A-8D44-A919843F2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305050"/>
            <a:ext cx="984250" cy="11890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7">
            <a:extLst>
              <a:ext uri="{FF2B5EF4-FFF2-40B4-BE49-F238E27FC236}">
                <a16:creationId xmlns:a16="http://schemas.microsoft.com/office/drawing/2014/main" xmlns="" id="{2C6B7A3C-415D-4C97-BC34-CF95A4F8A1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209">
            <a:extLst>
              <a:ext uri="{FF2B5EF4-FFF2-40B4-BE49-F238E27FC236}">
                <a16:creationId xmlns:a16="http://schemas.microsoft.com/office/drawing/2014/main" xmlns="" id="{D44F4783-C5E3-43E6-8287-BBFE6E41C0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1563" y="2322513"/>
            <a:ext cx="15875" cy="26987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increasing-stocks-graphic_38888">
            <a:extLst>
              <a:ext uri="{FF2B5EF4-FFF2-40B4-BE49-F238E27FC236}">
                <a16:creationId xmlns:a16="http://schemas.microsoft.com/office/drawing/2014/main" xmlns="" id="{D8C230C7-6C52-4527-98C1-B1C8AA3BB9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758363" y="3179763"/>
            <a:ext cx="315912" cy="31115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:a16="http://schemas.microsoft.com/office/drawing/2014/main" xmlns="" id="{F4725360-A1ED-44FC-8D4E-5B008C3C5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9300" y="3846513"/>
            <a:ext cx="544513" cy="377825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:a16="http://schemas.microsoft.com/office/drawing/2014/main" xmlns="" id="{1353EC8B-61D1-4F8C-BEDB-A596757A5A88}"/>
              </a:ext>
            </a:extLst>
          </p:cNvPr>
          <p:cNvSpPr/>
          <p:nvPr userDrawn="1"/>
        </p:nvSpPr>
        <p:spPr bwMode="auto">
          <a:xfrm>
            <a:off x="8234363" y="2692400"/>
            <a:ext cx="347662" cy="4016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344680" y="1738313"/>
            <a:ext cx="5419185" cy="1988965"/>
          </a:xfrm>
        </p:spPr>
        <p:txBody>
          <a:bodyPr>
            <a:noAutofit/>
          </a:bodyPr>
          <a:lstStyle>
            <a:lvl1pPr algn="l">
              <a:defRPr sz="11500" b="1">
                <a:solidFill>
                  <a:schemeClr val="bg1"/>
                </a:solidFill>
                <a:latin typeface="+mn-lt"/>
                <a:cs typeface="Ebrima" panose="02000000000000000000" pitchFamily="2" charset="0"/>
              </a:defRPr>
            </a:lvl1pPr>
          </a:lstStyle>
          <a:p>
            <a:r>
              <a:rPr lang="en-US" altLang="zh-CN" noProof="1"/>
              <a:t>/</a:t>
            </a:r>
            <a:endParaRPr lang="zh-CN" altLang="en-US" noProof="1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 hasCustomPrompt="1"/>
          </p:nvPr>
        </p:nvSpPr>
        <p:spPr>
          <a:xfrm>
            <a:off x="1345796" y="3727279"/>
            <a:ext cx="5419185" cy="535160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Edit Master text </a:t>
            </a:r>
          </a:p>
        </p:txBody>
      </p:sp>
    </p:spTree>
    <p:extLst>
      <p:ext uri="{BB962C8B-B14F-4D97-AF65-F5344CB8AC3E}">
        <p14:creationId xmlns:p14="http://schemas.microsoft.com/office/powerpoint/2010/main" val="148751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xmlns="" id="{C25790C4-96E7-47B2-98D9-A90442BA1067}"/>
              </a:ext>
            </a:extLst>
          </p:cNvPr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69925" y="0"/>
            <a:ext cx="10850563" cy="92550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B8B0DF5E-9061-4720-BB71-23728B4966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4327E7CB-9CE1-4AAA-9E8A-00EA35CC9C0E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16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4527C82D-DABD-4BD3-B32A-CD466225A1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746CFBB3-E2A4-40C3-AD1B-E27C29BCDC02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805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28FE39CA-7A54-4DA1-8DEC-2036FEF5582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75" y="1387475"/>
            <a:ext cx="2623140" cy="4247516"/>
            <a:chOff x="757282" y="1700808"/>
            <a:chExt cx="2623129" cy="4248096"/>
          </a:xfrm>
        </p:grpSpPr>
        <p:grpSp>
          <p:nvGrpSpPr>
            <p:cNvPr id="3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  <a:extLst>
                <a:ext uri="{FF2B5EF4-FFF2-40B4-BE49-F238E27FC236}">
                  <a16:creationId xmlns:a16="http://schemas.microsoft.com/office/drawing/2014/main" xmlns="" id="{689D706B-B801-4A7E-97C0-CED7C9C748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57282" y="1700808"/>
              <a:ext cx="2623129" cy="4248096"/>
              <a:chOff x="1175743" y="1700808"/>
              <a:chExt cx="2521145" cy="4248096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xmlns="" id="{14B68020-A78B-4674-A4EC-9191CDE850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696888" y="1780800"/>
                <a:ext cx="0" cy="4168104"/>
              </a:xfrm>
              <a:prstGeom prst="line">
                <a:avLst/>
              </a:prstGeom>
              <a:noFill/>
              <a:ln w="3175">
                <a:solidFill>
                  <a:srgbClr val="BF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" name="išľïḋé">
                <a:extLst>
                  <a:ext uri="{FF2B5EF4-FFF2-40B4-BE49-F238E27FC236}">
                    <a16:creationId xmlns:a16="http://schemas.microsoft.com/office/drawing/2014/main" xmlns="" id="{94D24CD7-7253-45D8-843B-80B2009F3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r"/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C</a:t>
                </a:r>
                <a:r>
                  <a:rPr lang="tr-TR" altLang="zh-CN" sz="1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 </a:t>
                </a:r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ONTENTS</a:t>
                </a:r>
              </a:p>
            </p:txBody>
          </p:sp>
        </p:grpSp>
        <p:sp>
          <p:nvSpPr>
            <p:cNvPr id="4" name="poetry_91022">
              <a:extLst>
                <a:ext uri="{FF2B5EF4-FFF2-40B4-BE49-F238E27FC236}">
                  <a16:creationId xmlns:a16="http://schemas.microsoft.com/office/drawing/2014/main" xmlns="" id="{0D6BB768-9400-4234-B0A6-052E35682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533" y="5008561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1" name="内容占位符 10">
            <a:extLst>
              <a:ext uri="{FF2B5EF4-FFF2-40B4-BE49-F238E27FC236}">
                <a16:creationId xmlns:a16="http://schemas.microsoft.com/office/drawing/2014/main" xmlns="" id="{5EFB80EA-1C0D-45B6-A698-96B981D217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06832" y="1472484"/>
            <a:ext cx="6816725" cy="4167188"/>
          </a:xfrm>
        </p:spPr>
        <p:txBody>
          <a:bodyPr/>
          <a:lstStyle>
            <a:lvl1pPr marL="342900" indent="-342900">
              <a:lnSpc>
                <a:spcPct val="125000"/>
              </a:lnSpc>
              <a:defRPr kumimoji="0" lang="zh-CN" altLang="en-US" sz="16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800100" indent="-342900">
              <a:lnSpc>
                <a:spcPct val="125000"/>
              </a:lnSpc>
              <a:defRPr kumimoji="0" lang="zh-CN" altLang="en-US" sz="1400" b="0" i="0" u="none" strike="noStrike" kern="1200" cap="none" spc="0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</a:lstStyle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单击此处编辑母版文本样式</a:t>
            </a:r>
          </a:p>
          <a:p>
            <a:pPr marL="0" marR="0" lvl="1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22024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1501A3B-3447-4F2B-ADAE-503830AA78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Freeform 100">
            <a:extLst>
              <a:ext uri="{FF2B5EF4-FFF2-40B4-BE49-F238E27FC236}">
                <a16:creationId xmlns:a16="http://schemas.microsoft.com/office/drawing/2014/main" xmlns="" id="{9E9B1B0A-F147-48AA-A5DE-03B8826F8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1476375"/>
            <a:ext cx="1931988" cy="1465263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1">
            <a:extLst>
              <a:ext uri="{FF2B5EF4-FFF2-40B4-BE49-F238E27FC236}">
                <a16:creationId xmlns:a16="http://schemas.microsoft.com/office/drawing/2014/main" xmlns="" id="{B754F84E-8490-4166-BFA5-A5D0332C0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88" y="1347788"/>
            <a:ext cx="774700" cy="1593850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2">
            <a:extLst>
              <a:ext uri="{FF2B5EF4-FFF2-40B4-BE49-F238E27FC236}">
                <a16:creationId xmlns:a16="http://schemas.microsoft.com/office/drawing/2014/main" xmlns="" id="{A5859E9E-C291-4776-AD2A-547BB52A5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1208088"/>
            <a:ext cx="1009650" cy="1733550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3">
            <a:extLst>
              <a:ext uri="{FF2B5EF4-FFF2-40B4-BE49-F238E27FC236}">
                <a16:creationId xmlns:a16="http://schemas.microsoft.com/office/drawing/2014/main" xmlns="" id="{84012C9C-CCEF-4B10-BD34-2BA7046AE08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36713" y="1446213"/>
            <a:ext cx="74612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4">
            <a:extLst>
              <a:ext uri="{FF2B5EF4-FFF2-40B4-BE49-F238E27FC236}">
                <a16:creationId xmlns:a16="http://schemas.microsoft.com/office/drawing/2014/main" xmlns="" id="{6C2C5392-8085-47E5-ADA2-0121AB4237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11475" y="1319213"/>
            <a:ext cx="74613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5">
            <a:extLst>
              <a:ext uri="{FF2B5EF4-FFF2-40B4-BE49-F238E27FC236}">
                <a16:creationId xmlns:a16="http://schemas.microsoft.com/office/drawing/2014/main" xmlns="" id="{DEBD5C80-6B4B-4324-B775-6F17D2D0DE0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00350" y="1177925"/>
            <a:ext cx="74613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6">
            <a:extLst>
              <a:ext uri="{FF2B5EF4-FFF2-40B4-BE49-F238E27FC236}">
                <a16:creationId xmlns:a16="http://schemas.microsoft.com/office/drawing/2014/main" xmlns="" id="{56C9CF85-CF6D-46EB-B1B9-359294F7F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1100138"/>
            <a:ext cx="1487488" cy="184150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7">
            <a:extLst>
              <a:ext uri="{FF2B5EF4-FFF2-40B4-BE49-F238E27FC236}">
                <a16:creationId xmlns:a16="http://schemas.microsoft.com/office/drawing/2014/main" xmlns="" id="{D84B2DD6-3814-4F72-AA23-465C261DC72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4316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8">
            <a:extLst>
              <a:ext uri="{FF2B5EF4-FFF2-40B4-BE49-F238E27FC236}">
                <a16:creationId xmlns:a16="http://schemas.microsoft.com/office/drawing/2014/main" xmlns="" id="{169DB64A-D1FB-4A03-A513-76F01D58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1100138"/>
            <a:ext cx="1052512" cy="184150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9">
            <a:extLst>
              <a:ext uri="{FF2B5EF4-FFF2-40B4-BE49-F238E27FC236}">
                <a16:creationId xmlns:a16="http://schemas.microsoft.com/office/drawing/2014/main" xmlns="" id="{C761D5EA-1D1C-4992-9AF7-333C4BADAD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140325" y="1069975"/>
            <a:ext cx="73025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0">
            <a:extLst>
              <a:ext uri="{FF2B5EF4-FFF2-40B4-BE49-F238E27FC236}">
                <a16:creationId xmlns:a16="http://schemas.microsoft.com/office/drawing/2014/main" xmlns="" id="{F6CFCDF6-27D8-4082-9743-1DDF0204732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284788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1">
            <a:extLst>
              <a:ext uri="{FF2B5EF4-FFF2-40B4-BE49-F238E27FC236}">
                <a16:creationId xmlns:a16="http://schemas.microsoft.com/office/drawing/2014/main" xmlns="" id="{5AF066AD-2A75-4CE0-9985-9E485D212BE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3401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2">
            <a:extLst>
              <a:ext uri="{FF2B5EF4-FFF2-40B4-BE49-F238E27FC236}">
                <a16:creationId xmlns:a16="http://schemas.microsoft.com/office/drawing/2014/main" xmlns="" id="{430A2212-C0FC-49AD-8682-A12C1F9D0E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578475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3">
            <a:extLst>
              <a:ext uri="{FF2B5EF4-FFF2-40B4-BE49-F238E27FC236}">
                <a16:creationId xmlns:a16="http://schemas.microsoft.com/office/drawing/2014/main" xmlns="" id="{D046BB3D-BC01-42D9-BA04-8CCE94C185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727700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4">
            <a:extLst>
              <a:ext uri="{FF2B5EF4-FFF2-40B4-BE49-F238E27FC236}">
                <a16:creationId xmlns:a16="http://schemas.microsoft.com/office/drawing/2014/main" xmlns="" id="{1A57CF94-A167-4B8C-9CAB-F801ED5A5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872163" y="1069975"/>
            <a:ext cx="74612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7">
            <a:extLst>
              <a:ext uri="{FF2B5EF4-FFF2-40B4-BE49-F238E27FC236}">
                <a16:creationId xmlns:a16="http://schemas.microsoft.com/office/drawing/2014/main" xmlns="" id="{0AC5C741-51D7-459F-9144-1E944F3744F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7688" y="2646363"/>
            <a:ext cx="5056187" cy="2938462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8">
            <a:extLst>
              <a:ext uri="{FF2B5EF4-FFF2-40B4-BE49-F238E27FC236}">
                <a16:creationId xmlns:a16="http://schemas.microsoft.com/office/drawing/2014/main" xmlns="" id="{86C4773B-B1B7-4080-BA05-440FB6AAC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2295525"/>
            <a:ext cx="5260975" cy="2982913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9">
            <a:extLst>
              <a:ext uri="{FF2B5EF4-FFF2-40B4-BE49-F238E27FC236}">
                <a16:creationId xmlns:a16="http://schemas.microsoft.com/office/drawing/2014/main" xmlns="" id="{AC4D9720-5100-411A-901D-B888CE00D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168650"/>
            <a:ext cx="5260975" cy="2097088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0">
            <a:extLst>
              <a:ext uri="{FF2B5EF4-FFF2-40B4-BE49-F238E27FC236}">
                <a16:creationId xmlns:a16="http://schemas.microsoft.com/office/drawing/2014/main" xmlns="" id="{C18E6281-1439-4738-A204-527A0E24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214688"/>
            <a:ext cx="5260975" cy="2017712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1">
            <a:extLst>
              <a:ext uri="{FF2B5EF4-FFF2-40B4-BE49-F238E27FC236}">
                <a16:creationId xmlns:a16="http://schemas.microsoft.com/office/drawing/2014/main" xmlns="" id="{A80684C8-BD2D-4F8B-AE79-EF0E6623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2097088"/>
            <a:ext cx="5295900" cy="3057525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2">
            <a:extLst>
              <a:ext uri="{FF2B5EF4-FFF2-40B4-BE49-F238E27FC236}">
                <a16:creationId xmlns:a16="http://schemas.microsoft.com/office/drawing/2014/main" xmlns="" id="{FC982295-AF39-446F-8B26-A196A5A1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4905375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3">
            <a:extLst>
              <a:ext uri="{FF2B5EF4-FFF2-40B4-BE49-F238E27FC236}">
                <a16:creationId xmlns:a16="http://schemas.microsoft.com/office/drawing/2014/main" xmlns="" id="{3DE41D60-69F3-4AD8-A3C4-DB5F6C6B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4948238"/>
            <a:ext cx="34925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4">
            <a:extLst>
              <a:ext uri="{FF2B5EF4-FFF2-40B4-BE49-F238E27FC236}">
                <a16:creationId xmlns:a16="http://schemas.microsoft.com/office/drawing/2014/main" xmlns="" id="{671B2D73-DE1F-4F18-A735-6ED7EF0D8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99268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5">
            <a:extLst>
              <a:ext uri="{FF2B5EF4-FFF2-40B4-BE49-F238E27FC236}">
                <a16:creationId xmlns:a16="http://schemas.microsoft.com/office/drawing/2014/main" xmlns="" id="{5FE95CCB-A33F-4C44-B0FE-664619959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314825"/>
            <a:ext cx="39687" cy="52388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6">
            <a:extLst>
              <a:ext uri="{FF2B5EF4-FFF2-40B4-BE49-F238E27FC236}">
                <a16:creationId xmlns:a16="http://schemas.microsoft.com/office/drawing/2014/main" xmlns="" id="{BF592E61-56AC-4BBC-9A71-C2A7F7572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4356100"/>
            <a:ext cx="42862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7">
            <a:extLst>
              <a:ext uri="{FF2B5EF4-FFF2-40B4-BE49-F238E27FC236}">
                <a16:creationId xmlns:a16="http://schemas.microsoft.com/office/drawing/2014/main" xmlns="" id="{1DD08F44-ADCA-4FAA-BCDB-D45DFC43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4402138"/>
            <a:ext cx="39687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8">
            <a:extLst>
              <a:ext uri="{FF2B5EF4-FFF2-40B4-BE49-F238E27FC236}">
                <a16:creationId xmlns:a16="http://schemas.microsoft.com/office/drawing/2014/main" xmlns="" id="{1F8B2D33-8F37-4844-96B6-DCD16473B3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043238" y="2084388"/>
            <a:ext cx="833437" cy="43815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9">
            <a:extLst>
              <a:ext uri="{FF2B5EF4-FFF2-40B4-BE49-F238E27FC236}">
                <a16:creationId xmlns:a16="http://schemas.microsoft.com/office/drawing/2014/main" xmlns="" id="{E472FF78-17E6-4FCD-9B8C-E836EAED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0">
            <a:extLst>
              <a:ext uri="{FF2B5EF4-FFF2-40B4-BE49-F238E27FC236}">
                <a16:creationId xmlns:a16="http://schemas.microsoft.com/office/drawing/2014/main" xmlns="" id="{9FCFE153-0A16-4933-B53D-FE9BF4F6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1">
            <a:extLst>
              <a:ext uri="{FF2B5EF4-FFF2-40B4-BE49-F238E27FC236}">
                <a16:creationId xmlns:a16="http://schemas.microsoft.com/office/drawing/2014/main" xmlns="" id="{5B4D1BD2-208D-43AE-BA49-8B14AECE7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108200"/>
            <a:ext cx="17463" cy="25400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2">
            <a:extLst>
              <a:ext uri="{FF2B5EF4-FFF2-40B4-BE49-F238E27FC236}">
                <a16:creationId xmlns:a16="http://schemas.microsoft.com/office/drawing/2014/main" xmlns="" id="{2CB22EA3-BADB-4384-BFA3-C06DF35E5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084388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3">
            <a:extLst>
              <a:ext uri="{FF2B5EF4-FFF2-40B4-BE49-F238E27FC236}">
                <a16:creationId xmlns:a16="http://schemas.microsoft.com/office/drawing/2014/main" xmlns="" id="{43AE9CDA-2392-437A-AB8F-27E81AB5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2882900"/>
            <a:ext cx="1970087" cy="11874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4">
            <a:extLst>
              <a:ext uri="{FF2B5EF4-FFF2-40B4-BE49-F238E27FC236}">
                <a16:creationId xmlns:a16="http://schemas.microsoft.com/office/drawing/2014/main" xmlns="" id="{ACE168ED-DDF0-450D-ABFA-09DDD993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4029075"/>
            <a:ext cx="1854200" cy="1087438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xmlns="" id="{FC671DB3-08A4-49B5-B985-6EFAFAFCBA2D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2109788"/>
            <a:ext cx="5316537" cy="3054350"/>
            <a:chOff x="7564437" y="4244495"/>
            <a:chExt cx="4236358" cy="2433801"/>
          </a:xfrm>
        </p:grpSpPr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xmlns="" id="{DC4B81A3-97E6-4707-A466-F92F06ECE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A050C75A-8D86-4374-AC65-4FF58307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99E7C69A-9566-4E8E-B735-842F824F5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xmlns="" id="{E67EB1E3-0B58-4ADF-B968-E2ECABB43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Freeform 135">
            <a:extLst>
              <a:ext uri="{FF2B5EF4-FFF2-40B4-BE49-F238E27FC236}">
                <a16:creationId xmlns:a16="http://schemas.microsoft.com/office/drawing/2014/main" xmlns="" id="{9AA94A5D-629E-483B-B93F-E0C4A658EF0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98775" y="3843338"/>
            <a:ext cx="1114425" cy="64928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7">
            <a:extLst>
              <a:ext uri="{FF2B5EF4-FFF2-40B4-BE49-F238E27FC236}">
                <a16:creationId xmlns:a16="http://schemas.microsoft.com/office/drawing/2014/main" xmlns="" id="{DAC70147-8692-4FF3-B7EB-2157CCD7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6">
            <a:extLst>
              <a:ext uri="{FF2B5EF4-FFF2-40B4-BE49-F238E27FC236}">
                <a16:creationId xmlns:a16="http://schemas.microsoft.com/office/drawing/2014/main" xmlns="" id="{385E68FE-5D09-432B-99FC-CC88F37D5BB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963988" y="3127375"/>
            <a:ext cx="1295400" cy="64452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8">
            <a:extLst>
              <a:ext uri="{FF2B5EF4-FFF2-40B4-BE49-F238E27FC236}">
                <a16:creationId xmlns:a16="http://schemas.microsoft.com/office/drawing/2014/main" xmlns="" id="{96058411-3529-4DC4-BB4A-0DF91714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9">
            <a:extLst>
              <a:ext uri="{FF2B5EF4-FFF2-40B4-BE49-F238E27FC236}">
                <a16:creationId xmlns:a16="http://schemas.microsoft.com/office/drawing/2014/main" xmlns="" id="{D1C2EABB-03C2-40C9-BA63-A0170D6132B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7763" y="2695575"/>
            <a:ext cx="1250950" cy="687388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0">
            <a:extLst>
              <a:ext uri="{FF2B5EF4-FFF2-40B4-BE49-F238E27FC236}">
                <a16:creationId xmlns:a16="http://schemas.microsoft.com/office/drawing/2014/main" xmlns="" id="{8FE2AB22-B85D-41F0-810B-7B738A0CB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1">
            <a:extLst>
              <a:ext uri="{FF2B5EF4-FFF2-40B4-BE49-F238E27FC236}">
                <a16:creationId xmlns:a16="http://schemas.microsoft.com/office/drawing/2014/main" xmlns="" id="{E76382D2-16F2-4D91-9ACF-85956555B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2">
            <a:extLst>
              <a:ext uri="{FF2B5EF4-FFF2-40B4-BE49-F238E27FC236}">
                <a16:creationId xmlns:a16="http://schemas.microsoft.com/office/drawing/2014/main" xmlns="" id="{CEAFC3E1-B3B7-42DC-95D4-56F40F86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89450"/>
            <a:ext cx="153988" cy="180975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3">
            <a:extLst>
              <a:ext uri="{FF2B5EF4-FFF2-40B4-BE49-F238E27FC236}">
                <a16:creationId xmlns:a16="http://schemas.microsoft.com/office/drawing/2014/main" xmlns="" id="{1CA4E850-99C0-4684-AD7B-26F1AD43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608513"/>
            <a:ext cx="173038" cy="144462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4">
            <a:extLst>
              <a:ext uri="{FF2B5EF4-FFF2-40B4-BE49-F238E27FC236}">
                <a16:creationId xmlns:a16="http://schemas.microsoft.com/office/drawing/2014/main" xmlns="" id="{FDEF00B1-D549-4C91-ACC5-CBA5D12A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4314825"/>
            <a:ext cx="1508125" cy="355600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5">
            <a:extLst>
              <a:ext uri="{FF2B5EF4-FFF2-40B4-BE49-F238E27FC236}">
                <a16:creationId xmlns:a16="http://schemas.microsoft.com/office/drawing/2014/main" xmlns="" id="{9A4E88C2-79ED-46D3-8955-2EA725F4C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3184525"/>
            <a:ext cx="919162" cy="1143000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6">
            <a:extLst>
              <a:ext uri="{FF2B5EF4-FFF2-40B4-BE49-F238E27FC236}">
                <a16:creationId xmlns:a16="http://schemas.microsoft.com/office/drawing/2014/main" xmlns="" id="{F8F1ABD8-8DCF-42BE-A3B4-6BA4C65C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3460750"/>
            <a:ext cx="1555750" cy="373063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0">
            <a:extLst>
              <a:ext uri="{FF2B5EF4-FFF2-40B4-BE49-F238E27FC236}">
                <a16:creationId xmlns:a16="http://schemas.microsoft.com/office/drawing/2014/main" xmlns="" id="{9B5C9F7F-2072-4A7C-B981-C041743A5DE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1">
            <a:extLst>
              <a:ext uri="{FF2B5EF4-FFF2-40B4-BE49-F238E27FC236}">
                <a16:creationId xmlns:a16="http://schemas.microsoft.com/office/drawing/2014/main" xmlns="" id="{E4D34405-0D6B-4B93-B1B5-D7E87BB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2">
            <a:extLst>
              <a:ext uri="{FF2B5EF4-FFF2-40B4-BE49-F238E27FC236}">
                <a16:creationId xmlns:a16="http://schemas.microsoft.com/office/drawing/2014/main" xmlns="" id="{A22F668A-2AFA-4338-8247-881F24AC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3">
            <a:extLst>
              <a:ext uri="{FF2B5EF4-FFF2-40B4-BE49-F238E27FC236}">
                <a16:creationId xmlns:a16="http://schemas.microsoft.com/office/drawing/2014/main" xmlns="" id="{467314C6-A86B-4F19-84CC-68BF342784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206875" y="3544888"/>
            <a:ext cx="441325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7">
            <a:extLst>
              <a:ext uri="{FF2B5EF4-FFF2-40B4-BE49-F238E27FC236}">
                <a16:creationId xmlns:a16="http://schemas.microsoft.com/office/drawing/2014/main" xmlns="" id="{1BF83113-19A6-46C9-9655-8F0017C40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35238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8">
            <a:extLst>
              <a:ext uri="{FF2B5EF4-FFF2-40B4-BE49-F238E27FC236}">
                <a16:creationId xmlns:a16="http://schemas.microsoft.com/office/drawing/2014/main" xmlns="" id="{D7C864B2-C3FD-471D-BB1D-6D5B010E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7300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9">
            <a:extLst>
              <a:ext uri="{FF2B5EF4-FFF2-40B4-BE49-F238E27FC236}">
                <a16:creationId xmlns:a16="http://schemas.microsoft.com/office/drawing/2014/main" xmlns="" id="{98EC6CF7-E47F-4A0B-9369-2FB873D4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2538"/>
            <a:ext cx="1003300" cy="1192212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0">
            <a:extLst>
              <a:ext uri="{FF2B5EF4-FFF2-40B4-BE49-F238E27FC236}">
                <a16:creationId xmlns:a16="http://schemas.microsoft.com/office/drawing/2014/main" xmlns="" id="{258615DC-1A0C-44BB-8ABD-36D8B7BCC5E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0775" y="2530475"/>
            <a:ext cx="7938" cy="4763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4">
            <a:extLst>
              <a:ext uri="{FF2B5EF4-FFF2-40B4-BE49-F238E27FC236}">
                <a16:creationId xmlns:a16="http://schemas.microsoft.com/office/drawing/2014/main" xmlns="" id="{48873869-26AB-4A9F-A481-7C7111A2C7D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979487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2">
            <a:extLst>
              <a:ext uri="{FF2B5EF4-FFF2-40B4-BE49-F238E27FC236}">
                <a16:creationId xmlns:a16="http://schemas.microsoft.com/office/drawing/2014/main" xmlns="" id="{EC497003-DBD3-4806-BCA0-5CA18EFA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3">
            <a:extLst>
              <a:ext uri="{FF2B5EF4-FFF2-40B4-BE49-F238E27FC236}">
                <a16:creationId xmlns:a16="http://schemas.microsoft.com/office/drawing/2014/main" xmlns="" id="{B747C441-5A21-40AF-A711-EC145603D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4">
            <a:extLst>
              <a:ext uri="{FF2B5EF4-FFF2-40B4-BE49-F238E27FC236}">
                <a16:creationId xmlns:a16="http://schemas.microsoft.com/office/drawing/2014/main" xmlns="" id="{4F3B3C19-8717-4B84-BAF1-F7E1213C12B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62275" y="4264025"/>
            <a:ext cx="438150" cy="15716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5">
            <a:extLst>
              <a:ext uri="{FF2B5EF4-FFF2-40B4-BE49-F238E27FC236}">
                <a16:creationId xmlns:a16="http://schemas.microsoft.com/office/drawing/2014/main" xmlns="" id="{45FD2AC0-4EE3-4E63-801A-6940FF69D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6">
            <a:extLst>
              <a:ext uri="{FF2B5EF4-FFF2-40B4-BE49-F238E27FC236}">
                <a16:creationId xmlns:a16="http://schemas.microsoft.com/office/drawing/2014/main" xmlns="" id="{34844A0F-31A9-498B-AB22-9A3B9F429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7">
            <a:extLst>
              <a:ext uri="{FF2B5EF4-FFF2-40B4-BE49-F238E27FC236}">
                <a16:creationId xmlns:a16="http://schemas.microsoft.com/office/drawing/2014/main" xmlns="" id="{0C9FE571-6504-4D50-95FA-C26A1E0FD13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8">
            <a:extLst>
              <a:ext uri="{FF2B5EF4-FFF2-40B4-BE49-F238E27FC236}">
                <a16:creationId xmlns:a16="http://schemas.microsoft.com/office/drawing/2014/main" xmlns="" id="{235EC29E-561F-4502-A6EC-0476AB951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8">
            <a:extLst>
              <a:ext uri="{FF2B5EF4-FFF2-40B4-BE49-F238E27FC236}">
                <a16:creationId xmlns:a16="http://schemas.microsoft.com/office/drawing/2014/main" xmlns="" id="{AE44EABA-F0D6-48DC-9067-7D8D8D01B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9">
            <a:extLst>
              <a:ext uri="{FF2B5EF4-FFF2-40B4-BE49-F238E27FC236}">
                <a16:creationId xmlns:a16="http://schemas.microsoft.com/office/drawing/2014/main" xmlns="" id="{FA0F6601-90E8-4201-8DC9-55A6E6826EA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0">
            <a:extLst>
              <a:ext uri="{FF2B5EF4-FFF2-40B4-BE49-F238E27FC236}">
                <a16:creationId xmlns:a16="http://schemas.microsoft.com/office/drawing/2014/main" xmlns="" id="{685DC869-5BF0-4A5C-92C1-825CFA31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3241675"/>
            <a:ext cx="998537" cy="12223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1">
            <a:extLst>
              <a:ext uri="{FF2B5EF4-FFF2-40B4-BE49-F238E27FC236}">
                <a16:creationId xmlns:a16="http://schemas.microsoft.com/office/drawing/2014/main" xmlns="" id="{E4392ACA-855B-4EE2-9DE7-50DE9DA824D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5">
            <a:extLst>
              <a:ext uri="{FF2B5EF4-FFF2-40B4-BE49-F238E27FC236}">
                <a16:creationId xmlns:a16="http://schemas.microsoft.com/office/drawing/2014/main" xmlns="" id="{2CC41932-B45C-4518-B132-5AB45491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3262313"/>
            <a:ext cx="985837" cy="1195387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8">
            <a:extLst>
              <a:ext uri="{FF2B5EF4-FFF2-40B4-BE49-F238E27FC236}">
                <a16:creationId xmlns:a16="http://schemas.microsoft.com/office/drawing/2014/main" xmlns="" id="{4CB39093-5ACA-46CC-8444-43366D09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2788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9">
            <a:extLst>
              <a:ext uri="{FF2B5EF4-FFF2-40B4-BE49-F238E27FC236}">
                <a16:creationId xmlns:a16="http://schemas.microsoft.com/office/drawing/2014/main" xmlns="" id="{F9D766FB-DE9B-4F4A-98DF-AB1A6C892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6438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0">
            <a:extLst>
              <a:ext uri="{FF2B5EF4-FFF2-40B4-BE49-F238E27FC236}">
                <a16:creationId xmlns:a16="http://schemas.microsoft.com/office/drawing/2014/main" xmlns="" id="{7D1C4006-8482-4DB8-88E9-3934F97DA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1675"/>
            <a:ext cx="1004887" cy="11938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1">
            <a:extLst>
              <a:ext uri="{FF2B5EF4-FFF2-40B4-BE49-F238E27FC236}">
                <a16:creationId xmlns:a16="http://schemas.microsoft.com/office/drawing/2014/main" xmlns="" id="{4D0D5918-119E-4D26-BD83-B2C7ABD74FB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Rectangle 182">
            <a:extLst>
              <a:ext uri="{FF2B5EF4-FFF2-40B4-BE49-F238E27FC236}">
                <a16:creationId xmlns:a16="http://schemas.microsoft.com/office/drawing/2014/main" xmlns="" id="{AE613C82-F884-4DC9-9277-4B21560B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1587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3">
            <a:extLst>
              <a:ext uri="{FF2B5EF4-FFF2-40B4-BE49-F238E27FC236}">
                <a16:creationId xmlns:a16="http://schemas.microsoft.com/office/drawing/2014/main" xmlns="" id="{D8756AA1-23A1-4CA0-B349-3C9C35AB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6">
            <a:extLst>
              <a:ext uri="{FF2B5EF4-FFF2-40B4-BE49-F238E27FC236}">
                <a16:creationId xmlns:a16="http://schemas.microsoft.com/office/drawing/2014/main" xmlns="" id="{BE9BDD4E-EDB3-44C0-93CF-B76D90F85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3246438"/>
            <a:ext cx="993775" cy="12017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7">
            <a:extLst>
              <a:ext uri="{FF2B5EF4-FFF2-40B4-BE49-F238E27FC236}">
                <a16:creationId xmlns:a16="http://schemas.microsoft.com/office/drawing/2014/main" xmlns="" id="{A5B9303C-609D-4806-A6F2-A51E180B57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977900" cy="11953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09">
            <a:extLst>
              <a:ext uri="{FF2B5EF4-FFF2-40B4-BE49-F238E27FC236}">
                <a16:creationId xmlns:a16="http://schemas.microsoft.com/office/drawing/2014/main" xmlns="" id="{74F8F791-0B62-4827-B2F1-D0504FE0E10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143250" y="3263900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7">
            <a:extLst>
              <a:ext uri="{FF2B5EF4-FFF2-40B4-BE49-F238E27FC236}">
                <a16:creationId xmlns:a16="http://schemas.microsoft.com/office/drawing/2014/main" xmlns="" id="{11EC5DF8-5E89-496F-8081-5FB743F47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514600"/>
            <a:ext cx="123825" cy="180975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8">
            <a:extLst>
              <a:ext uri="{FF2B5EF4-FFF2-40B4-BE49-F238E27FC236}">
                <a16:creationId xmlns:a16="http://schemas.microsoft.com/office/drawing/2014/main" xmlns="" id="{6E73F24A-6E9E-4B84-9E02-F5629523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2600325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9">
            <a:extLst>
              <a:ext uri="{FF2B5EF4-FFF2-40B4-BE49-F238E27FC236}">
                <a16:creationId xmlns:a16="http://schemas.microsoft.com/office/drawing/2014/main" xmlns="" id="{BFACD187-1051-4D82-8320-1DAAC7A8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687638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组合 87">
            <a:extLst>
              <a:ext uri="{FF2B5EF4-FFF2-40B4-BE49-F238E27FC236}">
                <a16:creationId xmlns:a16="http://schemas.microsoft.com/office/drawing/2014/main" xmlns="" id="{9BF249A1-4B86-4E76-BEEA-C488BE876470}"/>
              </a:ext>
            </a:extLst>
          </p:cNvPr>
          <p:cNvGrpSpPr>
            <a:grpSpLocks/>
          </p:cNvGrpSpPr>
          <p:nvPr/>
        </p:nvGrpSpPr>
        <p:grpSpPr bwMode="auto">
          <a:xfrm>
            <a:off x="3649663" y="2506663"/>
            <a:ext cx="1073150" cy="1244600"/>
            <a:chOff x="5332731" y="3343275"/>
            <a:chExt cx="855345" cy="992188"/>
          </a:xfrm>
        </p:grpSpPr>
        <p:sp>
          <p:nvSpPr>
            <p:cNvPr id="93" name="Freeform 168">
              <a:extLst>
                <a:ext uri="{FF2B5EF4-FFF2-40B4-BE49-F238E27FC236}">
                  <a16:creationId xmlns:a16="http://schemas.microsoft.com/office/drawing/2014/main" xmlns="" id="{CE1CA0CA-5096-44EA-8D87-2E4D1DA89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69">
              <a:extLst>
                <a:ext uri="{FF2B5EF4-FFF2-40B4-BE49-F238E27FC236}">
                  <a16:creationId xmlns:a16="http://schemas.microsoft.com/office/drawing/2014/main" xmlns="" id="{73FF06F4-C87D-42E3-B462-6C99F9C19E9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0">
              <a:extLst>
                <a:ext uri="{FF2B5EF4-FFF2-40B4-BE49-F238E27FC236}">
                  <a16:creationId xmlns:a16="http://schemas.microsoft.com/office/drawing/2014/main" xmlns="" id="{C763CF50-EE1F-446E-A897-0607512B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1">
              <a:extLst>
                <a:ext uri="{FF2B5EF4-FFF2-40B4-BE49-F238E27FC236}">
                  <a16:creationId xmlns:a16="http://schemas.microsoft.com/office/drawing/2014/main" xmlns="" id="{9E220766-4E47-4AB6-B40C-DF1BA1E3658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5">
              <a:extLst>
                <a:ext uri="{FF2B5EF4-FFF2-40B4-BE49-F238E27FC236}">
                  <a16:creationId xmlns:a16="http://schemas.microsoft.com/office/drawing/2014/main" xmlns="" id="{CBAE04A0-1673-4DA8-ADD1-7F75FC0B9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8">
              <a:extLst>
                <a:ext uri="{FF2B5EF4-FFF2-40B4-BE49-F238E27FC236}">
                  <a16:creationId xmlns:a16="http://schemas.microsoft.com/office/drawing/2014/main" xmlns="" id="{BFAA404D-07BC-435C-92F1-7EAC66343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79">
              <a:extLst>
                <a:ext uri="{FF2B5EF4-FFF2-40B4-BE49-F238E27FC236}">
                  <a16:creationId xmlns:a16="http://schemas.microsoft.com/office/drawing/2014/main" xmlns="" id="{D490FBBA-3B99-4D1F-8880-ED9BBB00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0">
              <a:extLst>
                <a:ext uri="{FF2B5EF4-FFF2-40B4-BE49-F238E27FC236}">
                  <a16:creationId xmlns:a16="http://schemas.microsoft.com/office/drawing/2014/main" xmlns="" id="{05706127-DCED-4513-840A-3BD3AB114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81">
              <a:extLst>
                <a:ext uri="{FF2B5EF4-FFF2-40B4-BE49-F238E27FC236}">
                  <a16:creationId xmlns:a16="http://schemas.microsoft.com/office/drawing/2014/main" xmlns="" id="{2EC828FC-01D2-484F-9636-FEE3D4CC282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182">
              <a:extLst>
                <a:ext uri="{FF2B5EF4-FFF2-40B4-BE49-F238E27FC236}">
                  <a16:creationId xmlns:a16="http://schemas.microsoft.com/office/drawing/2014/main" xmlns="" id="{66AE8E7E-FFF4-4CCB-8979-7822DC9AC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3">
              <a:extLst>
                <a:ext uri="{FF2B5EF4-FFF2-40B4-BE49-F238E27FC236}">
                  <a16:creationId xmlns:a16="http://schemas.microsoft.com/office/drawing/2014/main" xmlns="" id="{8676D9B5-53AC-4347-9C36-47D1E2013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6">
              <a:extLst>
                <a:ext uri="{FF2B5EF4-FFF2-40B4-BE49-F238E27FC236}">
                  <a16:creationId xmlns:a16="http://schemas.microsoft.com/office/drawing/2014/main" xmlns="" id="{BB5420F2-868C-45B1-BAC0-89DC0CF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87">
              <a:extLst>
                <a:ext uri="{FF2B5EF4-FFF2-40B4-BE49-F238E27FC236}">
                  <a16:creationId xmlns:a16="http://schemas.microsoft.com/office/drawing/2014/main" xmlns="" id="{212E335B-E0EE-4EA2-8379-C441DD026D1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209">
              <a:extLst>
                <a:ext uri="{FF2B5EF4-FFF2-40B4-BE49-F238E27FC236}">
                  <a16:creationId xmlns:a16="http://schemas.microsoft.com/office/drawing/2014/main" xmlns="" id="{E245FF98-59F8-42A9-8B51-D1B16ADCEA8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" name="Freeform 168">
            <a:extLst>
              <a:ext uri="{FF2B5EF4-FFF2-40B4-BE49-F238E27FC236}">
                <a16:creationId xmlns:a16="http://schemas.microsoft.com/office/drawing/2014/main" xmlns="" id="{C0745924-2690-4861-BFA6-57FA63001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:a16="http://schemas.microsoft.com/office/drawing/2014/main" xmlns="" id="{3BA63241-B4F6-41AD-8097-BA7F17D9808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:a16="http://schemas.microsoft.com/office/drawing/2014/main" xmlns="" id="{EE9F85AD-BD72-44CB-8220-D182FCEE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2089150"/>
            <a:ext cx="998538" cy="12207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:a16="http://schemas.microsoft.com/office/drawing/2014/main" xmlns="" id="{F9ED6832-E143-46A5-BEDE-DB6969F31A0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:a16="http://schemas.microsoft.com/office/drawing/2014/main" xmlns="" id="{2A5206FA-8AC0-4D97-B849-CB9E5D95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2108200"/>
            <a:ext cx="985838" cy="1195388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:a16="http://schemas.microsoft.com/office/drawing/2014/main" xmlns="" id="{0B844651-D0F8-4D4A-8564-83B4253D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8675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:a16="http://schemas.microsoft.com/office/drawing/2014/main" xmlns="" id="{2FB07380-BAF5-4752-BF7D-B046D6DD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2325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:a16="http://schemas.microsoft.com/office/drawing/2014/main" xmlns="" id="{5054D291-0697-4316-8BCA-AF35364DF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89150"/>
            <a:ext cx="1004888" cy="1192213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:a16="http://schemas.microsoft.com/office/drawing/2014/main" xmlns="" id="{34CE39BF-0A01-457A-B10F-2271DE7911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:a16="http://schemas.microsoft.com/office/drawing/2014/main" xmlns="" id="{5AB752B0-98E4-4536-A922-C0F81599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1588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:a16="http://schemas.microsoft.com/office/drawing/2014/main" xmlns="" id="{1FB66A94-FBB2-4076-9F76-9E9EAAC5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:a16="http://schemas.microsoft.com/office/drawing/2014/main" xmlns="" id="{59541746-04EE-4389-A2E2-39D3E067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2092325"/>
            <a:ext cx="993775" cy="12017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:a16="http://schemas.microsoft.com/office/drawing/2014/main" xmlns="" id="{895B4344-C9C8-4955-9C22-E848BB0EBB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977900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:a16="http://schemas.microsoft.com/office/drawing/2014/main" xmlns="" id="{2691B07F-7AEB-44A0-B4AE-1AF0FF1D0D8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09888" y="2109788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:a16="http://schemas.microsoft.com/office/drawing/2014/main" xmlns="" id="{FB2E26C0-A535-4D34-870F-2DC9AB8C3E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17788" y="3695700"/>
            <a:ext cx="568325" cy="387350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:a16="http://schemas.microsoft.com/office/drawing/2014/main" xmlns="" id="{BF2DDFB1-6C1B-4514-9752-CFBF77FA25B1}"/>
              </a:ext>
            </a:extLst>
          </p:cNvPr>
          <p:cNvSpPr/>
          <p:nvPr userDrawn="1"/>
        </p:nvSpPr>
        <p:spPr bwMode="auto">
          <a:xfrm>
            <a:off x="2508250" y="2522538"/>
            <a:ext cx="341313" cy="444500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3" name="increasing-stocks-graphic_38888">
            <a:extLst>
              <a:ext uri="{FF2B5EF4-FFF2-40B4-BE49-F238E27FC236}">
                <a16:creationId xmlns:a16="http://schemas.microsoft.com/office/drawing/2014/main" xmlns="" id="{7B945D96-5651-4B79-8CB4-95DD4AD2442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951288" y="2970213"/>
            <a:ext cx="347662" cy="34290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xmlns="" id="{408B5205-2A4B-456E-8135-3354FC249D20}"/>
              </a:ext>
            </a:extLst>
          </p:cNvPr>
          <p:cNvGrpSpPr/>
          <p:nvPr/>
        </p:nvGrpSpPr>
        <p:grpSpPr>
          <a:xfrm>
            <a:off x="937172" y="1836665"/>
            <a:ext cx="10459150" cy="3921025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5" name="Freeform 192">
              <a:extLst>
                <a:ext uri="{FF2B5EF4-FFF2-40B4-BE49-F238E27FC236}">
                  <a16:creationId xmlns:a16="http://schemas.microsoft.com/office/drawing/2014/main" xmlns="" id="{58A50D4B-E781-4B8E-B0B8-717CFC9A36B8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3">
              <a:extLst>
                <a:ext uri="{FF2B5EF4-FFF2-40B4-BE49-F238E27FC236}">
                  <a16:creationId xmlns:a16="http://schemas.microsoft.com/office/drawing/2014/main" xmlns="" id="{42C3B884-6BFA-42E8-B0D5-E83D66B476DD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4">
              <a:extLst>
                <a:ext uri="{FF2B5EF4-FFF2-40B4-BE49-F238E27FC236}">
                  <a16:creationId xmlns:a16="http://schemas.microsoft.com/office/drawing/2014/main" xmlns="" id="{AC649642-D428-4D63-A6C3-FCE5F6FC2ECD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5">
              <a:extLst>
                <a:ext uri="{FF2B5EF4-FFF2-40B4-BE49-F238E27FC236}">
                  <a16:creationId xmlns:a16="http://schemas.microsoft.com/office/drawing/2014/main" xmlns="" id="{B582B9E6-10D1-4810-BDCB-33CEB9AE5C13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6">
              <a:extLst>
                <a:ext uri="{FF2B5EF4-FFF2-40B4-BE49-F238E27FC236}">
                  <a16:creationId xmlns:a16="http://schemas.microsoft.com/office/drawing/2014/main" xmlns="" id="{2D64AF32-6592-48F7-8F90-F628B250CB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7">
              <a:extLst>
                <a:ext uri="{FF2B5EF4-FFF2-40B4-BE49-F238E27FC236}">
                  <a16:creationId xmlns:a16="http://schemas.microsoft.com/office/drawing/2014/main" xmlns="" id="{C7B7BC44-F60B-4CFC-A762-DC1B77B900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8">
              <a:extLst>
                <a:ext uri="{FF2B5EF4-FFF2-40B4-BE49-F238E27FC236}">
                  <a16:creationId xmlns:a16="http://schemas.microsoft.com/office/drawing/2014/main" xmlns="" id="{D1A0F323-7BE9-4760-A08B-DC0C71F822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199">
              <a:extLst>
                <a:ext uri="{FF2B5EF4-FFF2-40B4-BE49-F238E27FC236}">
                  <a16:creationId xmlns:a16="http://schemas.microsoft.com/office/drawing/2014/main" xmlns="" id="{573B7176-9E7C-4448-8B97-7BC840646C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0">
              <a:extLst>
                <a:ext uri="{FF2B5EF4-FFF2-40B4-BE49-F238E27FC236}">
                  <a16:creationId xmlns:a16="http://schemas.microsoft.com/office/drawing/2014/main" xmlns="" id="{25B855A5-D691-4AB7-80BC-8C8ABA078521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1">
              <a:extLst>
                <a:ext uri="{FF2B5EF4-FFF2-40B4-BE49-F238E27FC236}">
                  <a16:creationId xmlns:a16="http://schemas.microsoft.com/office/drawing/2014/main" xmlns="" id="{0E66EEBF-B104-499C-99BF-2232A7CFAA86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2">
              <a:extLst>
                <a:ext uri="{FF2B5EF4-FFF2-40B4-BE49-F238E27FC236}">
                  <a16:creationId xmlns:a16="http://schemas.microsoft.com/office/drawing/2014/main" xmlns="" id="{C46644B0-DEA0-494B-80FF-FF2998E8968E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3">
              <a:extLst>
                <a:ext uri="{FF2B5EF4-FFF2-40B4-BE49-F238E27FC236}">
                  <a16:creationId xmlns:a16="http://schemas.microsoft.com/office/drawing/2014/main" xmlns="" id="{84843ED1-8455-4781-88CA-CEDE3EA329A2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4">
              <a:extLst>
                <a:ext uri="{FF2B5EF4-FFF2-40B4-BE49-F238E27FC236}">
                  <a16:creationId xmlns:a16="http://schemas.microsoft.com/office/drawing/2014/main" xmlns="" id="{2794E835-85EE-4FB3-B9C5-7B829D441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5">
              <a:extLst>
                <a:ext uri="{FF2B5EF4-FFF2-40B4-BE49-F238E27FC236}">
                  <a16:creationId xmlns:a16="http://schemas.microsoft.com/office/drawing/2014/main" xmlns="" id="{A6A96DDD-881F-4933-8141-B1079D43E4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6">
              <a:extLst>
                <a:ext uri="{FF2B5EF4-FFF2-40B4-BE49-F238E27FC236}">
                  <a16:creationId xmlns:a16="http://schemas.microsoft.com/office/drawing/2014/main" xmlns="" id="{91CCE4F0-4E3B-4FC0-9A28-7D5532D3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7">
              <a:extLst>
                <a:ext uri="{FF2B5EF4-FFF2-40B4-BE49-F238E27FC236}">
                  <a16:creationId xmlns:a16="http://schemas.microsoft.com/office/drawing/2014/main" xmlns="" id="{7AD7E107-798E-44E5-9A60-81D6063E55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8">
              <a:extLst>
                <a:ext uri="{FF2B5EF4-FFF2-40B4-BE49-F238E27FC236}">
                  <a16:creationId xmlns:a16="http://schemas.microsoft.com/office/drawing/2014/main" xmlns="" id="{B6F24CC8-64D4-45EC-A81B-8E268510B2AE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09">
              <a:extLst>
                <a:ext uri="{FF2B5EF4-FFF2-40B4-BE49-F238E27FC236}">
                  <a16:creationId xmlns:a16="http://schemas.microsoft.com/office/drawing/2014/main" xmlns="" id="{570606B0-14CE-456E-916D-7B0EF100926A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0">
              <a:extLst>
                <a:ext uri="{FF2B5EF4-FFF2-40B4-BE49-F238E27FC236}">
                  <a16:creationId xmlns:a16="http://schemas.microsoft.com/office/drawing/2014/main" xmlns="" id="{21926438-26C9-485F-8528-D4EBD2FCD3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1">
              <a:extLst>
                <a:ext uri="{FF2B5EF4-FFF2-40B4-BE49-F238E27FC236}">
                  <a16:creationId xmlns:a16="http://schemas.microsoft.com/office/drawing/2014/main" xmlns="" id="{D6F8F4F0-E282-4028-BD0A-14FE37212B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2">
              <a:extLst>
                <a:ext uri="{FF2B5EF4-FFF2-40B4-BE49-F238E27FC236}">
                  <a16:creationId xmlns:a16="http://schemas.microsoft.com/office/drawing/2014/main" xmlns="" id="{49F2D76C-E743-4E53-BCD9-3B76409A0C70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3">
              <a:extLst>
                <a:ext uri="{FF2B5EF4-FFF2-40B4-BE49-F238E27FC236}">
                  <a16:creationId xmlns:a16="http://schemas.microsoft.com/office/drawing/2014/main" xmlns="" id="{3EC33C70-C173-4119-886B-05C6A3FEE621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4">
              <a:extLst>
                <a:ext uri="{FF2B5EF4-FFF2-40B4-BE49-F238E27FC236}">
                  <a16:creationId xmlns:a16="http://schemas.microsoft.com/office/drawing/2014/main" xmlns="" id="{5B0986E0-9102-4FE8-8A78-F43B1948E199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5">
              <a:extLst>
                <a:ext uri="{FF2B5EF4-FFF2-40B4-BE49-F238E27FC236}">
                  <a16:creationId xmlns:a16="http://schemas.microsoft.com/office/drawing/2014/main" xmlns="" id="{4C2CE224-C3E4-435C-9E5F-DFAD396A9B39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6">
              <a:extLst>
                <a:ext uri="{FF2B5EF4-FFF2-40B4-BE49-F238E27FC236}">
                  <a16:creationId xmlns:a16="http://schemas.microsoft.com/office/drawing/2014/main" xmlns="" id="{3EE7E84E-9FDD-4C43-AEB8-3A0270CCBE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7">
              <a:extLst>
                <a:ext uri="{FF2B5EF4-FFF2-40B4-BE49-F238E27FC236}">
                  <a16:creationId xmlns:a16="http://schemas.microsoft.com/office/drawing/2014/main" xmlns="" id="{9076291C-4C90-4904-AF06-A94D0A908F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8">
              <a:extLst>
                <a:ext uri="{FF2B5EF4-FFF2-40B4-BE49-F238E27FC236}">
                  <a16:creationId xmlns:a16="http://schemas.microsoft.com/office/drawing/2014/main" xmlns="" id="{77350675-95D4-42C4-937D-B9404ED3D2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19">
              <a:extLst>
                <a:ext uri="{FF2B5EF4-FFF2-40B4-BE49-F238E27FC236}">
                  <a16:creationId xmlns:a16="http://schemas.microsoft.com/office/drawing/2014/main" xmlns="" id="{F4C520F9-6C53-4FC2-AE08-184ABD428A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0">
              <a:extLst>
                <a:ext uri="{FF2B5EF4-FFF2-40B4-BE49-F238E27FC236}">
                  <a16:creationId xmlns:a16="http://schemas.microsoft.com/office/drawing/2014/main" xmlns="" id="{51775C85-78BA-4BC7-9DA7-E65A8D3570D1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1">
              <a:extLst>
                <a:ext uri="{FF2B5EF4-FFF2-40B4-BE49-F238E27FC236}">
                  <a16:creationId xmlns:a16="http://schemas.microsoft.com/office/drawing/2014/main" xmlns="" id="{066B28FA-F507-4F6A-866B-CBEEE43D6578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2">
              <a:extLst>
                <a:ext uri="{FF2B5EF4-FFF2-40B4-BE49-F238E27FC236}">
                  <a16:creationId xmlns:a16="http://schemas.microsoft.com/office/drawing/2014/main" xmlns="" id="{9BA823AC-0A54-4561-9AF2-6668DED5210E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3">
              <a:extLst>
                <a:ext uri="{FF2B5EF4-FFF2-40B4-BE49-F238E27FC236}">
                  <a16:creationId xmlns:a16="http://schemas.microsoft.com/office/drawing/2014/main" xmlns="" id="{CD76A1BD-849B-40B9-8635-849C526453AC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4">
              <a:extLst>
                <a:ext uri="{FF2B5EF4-FFF2-40B4-BE49-F238E27FC236}">
                  <a16:creationId xmlns:a16="http://schemas.microsoft.com/office/drawing/2014/main" xmlns="" id="{2A0EB56E-B765-4A6E-9CB1-93948BBDAD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5">
              <a:extLst>
                <a:ext uri="{FF2B5EF4-FFF2-40B4-BE49-F238E27FC236}">
                  <a16:creationId xmlns:a16="http://schemas.microsoft.com/office/drawing/2014/main" xmlns="" id="{8C224592-BDF6-4F7C-8D70-391E726A53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6">
              <a:extLst>
                <a:ext uri="{FF2B5EF4-FFF2-40B4-BE49-F238E27FC236}">
                  <a16:creationId xmlns:a16="http://schemas.microsoft.com/office/drawing/2014/main" xmlns="" id="{643D17BB-AB5D-40B5-B26F-B16C71789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7">
              <a:extLst>
                <a:ext uri="{FF2B5EF4-FFF2-40B4-BE49-F238E27FC236}">
                  <a16:creationId xmlns:a16="http://schemas.microsoft.com/office/drawing/2014/main" xmlns="" id="{B15EAFBD-9DE6-430C-9E4C-0D0EC0E135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8">
              <a:extLst>
                <a:ext uri="{FF2B5EF4-FFF2-40B4-BE49-F238E27FC236}">
                  <a16:creationId xmlns:a16="http://schemas.microsoft.com/office/drawing/2014/main" xmlns="" id="{1EE8533E-7B34-4C1A-9D4C-F3F650020B8E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29">
              <a:extLst>
                <a:ext uri="{FF2B5EF4-FFF2-40B4-BE49-F238E27FC236}">
                  <a16:creationId xmlns:a16="http://schemas.microsoft.com/office/drawing/2014/main" xmlns="" id="{AA8EB42A-15EF-4218-9E89-09E076600191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0">
              <a:extLst>
                <a:ext uri="{FF2B5EF4-FFF2-40B4-BE49-F238E27FC236}">
                  <a16:creationId xmlns:a16="http://schemas.microsoft.com/office/drawing/2014/main" xmlns="" id="{F00CE7C7-86EA-4002-BE71-087D77E8B1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4" name="Freeform 231">
              <a:extLst>
                <a:ext uri="{FF2B5EF4-FFF2-40B4-BE49-F238E27FC236}">
                  <a16:creationId xmlns:a16="http://schemas.microsoft.com/office/drawing/2014/main" xmlns="" id="{E3C7619A-36B1-4B70-8DF7-CCC35E451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83316" y="2193080"/>
            <a:ext cx="4950229" cy="1621509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altLang="zh-CN" noProof="1"/>
              <a:t>Thanks</a:t>
            </a:r>
            <a:endParaRPr lang="zh-CN" altLang="en-US" noProof="1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3316" y="4499316"/>
            <a:ext cx="4950229" cy="310871"/>
          </a:xfrm>
        </p:spPr>
        <p:txBody>
          <a:bodyPr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noProof="1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83318" y="4203045"/>
            <a:ext cx="4950229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1083287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xmlns="" id="{6113CD24-F3A3-42C2-A4C2-4BE6EE2CFD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69925" y="0"/>
            <a:ext cx="10850563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xmlns="" id="{2020242A-7B51-4433-88E0-4DA53E6548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9227C1A2-BF7A-415F-B2D5-10EAE8FD94C6}"/>
              </a:ext>
            </a:extLst>
          </p:cNvPr>
          <p:cNvCxnSpPr>
            <a:cxnSpLocks/>
          </p:cNvCxnSpPr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FAC81E72-FAA7-4B1C-89A3-27C0490C863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2F02BE1-6CD5-45BD-B93A-34CD7D9B7B0D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3" r:id="rId6"/>
    <p:sldLayoutId id="2147483681" r:id="rId7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xmlns="" id="{5C674A10-3091-4452-A509-500FDC13F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实验：一</a:t>
            </a:r>
            <a:r>
              <a:rPr lang="zh-CN" altLang="en-US" dirty="0" smtClean="0"/>
              <a:t>阶段算法模型</a:t>
            </a:r>
            <a:r>
              <a:rPr lang="zh-CN" altLang="en-US" dirty="0"/>
              <a:t>评估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37B72B94-1F12-468F-939B-26F0B436D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目标检测的实现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30CE500-237B-4E6E-B7FE-6735EA2F0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杭州钛比科技有限公司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CB507061-DD1C-4DEB-9AE0-8D195E897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www.terabits.cn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7360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defTabSz="24003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学习完本课程后，你将能够</a:t>
            </a:r>
            <a:r>
              <a:rPr kumimoji="1"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评估训练的算法模型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686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xmlns="" id="{3D28A7FA-9777-482F-9F1D-686C9423C4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实验介绍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实验环境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实验步骤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/>
              <a:t>注意</a:t>
            </a:r>
            <a:r>
              <a:rPr lang="zh-CN" altLang="en-US" dirty="0" smtClean="0"/>
              <a:t>事项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18498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/01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98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利用模型的训练情况（验证集）分析模型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模型在</a:t>
            </a:r>
            <a:r>
              <a:rPr lang="zh-CN" altLang="en-US" dirty="0"/>
              <a:t>测试</a:t>
            </a:r>
            <a:r>
              <a:rPr lang="zh-CN" altLang="en-US" dirty="0" smtClean="0"/>
              <a:t>集上的验证结果评估模型性能</a:t>
            </a:r>
            <a:endParaRPr lang="zh-CN" altLang="en-US" dirty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6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277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9926" y="1130299"/>
            <a:ext cx="5269148" cy="5006975"/>
          </a:xfrm>
        </p:spPr>
        <p:txBody>
          <a:bodyPr/>
          <a:lstStyle/>
          <a:p>
            <a:pPr lvl="0"/>
            <a:r>
              <a:rPr lang="zh-CN" altLang="zh-CN" dirty="0"/>
              <a:t>运行</a:t>
            </a:r>
            <a:r>
              <a:rPr lang="en-US" altLang="zh-CN" dirty="0"/>
              <a:t>Windows</a:t>
            </a:r>
            <a:r>
              <a:rPr lang="zh-CN" altLang="zh-CN" dirty="0"/>
              <a:t>系统的</a:t>
            </a:r>
            <a:r>
              <a:rPr lang="en-US" altLang="zh-CN" dirty="0"/>
              <a:t>PC</a:t>
            </a:r>
            <a:r>
              <a:rPr lang="zh-CN" altLang="zh-CN" dirty="0"/>
              <a:t>机一台，其中包含：</a:t>
            </a:r>
          </a:p>
          <a:p>
            <a:pPr lvl="1"/>
            <a:r>
              <a:rPr lang="en-US" altLang="zh-CN" dirty="0"/>
              <a:t>CPU</a:t>
            </a:r>
            <a:r>
              <a:rPr lang="zh-CN" altLang="zh-CN" dirty="0"/>
              <a:t>版本：</a:t>
            </a:r>
          </a:p>
          <a:p>
            <a:pPr lvl="2"/>
            <a:r>
              <a:rPr lang="en-US" altLang="zh-CN" dirty="0"/>
              <a:t>Python</a:t>
            </a:r>
            <a:r>
              <a:rPr lang="zh-CN" altLang="zh-CN" dirty="0"/>
              <a:t>，版本</a:t>
            </a:r>
            <a:r>
              <a:rPr lang="en-US" altLang="zh-CN" dirty="0"/>
              <a:t>3.6.13</a:t>
            </a:r>
            <a:r>
              <a:rPr lang="zh-CN" altLang="zh-CN" dirty="0"/>
              <a:t>，其中包含：</a:t>
            </a:r>
          </a:p>
          <a:p>
            <a:pPr lvl="3"/>
            <a:r>
              <a:rPr lang="en-US" altLang="zh-CN" dirty="0" err="1"/>
              <a:t>scipy</a:t>
            </a:r>
            <a:r>
              <a:rPr lang="zh-CN" altLang="zh-CN" dirty="0"/>
              <a:t>库，版本</a:t>
            </a:r>
            <a:r>
              <a:rPr lang="en-US" altLang="zh-CN" dirty="0"/>
              <a:t>1.2.1</a:t>
            </a:r>
            <a:endParaRPr lang="zh-CN" altLang="zh-CN" dirty="0"/>
          </a:p>
          <a:p>
            <a:pPr lvl="3"/>
            <a:r>
              <a:rPr lang="en-US" altLang="zh-CN" dirty="0" err="1"/>
              <a:t>numpy</a:t>
            </a:r>
            <a:r>
              <a:rPr lang="zh-CN" altLang="zh-CN" dirty="0"/>
              <a:t>库</a:t>
            </a:r>
            <a:r>
              <a:rPr lang="zh-CN" altLang="zh-CN" dirty="0" smtClean="0"/>
              <a:t>，版本</a:t>
            </a:r>
            <a:r>
              <a:rPr lang="en-US" altLang="zh-CN" dirty="0"/>
              <a:t>1.16.4</a:t>
            </a:r>
            <a:endParaRPr lang="zh-CN" altLang="zh-CN" dirty="0" smtClean="0"/>
          </a:p>
          <a:p>
            <a:pPr lvl="3"/>
            <a:r>
              <a:rPr lang="en-US" altLang="zh-CN" dirty="0" err="1" smtClean="0"/>
              <a:t>matplotlib</a:t>
            </a:r>
            <a:r>
              <a:rPr lang="zh-CN" altLang="zh-CN" dirty="0" smtClean="0"/>
              <a:t>库，版本</a:t>
            </a:r>
            <a:r>
              <a:rPr lang="en-US" altLang="zh-CN" dirty="0" smtClean="0"/>
              <a:t>3.1.2</a:t>
            </a:r>
            <a:endParaRPr lang="zh-CN" altLang="zh-CN" dirty="0" smtClean="0"/>
          </a:p>
          <a:p>
            <a:pPr lvl="3"/>
            <a:r>
              <a:rPr lang="en-US" altLang="zh-CN" dirty="0" err="1" smtClean="0"/>
              <a:t>opencv_python</a:t>
            </a:r>
            <a:r>
              <a:rPr lang="zh-CN" altLang="zh-CN" dirty="0"/>
              <a:t>库，版本</a:t>
            </a:r>
            <a:r>
              <a:rPr lang="en-US" altLang="zh-CN" dirty="0"/>
              <a:t>4.1.2.30</a:t>
            </a:r>
            <a:endParaRPr lang="zh-CN" altLang="zh-CN" dirty="0"/>
          </a:p>
          <a:p>
            <a:pPr lvl="3"/>
            <a:r>
              <a:rPr lang="en-US" altLang="zh-CN" dirty="0" err="1"/>
              <a:t>tqdm</a:t>
            </a:r>
            <a:r>
              <a:rPr lang="zh-CN" altLang="zh-CN" dirty="0"/>
              <a:t>库，版本</a:t>
            </a:r>
            <a:r>
              <a:rPr lang="en-US" altLang="zh-CN" dirty="0"/>
              <a:t>4.60.0</a:t>
            </a:r>
            <a:endParaRPr lang="zh-CN" altLang="zh-CN" dirty="0"/>
          </a:p>
          <a:p>
            <a:pPr lvl="3"/>
            <a:r>
              <a:rPr lang="en-US" altLang="zh-CN" dirty="0"/>
              <a:t>Pillow</a:t>
            </a:r>
            <a:r>
              <a:rPr lang="zh-CN" altLang="zh-CN" dirty="0"/>
              <a:t>库，版本</a:t>
            </a:r>
            <a:r>
              <a:rPr lang="en-US" altLang="zh-CN" dirty="0"/>
              <a:t>8.2.0</a:t>
            </a:r>
            <a:endParaRPr lang="zh-CN" altLang="zh-CN" dirty="0"/>
          </a:p>
          <a:p>
            <a:pPr lvl="3"/>
            <a:r>
              <a:rPr lang="en-US" altLang="zh-CN" dirty="0"/>
              <a:t>h5py</a:t>
            </a:r>
            <a:r>
              <a:rPr lang="zh-CN" altLang="zh-CN" dirty="0"/>
              <a:t>库，版本</a:t>
            </a:r>
            <a:r>
              <a:rPr lang="en-US" altLang="zh-CN" dirty="0" smtClean="0"/>
              <a:t>2.10.0</a:t>
            </a:r>
          </a:p>
          <a:p>
            <a:pPr lvl="3"/>
            <a:r>
              <a:rPr lang="en-US" altLang="zh-CN" dirty="0" err="1"/>
              <a:t>tensorboard</a:t>
            </a:r>
            <a:r>
              <a:rPr lang="zh-CN" altLang="zh-CN" dirty="0"/>
              <a:t>库，版本</a:t>
            </a:r>
            <a:r>
              <a:rPr lang="en-US" altLang="zh-CN" dirty="0"/>
              <a:t>1.14.0</a:t>
            </a:r>
            <a:endParaRPr lang="zh-CN" altLang="zh-CN" dirty="0"/>
          </a:p>
          <a:p>
            <a:pPr lvl="3"/>
            <a:r>
              <a:rPr lang="en-US" altLang="zh-CN" dirty="0" err="1"/>
              <a:t>Pytorch</a:t>
            </a:r>
            <a:r>
              <a:rPr lang="zh-CN" altLang="zh-CN" dirty="0"/>
              <a:t>，</a:t>
            </a:r>
            <a:r>
              <a:rPr lang="en-US" altLang="zh-CN" dirty="0"/>
              <a:t>CPU</a:t>
            </a:r>
            <a:r>
              <a:rPr lang="zh-CN" altLang="zh-CN" dirty="0"/>
              <a:t>版本</a:t>
            </a:r>
            <a:r>
              <a:rPr lang="en-US" altLang="zh-CN" dirty="0"/>
              <a:t>1.5.1</a:t>
            </a:r>
            <a:r>
              <a:rPr lang="zh-CN" altLang="zh-CN" dirty="0"/>
              <a:t>（或</a:t>
            </a:r>
            <a:r>
              <a:rPr lang="en-US" altLang="zh-CN" dirty="0"/>
              <a:t>1.2.0</a:t>
            </a:r>
            <a:r>
              <a:rPr lang="zh-CN" altLang="zh-CN" dirty="0"/>
              <a:t>），其中包含：</a:t>
            </a:r>
          </a:p>
          <a:p>
            <a:pPr lvl="4"/>
            <a:r>
              <a:rPr lang="en-US" altLang="zh-CN" dirty="0" err="1"/>
              <a:t>torchvison</a:t>
            </a:r>
            <a:r>
              <a:rPr lang="zh-CN" altLang="zh-CN" dirty="0"/>
              <a:t>，版本</a:t>
            </a:r>
            <a:r>
              <a:rPr lang="en-US" altLang="zh-CN" dirty="0"/>
              <a:t>0.6.1</a:t>
            </a:r>
            <a:r>
              <a:rPr lang="zh-CN" altLang="zh-CN" dirty="0"/>
              <a:t>（或</a:t>
            </a:r>
            <a:r>
              <a:rPr lang="en-US" altLang="zh-CN" dirty="0"/>
              <a:t>0.4.0</a:t>
            </a:r>
            <a:r>
              <a:rPr lang="zh-CN" altLang="zh-CN" dirty="0"/>
              <a:t>）</a:t>
            </a:r>
          </a:p>
          <a:p>
            <a:pPr lvl="0"/>
            <a:endParaRPr lang="zh-CN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 txBox="1">
            <a:spLocks/>
          </p:cNvSpPr>
          <p:nvPr/>
        </p:nvSpPr>
        <p:spPr bwMode="auto">
          <a:xfrm>
            <a:off x="5477347" y="1130299"/>
            <a:ext cx="6043141" cy="500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125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125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zh-CN" dirty="0" smtClean="0"/>
          </a:p>
          <a:p>
            <a:pPr lvl="1"/>
            <a:r>
              <a:rPr lang="en-US" altLang="zh-CN" dirty="0"/>
              <a:t>GPU</a:t>
            </a:r>
            <a:r>
              <a:rPr lang="zh-CN" altLang="zh-CN" dirty="0"/>
              <a:t>版本（需配置</a:t>
            </a:r>
            <a:r>
              <a:rPr lang="en-US" altLang="zh-CN" dirty="0"/>
              <a:t>CUDA</a:t>
            </a:r>
            <a:r>
              <a:rPr lang="zh-CN" altLang="zh-CN" dirty="0"/>
              <a:t>与</a:t>
            </a:r>
            <a:r>
              <a:rPr lang="en-US" altLang="zh-CN" dirty="0" err="1"/>
              <a:t>cuDNN</a:t>
            </a:r>
            <a:r>
              <a:rPr lang="zh-CN" altLang="zh-CN" dirty="0"/>
              <a:t>环境）：</a:t>
            </a:r>
          </a:p>
          <a:p>
            <a:pPr lvl="2"/>
            <a:r>
              <a:rPr lang="zh-CN" altLang="zh-CN" dirty="0"/>
              <a:t>高性能的</a:t>
            </a:r>
            <a:r>
              <a:rPr lang="en-US" altLang="zh-CN" dirty="0" err="1"/>
              <a:t>Nvidia</a:t>
            </a:r>
            <a:r>
              <a:rPr lang="zh-CN" altLang="zh-CN" dirty="0"/>
              <a:t>显卡（至少一块）</a:t>
            </a:r>
          </a:p>
          <a:p>
            <a:pPr lvl="2"/>
            <a:r>
              <a:rPr lang="en-US" altLang="zh-CN" dirty="0"/>
              <a:t>CUDA toolkit</a:t>
            </a:r>
            <a:r>
              <a:rPr lang="zh-CN" altLang="zh-CN" dirty="0"/>
              <a:t>，版本</a:t>
            </a:r>
            <a:r>
              <a:rPr lang="en-US" altLang="zh-CN" dirty="0"/>
              <a:t>10.1</a:t>
            </a:r>
            <a:r>
              <a:rPr lang="zh-CN" altLang="zh-CN" dirty="0"/>
              <a:t>，以及对应的</a:t>
            </a:r>
            <a:r>
              <a:rPr lang="en-US" altLang="zh-CN" dirty="0" err="1"/>
              <a:t>cuDNN</a:t>
            </a:r>
            <a:r>
              <a:rPr lang="zh-CN" altLang="zh-CN" dirty="0"/>
              <a:t>（</a:t>
            </a:r>
            <a:r>
              <a:rPr lang="en-US" altLang="zh-CN" dirty="0"/>
              <a:t>v8.0.5</a:t>
            </a:r>
            <a:r>
              <a:rPr lang="zh-CN" altLang="zh-CN" dirty="0"/>
              <a:t>）</a:t>
            </a:r>
          </a:p>
          <a:p>
            <a:pPr lvl="2"/>
            <a:r>
              <a:rPr lang="en-US" altLang="zh-CN" dirty="0"/>
              <a:t>Python</a:t>
            </a:r>
            <a:r>
              <a:rPr lang="zh-CN" altLang="zh-CN" dirty="0"/>
              <a:t>，版本</a:t>
            </a:r>
            <a:r>
              <a:rPr lang="en-US" altLang="zh-CN" dirty="0"/>
              <a:t>3.6.13</a:t>
            </a:r>
            <a:r>
              <a:rPr lang="zh-CN" altLang="zh-CN" dirty="0"/>
              <a:t>，其中包含：</a:t>
            </a:r>
          </a:p>
          <a:p>
            <a:pPr lvl="3"/>
            <a:r>
              <a:rPr lang="en-US" altLang="zh-CN" dirty="0" err="1"/>
              <a:t>scipy</a:t>
            </a:r>
            <a:r>
              <a:rPr lang="zh-CN" altLang="zh-CN" dirty="0"/>
              <a:t>库，版本</a:t>
            </a:r>
            <a:r>
              <a:rPr lang="en-US" altLang="zh-CN" dirty="0"/>
              <a:t>1.2.1</a:t>
            </a:r>
            <a:endParaRPr lang="zh-CN" altLang="zh-CN" dirty="0"/>
          </a:p>
          <a:p>
            <a:pPr lvl="3"/>
            <a:r>
              <a:rPr lang="en-US" altLang="zh-CN" dirty="0" err="1"/>
              <a:t>numpy</a:t>
            </a:r>
            <a:r>
              <a:rPr lang="zh-CN" altLang="zh-CN" dirty="0"/>
              <a:t>库</a:t>
            </a:r>
            <a:r>
              <a:rPr lang="zh-CN" altLang="zh-CN" dirty="0" smtClean="0"/>
              <a:t>，版本</a:t>
            </a:r>
            <a:r>
              <a:rPr lang="en-US" altLang="zh-CN" dirty="0"/>
              <a:t>1.16.4</a:t>
            </a:r>
            <a:endParaRPr lang="zh-CN" altLang="zh-CN" dirty="0" smtClean="0"/>
          </a:p>
          <a:p>
            <a:pPr lvl="3"/>
            <a:r>
              <a:rPr lang="en-US" altLang="zh-CN" dirty="0" err="1" smtClean="0"/>
              <a:t>matplotlib</a:t>
            </a:r>
            <a:r>
              <a:rPr lang="zh-CN" altLang="zh-CN" dirty="0" smtClean="0"/>
              <a:t>库，版本</a:t>
            </a:r>
            <a:r>
              <a:rPr lang="en-US" altLang="zh-CN" dirty="0" smtClean="0"/>
              <a:t>3.1.2</a:t>
            </a:r>
            <a:endParaRPr lang="zh-CN" altLang="zh-CN" dirty="0" smtClean="0"/>
          </a:p>
          <a:p>
            <a:pPr lvl="3"/>
            <a:r>
              <a:rPr lang="en-US" altLang="zh-CN" dirty="0" err="1" smtClean="0"/>
              <a:t>opencv_python</a:t>
            </a:r>
            <a:r>
              <a:rPr lang="zh-CN" altLang="zh-CN" dirty="0"/>
              <a:t>库，版本</a:t>
            </a:r>
            <a:r>
              <a:rPr lang="en-US" altLang="zh-CN" dirty="0"/>
              <a:t>4.1.2.30</a:t>
            </a:r>
            <a:endParaRPr lang="zh-CN" altLang="zh-CN" dirty="0"/>
          </a:p>
          <a:p>
            <a:pPr lvl="3"/>
            <a:r>
              <a:rPr lang="en-US" altLang="zh-CN" dirty="0" err="1"/>
              <a:t>tqdm</a:t>
            </a:r>
            <a:r>
              <a:rPr lang="zh-CN" altLang="zh-CN" dirty="0"/>
              <a:t>库，版本</a:t>
            </a:r>
            <a:r>
              <a:rPr lang="en-US" altLang="zh-CN" dirty="0"/>
              <a:t>4.60.0</a:t>
            </a:r>
            <a:endParaRPr lang="zh-CN" altLang="zh-CN" dirty="0"/>
          </a:p>
          <a:p>
            <a:pPr lvl="3"/>
            <a:r>
              <a:rPr lang="en-US" altLang="zh-CN" dirty="0"/>
              <a:t>Pillow</a:t>
            </a:r>
            <a:r>
              <a:rPr lang="zh-CN" altLang="zh-CN" dirty="0"/>
              <a:t>库，版本</a:t>
            </a:r>
            <a:r>
              <a:rPr lang="en-US" altLang="zh-CN" dirty="0"/>
              <a:t>8.2.0</a:t>
            </a:r>
            <a:endParaRPr lang="zh-CN" altLang="zh-CN" dirty="0"/>
          </a:p>
          <a:p>
            <a:pPr lvl="3"/>
            <a:r>
              <a:rPr lang="en-US" altLang="zh-CN" dirty="0"/>
              <a:t>h5py</a:t>
            </a:r>
            <a:r>
              <a:rPr lang="zh-CN" altLang="zh-CN" dirty="0"/>
              <a:t>库，版本</a:t>
            </a:r>
            <a:r>
              <a:rPr lang="en-US" altLang="zh-CN" dirty="0" smtClean="0"/>
              <a:t>2.10.0</a:t>
            </a:r>
          </a:p>
          <a:p>
            <a:pPr lvl="3"/>
            <a:r>
              <a:rPr lang="en-US" altLang="zh-CN" dirty="0" err="1"/>
              <a:t>tensorboard</a:t>
            </a:r>
            <a:r>
              <a:rPr lang="zh-CN" altLang="zh-CN" dirty="0"/>
              <a:t>库，版本</a:t>
            </a:r>
            <a:r>
              <a:rPr lang="en-US" altLang="zh-CN" dirty="0"/>
              <a:t>1.14.0</a:t>
            </a:r>
            <a:endParaRPr lang="zh-CN" altLang="zh-CN" dirty="0"/>
          </a:p>
          <a:p>
            <a:pPr lvl="3"/>
            <a:r>
              <a:rPr lang="en-US" altLang="zh-CN" dirty="0" err="1"/>
              <a:t>Pytorch</a:t>
            </a:r>
            <a:r>
              <a:rPr lang="zh-CN" altLang="zh-CN" dirty="0"/>
              <a:t>，</a:t>
            </a:r>
            <a:r>
              <a:rPr lang="en-US" altLang="zh-CN" dirty="0"/>
              <a:t>GPU</a:t>
            </a:r>
            <a:r>
              <a:rPr lang="zh-CN" altLang="zh-CN" dirty="0"/>
              <a:t>版本</a:t>
            </a:r>
            <a:r>
              <a:rPr lang="en-US" altLang="zh-CN" dirty="0"/>
              <a:t>1.5.1</a:t>
            </a:r>
            <a:r>
              <a:rPr lang="zh-CN" altLang="zh-CN" dirty="0"/>
              <a:t>（或</a:t>
            </a:r>
            <a:r>
              <a:rPr lang="en-US" altLang="zh-CN" dirty="0"/>
              <a:t>1.2.0</a:t>
            </a:r>
            <a:r>
              <a:rPr lang="zh-CN" altLang="zh-CN" dirty="0"/>
              <a:t>），其中包含：</a:t>
            </a:r>
          </a:p>
          <a:p>
            <a:pPr lvl="4"/>
            <a:r>
              <a:rPr lang="en-US" altLang="zh-CN" dirty="0" err="1"/>
              <a:t>torchvison</a:t>
            </a:r>
            <a:r>
              <a:rPr lang="zh-CN" altLang="zh-CN" dirty="0"/>
              <a:t>，版本</a:t>
            </a:r>
            <a:r>
              <a:rPr lang="en-US" altLang="zh-CN" dirty="0"/>
              <a:t>0.6.1</a:t>
            </a:r>
            <a:r>
              <a:rPr lang="zh-CN" altLang="zh-CN" dirty="0"/>
              <a:t>（或</a:t>
            </a:r>
            <a:r>
              <a:rPr lang="en-US" altLang="zh-CN" dirty="0"/>
              <a:t>0.4.0</a:t>
            </a:r>
            <a:r>
              <a:rPr lang="zh-CN" altLang="zh-CN" dirty="0"/>
              <a:t>）</a:t>
            </a:r>
          </a:p>
          <a:p>
            <a:endParaRPr lang="zh-CN" altLang="zh-CN" dirty="0" smtClean="0"/>
          </a:p>
          <a:p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5888251" y="32443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9pPr>
          </a:lstStyle>
          <a:p>
            <a:r>
              <a:rPr lang="zh-CN" altLang="en-US" dirty="0" smtClean="0"/>
              <a:t>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9782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538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 smtClean="0"/>
              <a:t>代码工程分析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训练过程分析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zh-CN" altLang="en-US" dirty="0"/>
              <a:t>测试</a:t>
            </a:r>
            <a:r>
              <a:rPr lang="zh-CN" altLang="en-US" dirty="0" smtClean="0"/>
              <a:t>集评估模型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7706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844094894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950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根据使用的版本（</a:t>
            </a:r>
            <a:r>
              <a:rPr lang="en-US" altLang="zh-CN" dirty="0"/>
              <a:t>CPU/GPU</a:t>
            </a:r>
            <a:r>
              <a:rPr lang="zh-CN" altLang="zh-CN" dirty="0"/>
              <a:t>），选择之前创建好的虚拟环境（</a:t>
            </a:r>
            <a:r>
              <a:rPr lang="en-US" altLang="zh-CN" dirty="0" err="1" smtClean="0"/>
              <a:t>cputorch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gputorch</a:t>
            </a:r>
            <a:r>
              <a:rPr lang="zh-CN" altLang="zh-CN" dirty="0" smtClean="0"/>
              <a:t>）</a:t>
            </a:r>
            <a:r>
              <a:rPr lang="zh-CN" altLang="en-US" dirty="0" smtClean="0"/>
              <a:t>，</a:t>
            </a:r>
            <a:r>
              <a:rPr lang="zh-CN" altLang="zh-CN" dirty="0" smtClean="0"/>
              <a:t>使用</a:t>
            </a:r>
            <a:r>
              <a:rPr lang="en-US" altLang="zh-CN" dirty="0" err="1"/>
              <a:t>Pytorch</a:t>
            </a:r>
            <a:r>
              <a:rPr lang="zh-CN" altLang="zh-CN" dirty="0"/>
              <a:t>打开项目并选择虚拟环境。</a:t>
            </a:r>
            <a:r>
              <a:rPr lang="zh-CN" altLang="zh-CN" dirty="0" smtClean="0"/>
              <a:t>（</a:t>
            </a:r>
            <a:r>
              <a:rPr lang="en-US" altLang="zh-CN" dirty="0" err="1" smtClean="0"/>
              <a:t>Pytorch</a:t>
            </a:r>
            <a:r>
              <a:rPr lang="zh-CN" altLang="en-US" dirty="0" smtClean="0"/>
              <a:t>选择环境</a:t>
            </a:r>
            <a:r>
              <a:rPr lang="zh-CN" altLang="zh-CN" dirty="0" smtClean="0"/>
              <a:t>步骤</a:t>
            </a:r>
            <a:r>
              <a:rPr lang="zh-CN" altLang="zh-CN" dirty="0"/>
              <a:t>请参考之前的</a:t>
            </a:r>
            <a:r>
              <a:rPr lang="en-US" altLang="zh-CN" dirty="0"/>
              <a:t>“</a:t>
            </a:r>
            <a:r>
              <a:rPr lang="zh-CN" altLang="zh-CN" dirty="0"/>
              <a:t>实验：开发环境配置</a:t>
            </a:r>
            <a:r>
              <a:rPr lang="en-US" altLang="zh-CN" dirty="0"/>
              <a:t>”</a:t>
            </a:r>
            <a:r>
              <a:rPr lang="zh-CN" altLang="zh-CN" dirty="0"/>
              <a:t>。）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031" y="2064190"/>
            <a:ext cx="3642350" cy="407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47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本实验中主要使用</a:t>
            </a:r>
            <a:r>
              <a:rPr lang="en-US" altLang="zh-CN" dirty="0"/>
              <a:t>get_map.py</a:t>
            </a:r>
            <a:r>
              <a:rPr lang="zh-CN" altLang="zh-CN" dirty="0"/>
              <a:t>和</a:t>
            </a:r>
            <a:r>
              <a:rPr lang="en-US" altLang="zh-CN" dirty="0"/>
              <a:t>yolo.py</a:t>
            </a:r>
            <a:r>
              <a:rPr lang="zh-CN" altLang="zh-CN" dirty="0"/>
              <a:t>文件。</a:t>
            </a:r>
          </a:p>
          <a:p>
            <a:r>
              <a:rPr lang="en-US" altLang="zh-CN" dirty="0"/>
              <a:t>get_map.py</a:t>
            </a:r>
            <a:r>
              <a:rPr lang="zh-CN" altLang="zh-CN" dirty="0"/>
              <a:t>中仅有一个主函数，修改参数可直接运行，主要功能为计算模型</a:t>
            </a:r>
            <a:r>
              <a:rPr lang="zh-CN" altLang="zh-CN" dirty="0" smtClean="0"/>
              <a:t>的</a:t>
            </a:r>
            <a:r>
              <a:rPr lang="en-US" altLang="zh-CN" dirty="0" err="1" smtClean="0"/>
              <a:t>mAP</a:t>
            </a:r>
            <a:r>
              <a:rPr lang="zh-CN" altLang="zh-CN" dirty="0" smtClean="0"/>
              <a:t>指标</a:t>
            </a:r>
            <a:r>
              <a:rPr lang="zh-CN" altLang="zh-CN" dirty="0"/>
              <a:t>，以及各个种类的检测指标。主要调用的函数和类有：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730" y="3286167"/>
            <a:ext cx="4380952" cy="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280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get_classes</a:t>
            </a:r>
            <a:r>
              <a:rPr lang="en-US" altLang="zh-CN" dirty="0"/>
              <a:t>(</a:t>
            </a:r>
            <a:r>
              <a:rPr lang="en-US" altLang="zh-CN" dirty="0" err="1"/>
              <a:t>classes_path</a:t>
            </a:r>
            <a:r>
              <a:rPr lang="en-US" altLang="zh-CN" dirty="0"/>
              <a:t>)</a:t>
            </a:r>
            <a:r>
              <a:rPr lang="zh-CN" altLang="zh-CN" dirty="0"/>
              <a:t>函数主要功能是获得检测的种类：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20" y="2757595"/>
            <a:ext cx="4228571" cy="1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9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/>
              <a:t>get_map</a:t>
            </a:r>
            <a:r>
              <a:rPr lang="en-US" altLang="zh-CN" dirty="0"/>
              <a:t>(MINOVERLAP, </a:t>
            </a:r>
            <a:r>
              <a:rPr lang="en-US" altLang="zh-CN" dirty="0" err="1"/>
              <a:t>draw_plot</a:t>
            </a:r>
            <a:r>
              <a:rPr lang="en-US" altLang="zh-CN" dirty="0"/>
              <a:t>, </a:t>
            </a:r>
            <a:r>
              <a:rPr lang="en-US" altLang="zh-CN" dirty="0" err="1"/>
              <a:t>score_threhold</a:t>
            </a:r>
            <a:r>
              <a:rPr lang="en-US" altLang="zh-CN" dirty="0"/>
              <a:t>=0.5, path = './</a:t>
            </a:r>
            <a:r>
              <a:rPr lang="en-US" altLang="zh-CN" dirty="0" err="1"/>
              <a:t>map_out</a:t>
            </a:r>
            <a:r>
              <a:rPr lang="en-US" altLang="zh-CN" dirty="0"/>
              <a:t>')</a:t>
            </a:r>
            <a:r>
              <a:rPr lang="zh-CN" altLang="zh-CN" dirty="0"/>
              <a:t>函数主要功能是计算模型对各种检测目标的</a:t>
            </a:r>
            <a:r>
              <a:rPr lang="en-US" altLang="zh-CN" dirty="0"/>
              <a:t>AP</a:t>
            </a:r>
            <a:r>
              <a:rPr lang="zh-CN" altLang="zh-CN" dirty="0"/>
              <a:t>值从而得出</a:t>
            </a:r>
            <a:r>
              <a:rPr lang="en-US" altLang="zh-CN" dirty="0"/>
              <a:t>MAP</a:t>
            </a:r>
            <a:r>
              <a:rPr lang="zh-CN" altLang="zh-CN" dirty="0"/>
              <a:t>值评估模型性能。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111" y="2933786"/>
            <a:ext cx="6076190" cy="1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108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yolo.py</a:t>
            </a:r>
            <a:r>
              <a:rPr lang="zh-CN" altLang="zh-CN" dirty="0"/>
              <a:t>（根目录下文件，不是</a:t>
            </a:r>
            <a:r>
              <a:rPr lang="en-US" altLang="zh-CN" dirty="0"/>
              <a:t>nets</a:t>
            </a:r>
            <a:r>
              <a:rPr lang="zh-CN" altLang="zh-CN" dirty="0"/>
              <a:t>目录下同名文件）中仅有一个</a:t>
            </a:r>
            <a:r>
              <a:rPr lang="en-US" altLang="zh-CN" dirty="0"/>
              <a:t>YOLO</a:t>
            </a:r>
            <a:r>
              <a:rPr lang="zh-CN" altLang="zh-CN" dirty="0"/>
              <a:t>类，封装了多个函数。本实验中主要功能通过调用</a:t>
            </a:r>
            <a:r>
              <a:rPr lang="en-US" altLang="zh-CN" dirty="0" err="1"/>
              <a:t>get_map_txt</a:t>
            </a:r>
            <a:r>
              <a:rPr lang="en-US" altLang="zh-CN" dirty="0"/>
              <a:t>(self, </a:t>
            </a:r>
            <a:r>
              <a:rPr lang="en-US" altLang="zh-CN" dirty="0" err="1"/>
              <a:t>image_id</a:t>
            </a:r>
            <a:r>
              <a:rPr lang="en-US" altLang="zh-CN" dirty="0"/>
              <a:t>, image, </a:t>
            </a:r>
            <a:r>
              <a:rPr lang="en-US" altLang="zh-CN" dirty="0" err="1"/>
              <a:t>class_names</a:t>
            </a:r>
            <a:r>
              <a:rPr lang="en-US" altLang="zh-CN" dirty="0"/>
              <a:t>, </a:t>
            </a:r>
            <a:r>
              <a:rPr lang="en-US" altLang="zh-CN" dirty="0" err="1"/>
              <a:t>map_out_path</a:t>
            </a:r>
            <a:r>
              <a:rPr lang="en-US" altLang="zh-CN" dirty="0"/>
              <a:t>)</a:t>
            </a:r>
            <a:r>
              <a:rPr lang="zh-CN" altLang="zh-CN" dirty="0"/>
              <a:t>函数实现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获取</a:t>
            </a:r>
            <a:r>
              <a:rPr lang="en-US" altLang="zh-CN" dirty="0"/>
              <a:t>yolo.py</a:t>
            </a:r>
            <a:r>
              <a:rPr lang="zh-CN" altLang="zh-CN" dirty="0"/>
              <a:t>函数中各参数值的</a:t>
            </a:r>
            <a:r>
              <a:rPr lang="en-US" altLang="zh-CN" dirty="0" err="1"/>
              <a:t>get_defaults</a:t>
            </a:r>
            <a:r>
              <a:rPr lang="en-US" altLang="zh-CN" dirty="0"/>
              <a:t>(</a:t>
            </a:r>
            <a:r>
              <a:rPr lang="en-US" altLang="zh-CN" dirty="0" err="1"/>
              <a:t>cls,n</a:t>
            </a:r>
            <a:r>
              <a:rPr lang="en-US" altLang="zh-CN" dirty="0"/>
              <a:t>)</a:t>
            </a:r>
            <a:r>
              <a:rPr lang="zh-CN" altLang="zh-CN" dirty="0"/>
              <a:t>函数：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491" y="2900452"/>
            <a:ext cx="4771429" cy="1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58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初始化</a:t>
            </a:r>
            <a:r>
              <a:rPr lang="en-US" altLang="zh-CN" dirty="0"/>
              <a:t>YOLO</a:t>
            </a:r>
            <a:r>
              <a:rPr lang="zh-CN" altLang="zh-CN" dirty="0"/>
              <a:t>的</a:t>
            </a:r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__(self, **</a:t>
            </a:r>
            <a:r>
              <a:rPr lang="en-US" altLang="zh-CN" dirty="0" err="1"/>
              <a:t>kwargs</a:t>
            </a:r>
            <a:r>
              <a:rPr lang="en-US" altLang="zh-CN" dirty="0"/>
              <a:t>)</a:t>
            </a:r>
            <a:r>
              <a:rPr lang="zh-CN" altLang="zh-CN" dirty="0"/>
              <a:t>函数：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581" y="1894620"/>
            <a:ext cx="8433250" cy="4242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34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载入模型的</a:t>
            </a:r>
            <a:r>
              <a:rPr lang="en-US" altLang="zh-CN" dirty="0"/>
              <a:t>generate(self, </a:t>
            </a:r>
            <a:r>
              <a:rPr lang="en-US" altLang="zh-CN" dirty="0" err="1"/>
              <a:t>onnx</a:t>
            </a:r>
            <a:r>
              <a:rPr lang="en-US" altLang="zh-CN" dirty="0"/>
              <a:t>=False)</a:t>
            </a:r>
            <a:r>
              <a:rPr lang="zh-CN" altLang="zh-CN" dirty="0"/>
              <a:t>函数：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396" y="1790929"/>
            <a:ext cx="6647619" cy="36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100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代码工程分析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将</a:t>
            </a:r>
            <a:r>
              <a:rPr lang="zh-CN" altLang="en-US" dirty="0"/>
              <a:t>测试</a:t>
            </a:r>
            <a:r>
              <a:rPr lang="zh-CN" altLang="zh-CN" dirty="0" smtClean="0"/>
              <a:t>集</a:t>
            </a:r>
            <a:r>
              <a:rPr lang="zh-CN" altLang="zh-CN" dirty="0"/>
              <a:t>数据输入模型进行检测对比计算的</a:t>
            </a:r>
            <a:r>
              <a:rPr lang="en-US" altLang="zh-CN" dirty="0" err="1"/>
              <a:t>get_map_txt</a:t>
            </a:r>
            <a:r>
              <a:rPr lang="en-US" altLang="zh-CN" dirty="0"/>
              <a:t>(self, </a:t>
            </a:r>
            <a:r>
              <a:rPr lang="en-US" altLang="zh-CN" dirty="0" err="1"/>
              <a:t>image_id</a:t>
            </a:r>
            <a:r>
              <a:rPr lang="en-US" altLang="zh-CN" dirty="0"/>
              <a:t>, image, </a:t>
            </a:r>
            <a:r>
              <a:rPr lang="en-US" altLang="zh-CN" dirty="0" err="1"/>
              <a:t>class_names</a:t>
            </a:r>
            <a:r>
              <a:rPr lang="en-US" altLang="zh-CN" dirty="0"/>
              <a:t>, </a:t>
            </a:r>
            <a:r>
              <a:rPr lang="en-US" altLang="zh-CN" dirty="0" err="1"/>
              <a:t>map_out_path</a:t>
            </a:r>
            <a:r>
              <a:rPr lang="en-US" altLang="zh-CN" dirty="0"/>
              <a:t>)</a:t>
            </a:r>
            <a:r>
              <a:rPr lang="zh-CN" altLang="zh-CN" dirty="0"/>
              <a:t>函数：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015" y="2174078"/>
            <a:ext cx="9552381" cy="3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73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184482278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6238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训练过程分析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模型训练完毕后，</a:t>
            </a:r>
            <a:r>
              <a:rPr lang="en-US" altLang="zh-CN" dirty="0"/>
              <a:t>logs</a:t>
            </a:r>
            <a:r>
              <a:rPr lang="zh-CN" altLang="zh-CN" dirty="0"/>
              <a:t>文件夹下存放训练过程中的所有权重文件：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每</a:t>
            </a:r>
            <a:r>
              <a:rPr lang="en-US" altLang="zh-CN" dirty="0"/>
              <a:t>n</a:t>
            </a:r>
            <a:r>
              <a:rPr lang="zh-CN" altLang="zh-CN" dirty="0"/>
              <a:t>个</a:t>
            </a:r>
            <a:r>
              <a:rPr lang="en-US" altLang="zh-CN" dirty="0"/>
              <a:t>epoch</a:t>
            </a:r>
            <a:r>
              <a:rPr lang="zh-CN" altLang="zh-CN" dirty="0"/>
              <a:t>保存一次的权重文件</a:t>
            </a:r>
            <a:r>
              <a:rPr lang="en-US" altLang="zh-CN" dirty="0" err="1"/>
              <a:t>ep</a:t>
            </a:r>
            <a:r>
              <a:rPr lang="en-US" altLang="zh-CN" dirty="0"/>
              <a:t>***-loss***-</a:t>
            </a:r>
            <a:r>
              <a:rPr lang="en-US" altLang="zh-CN" dirty="0" err="1"/>
              <a:t>val_loss</a:t>
            </a:r>
            <a:r>
              <a:rPr lang="en-US" altLang="zh-CN" dirty="0"/>
              <a:t>***.</a:t>
            </a:r>
            <a:r>
              <a:rPr lang="en-US" altLang="zh-CN" dirty="0" err="1"/>
              <a:t>pth</a:t>
            </a:r>
            <a:r>
              <a:rPr lang="zh-CN" altLang="zh-CN" dirty="0"/>
              <a:t>；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最后一个</a:t>
            </a:r>
            <a:r>
              <a:rPr lang="en-US" altLang="zh-CN" dirty="0"/>
              <a:t>epoch</a:t>
            </a:r>
            <a:r>
              <a:rPr lang="zh-CN" altLang="zh-CN" dirty="0"/>
              <a:t>保存的权重文件</a:t>
            </a:r>
            <a:r>
              <a:rPr lang="en-US" altLang="zh-CN" dirty="0" err="1"/>
              <a:t>last_epoch_weights.pth</a:t>
            </a:r>
            <a:r>
              <a:rPr lang="zh-CN" altLang="zh-CN" dirty="0"/>
              <a:t>；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最好的一个</a:t>
            </a:r>
            <a:r>
              <a:rPr lang="en-US" altLang="zh-CN" dirty="0"/>
              <a:t>epoch</a:t>
            </a:r>
            <a:r>
              <a:rPr lang="zh-CN" altLang="zh-CN" dirty="0"/>
              <a:t>保存的权重文件</a:t>
            </a:r>
            <a:r>
              <a:rPr lang="en-US" altLang="zh-CN" dirty="0" err="1"/>
              <a:t>best_epoch_weights.pth</a:t>
            </a:r>
            <a:r>
              <a:rPr lang="zh-CN" altLang="zh-CN" dirty="0"/>
              <a:t>。</a:t>
            </a:r>
          </a:p>
          <a:p>
            <a:r>
              <a:rPr lang="zh-CN" altLang="zh-CN" dirty="0" smtClean="0"/>
              <a:t>大多数</a:t>
            </a:r>
            <a:r>
              <a:rPr lang="zh-CN" altLang="zh-CN" dirty="0"/>
              <a:t>情况下使用</a:t>
            </a:r>
            <a:r>
              <a:rPr lang="en-US" altLang="zh-CN" dirty="0" err="1" smtClean="0"/>
              <a:t>best_epoch_weights.pth</a:t>
            </a:r>
            <a:endParaRPr lang="en-US" altLang="zh-CN" dirty="0" smtClean="0"/>
          </a:p>
          <a:p>
            <a:r>
              <a:rPr lang="zh-CN" altLang="zh-CN" dirty="0" smtClean="0"/>
              <a:t>少数</a:t>
            </a:r>
            <a:r>
              <a:rPr lang="zh-CN" altLang="zh-CN" dirty="0"/>
              <a:t>情况下使用</a:t>
            </a:r>
            <a:r>
              <a:rPr lang="en-US" altLang="zh-CN" dirty="0" err="1"/>
              <a:t>last_epoch_weights.pth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8929" y="1854817"/>
            <a:ext cx="4201559" cy="355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55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训练过程分析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除了</a:t>
            </a:r>
            <a:r>
              <a:rPr lang="zh-CN" altLang="zh-CN" dirty="0"/>
              <a:t>模型文件（权重文件，</a:t>
            </a:r>
            <a:r>
              <a:rPr lang="en-US" altLang="zh-CN" dirty="0" err="1"/>
              <a:t>pytorch</a:t>
            </a:r>
            <a:r>
              <a:rPr lang="zh-CN" altLang="zh-CN" dirty="0"/>
              <a:t>框架以</a:t>
            </a:r>
            <a:r>
              <a:rPr lang="en-US" altLang="zh-CN" dirty="0"/>
              <a:t>.</a:t>
            </a:r>
            <a:r>
              <a:rPr lang="en-US" altLang="zh-CN" dirty="0" err="1"/>
              <a:t>pth</a:t>
            </a:r>
            <a:r>
              <a:rPr lang="zh-CN" altLang="zh-CN" dirty="0"/>
              <a:t>结尾），还有一个以</a:t>
            </a:r>
            <a:r>
              <a:rPr lang="en-US" altLang="zh-CN" dirty="0"/>
              <a:t>loss_******* </a:t>
            </a:r>
            <a:r>
              <a:rPr lang="zh-CN" altLang="zh-CN" dirty="0"/>
              <a:t>命名的文件夹。</a:t>
            </a:r>
          </a:p>
          <a:p>
            <a:r>
              <a:rPr lang="zh-CN" altLang="zh-CN" dirty="0"/>
              <a:t>文件夹下有如下文件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/>
              <a:t>epoch_loss.png</a:t>
            </a:r>
            <a:r>
              <a:rPr lang="zh-CN" altLang="zh-CN" dirty="0"/>
              <a:t>：训练过程中根据训练集</a:t>
            </a:r>
            <a:r>
              <a:rPr lang="zh-CN" altLang="zh-CN" dirty="0" smtClean="0"/>
              <a:t>与验证集</a:t>
            </a:r>
            <a:r>
              <a:rPr lang="zh-CN" altLang="zh-CN" dirty="0"/>
              <a:t>每一个</a:t>
            </a:r>
            <a:r>
              <a:rPr lang="en-US" altLang="zh-CN" dirty="0"/>
              <a:t>epoch</a:t>
            </a:r>
            <a:r>
              <a:rPr lang="zh-CN" altLang="zh-CN" dirty="0"/>
              <a:t>的</a:t>
            </a:r>
            <a:r>
              <a:rPr lang="en-US" altLang="zh-CN" dirty="0"/>
              <a:t>loss</a:t>
            </a:r>
            <a:r>
              <a:rPr lang="zh-CN" altLang="zh-CN" dirty="0"/>
              <a:t>值绘制的图。</a:t>
            </a:r>
          </a:p>
          <a:p>
            <a:pPr lvl="1"/>
            <a:r>
              <a:rPr lang="en-US" altLang="zh-CN" dirty="0"/>
              <a:t>epoch_loss.txt</a:t>
            </a:r>
            <a:r>
              <a:rPr lang="zh-CN" altLang="zh-CN" dirty="0"/>
              <a:t>：训练过程中记录训练集每一个</a:t>
            </a:r>
            <a:r>
              <a:rPr lang="en-US" altLang="zh-CN" dirty="0"/>
              <a:t>epoch</a:t>
            </a:r>
            <a:r>
              <a:rPr lang="zh-CN" altLang="zh-CN" dirty="0"/>
              <a:t>的</a:t>
            </a:r>
            <a:r>
              <a:rPr lang="en-US" altLang="zh-CN" dirty="0"/>
              <a:t>loss</a:t>
            </a:r>
            <a:r>
              <a:rPr lang="zh-CN" altLang="zh-CN" dirty="0"/>
              <a:t>值。</a:t>
            </a:r>
          </a:p>
          <a:p>
            <a:pPr lvl="1"/>
            <a:r>
              <a:rPr lang="en-US" altLang="zh-CN" dirty="0"/>
              <a:t>epoch_map.png</a:t>
            </a:r>
            <a:r>
              <a:rPr lang="zh-CN" altLang="zh-CN" dirty="0"/>
              <a:t>：训练过程中根据训练集每一个</a:t>
            </a:r>
            <a:r>
              <a:rPr lang="en-US" altLang="zh-CN" dirty="0"/>
              <a:t>epoch</a:t>
            </a:r>
            <a:r>
              <a:rPr lang="zh-CN" altLang="zh-CN" dirty="0"/>
              <a:t>的</a:t>
            </a:r>
            <a:r>
              <a:rPr lang="en-US" altLang="zh-CN" dirty="0"/>
              <a:t>map</a:t>
            </a:r>
            <a:r>
              <a:rPr lang="zh-CN" altLang="zh-CN" dirty="0"/>
              <a:t>值绘制的图。</a:t>
            </a:r>
          </a:p>
          <a:p>
            <a:pPr lvl="1"/>
            <a:r>
              <a:rPr lang="en-US" altLang="zh-CN" dirty="0"/>
              <a:t>epoch_map.txt</a:t>
            </a:r>
            <a:r>
              <a:rPr lang="zh-CN" altLang="zh-CN" dirty="0"/>
              <a:t>：训练过程中记录训练集每一个</a:t>
            </a:r>
            <a:r>
              <a:rPr lang="en-US" altLang="zh-CN" dirty="0"/>
              <a:t>epoch</a:t>
            </a:r>
            <a:r>
              <a:rPr lang="zh-CN" altLang="zh-CN" dirty="0"/>
              <a:t>的</a:t>
            </a:r>
            <a:r>
              <a:rPr lang="en-US" altLang="zh-CN" dirty="0"/>
              <a:t>map</a:t>
            </a:r>
            <a:r>
              <a:rPr lang="zh-CN" altLang="zh-CN" dirty="0"/>
              <a:t>值。</a:t>
            </a:r>
          </a:p>
          <a:p>
            <a:pPr lvl="1"/>
            <a:r>
              <a:rPr lang="en-US" altLang="zh-CN" dirty="0"/>
              <a:t>epoch_val_loss.txt</a:t>
            </a:r>
            <a:r>
              <a:rPr lang="zh-CN" altLang="zh-CN" dirty="0"/>
              <a:t>：训练过程中记录验证集每一个</a:t>
            </a:r>
            <a:r>
              <a:rPr lang="en-US" altLang="zh-CN" dirty="0"/>
              <a:t>epoch</a:t>
            </a:r>
            <a:r>
              <a:rPr lang="zh-CN" altLang="zh-CN" dirty="0"/>
              <a:t>的</a:t>
            </a:r>
            <a:r>
              <a:rPr lang="en-US" altLang="zh-CN" dirty="0"/>
              <a:t>loss</a:t>
            </a:r>
            <a:r>
              <a:rPr lang="zh-CN" altLang="zh-CN" dirty="0"/>
              <a:t>值。</a:t>
            </a:r>
          </a:p>
          <a:p>
            <a:pPr lvl="1"/>
            <a:r>
              <a:rPr lang="en-US" altLang="zh-CN" dirty="0" err="1"/>
              <a:t>events.out.tfevents</a:t>
            </a:r>
            <a:r>
              <a:rPr lang="en-US" altLang="zh-CN" dirty="0"/>
              <a:t>.*****</a:t>
            </a:r>
            <a:r>
              <a:rPr lang="zh-CN" altLang="zh-CN" dirty="0"/>
              <a:t>：无法直接打开，可以使用</a:t>
            </a:r>
            <a:r>
              <a:rPr lang="en-US" altLang="zh-CN" dirty="0" err="1"/>
              <a:t>tensorboard</a:t>
            </a:r>
            <a:r>
              <a:rPr lang="zh-CN" altLang="zh-CN" dirty="0"/>
              <a:t>可视化图表。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208" y="4233606"/>
            <a:ext cx="5119996" cy="190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51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训练过程分析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一般来说，随着训练的进行，</a:t>
            </a:r>
            <a:r>
              <a:rPr lang="en-US" altLang="zh-CN" dirty="0"/>
              <a:t>loss</a:t>
            </a:r>
            <a:r>
              <a:rPr lang="zh-CN" altLang="zh-CN" dirty="0"/>
              <a:t>会不断下降，</a:t>
            </a:r>
            <a:r>
              <a:rPr lang="en-US" altLang="zh-CN" dirty="0"/>
              <a:t>map</a:t>
            </a:r>
            <a:r>
              <a:rPr lang="zh-CN" altLang="zh-CN" dirty="0"/>
              <a:t>会不断上升，最后趋于一个固定的值上下波动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如果没有出现这种情况，则说明模型尚未完全拟合，所得模型尚未达到最优，需要增大</a:t>
            </a:r>
            <a:r>
              <a:rPr lang="en-US" altLang="zh-CN" dirty="0"/>
              <a:t>epoch</a:t>
            </a:r>
            <a:r>
              <a:rPr lang="zh-CN" altLang="zh-CN" dirty="0"/>
              <a:t>的值重新训练。</a:t>
            </a:r>
            <a:r>
              <a:rPr lang="en-US" altLang="zh-CN" dirty="0"/>
              <a:t>epoch</a:t>
            </a:r>
            <a:r>
              <a:rPr lang="zh-CN" altLang="zh-CN" dirty="0"/>
              <a:t>在上一实验中的</a:t>
            </a:r>
            <a:r>
              <a:rPr lang="en-US" altLang="zh-CN" dirty="0"/>
              <a:t>train.py</a:t>
            </a:r>
            <a:r>
              <a:rPr lang="zh-CN" altLang="zh-CN" dirty="0"/>
              <a:t>文件中修改。增大该值后，模型会训练更多的</a:t>
            </a:r>
            <a:r>
              <a:rPr lang="en-US" altLang="zh-CN" dirty="0"/>
              <a:t>epoch</a:t>
            </a:r>
            <a:r>
              <a:rPr lang="zh-CN" altLang="zh-CN" dirty="0"/>
              <a:t>，花费的时间也会更长，但错过最优模型的几率就更低。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111" y="3661084"/>
            <a:ext cx="6676190" cy="2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34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586770140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7529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zh-CN" altLang="en-US" dirty="0" smtClean="0"/>
              <a:t>集评估模型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使用</a:t>
            </a:r>
            <a:r>
              <a:rPr lang="en-US" altLang="zh-CN" dirty="0" err="1"/>
              <a:t>Pycharm</a:t>
            </a:r>
            <a:r>
              <a:rPr lang="zh-CN" altLang="zh-CN" dirty="0"/>
              <a:t>打开</a:t>
            </a:r>
            <a:r>
              <a:rPr lang="en-US" altLang="zh-CN" dirty="0"/>
              <a:t>yolo.py</a:t>
            </a:r>
            <a:r>
              <a:rPr lang="zh-CN" altLang="zh-CN" dirty="0"/>
              <a:t>，修改其中的</a:t>
            </a:r>
            <a:r>
              <a:rPr lang="en-US" altLang="zh-CN" dirty="0" err="1"/>
              <a:t>model_path</a:t>
            </a:r>
            <a:r>
              <a:rPr lang="zh-CN" altLang="zh-CN" dirty="0"/>
              <a:t>和</a:t>
            </a:r>
            <a:r>
              <a:rPr lang="en-US" altLang="zh-CN" dirty="0" err="1"/>
              <a:t>classes_path</a:t>
            </a:r>
            <a:r>
              <a:rPr lang="zh-CN" altLang="zh-CN" dirty="0"/>
              <a:t>：</a:t>
            </a:r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err="1"/>
              <a:t>model_path</a:t>
            </a:r>
            <a:r>
              <a:rPr lang="zh-CN" altLang="zh-CN" dirty="0"/>
              <a:t>改为</a:t>
            </a:r>
            <a:r>
              <a:rPr lang="en-US" altLang="zh-CN" dirty="0">
                <a:solidFill>
                  <a:srgbClr val="FF0000"/>
                </a:solidFill>
              </a:rPr>
              <a:t>logs</a:t>
            </a:r>
            <a:r>
              <a:rPr lang="zh-CN" altLang="zh-CN" dirty="0"/>
              <a:t>文件夹下的权重文件（</a:t>
            </a:r>
            <a:r>
              <a:rPr lang="en-US" altLang="zh-CN" dirty="0"/>
              <a:t>logs/</a:t>
            </a:r>
            <a:r>
              <a:rPr lang="en-US" altLang="zh-CN" dirty="0" err="1"/>
              <a:t>best_epoch_weights.pth</a:t>
            </a:r>
            <a:r>
              <a:rPr lang="zh-CN" altLang="zh-CN" dirty="0"/>
              <a:t>）；</a:t>
            </a:r>
          </a:p>
          <a:p>
            <a:r>
              <a:rPr lang="en-US" altLang="zh-CN" dirty="0" err="1"/>
              <a:t>classes_path</a:t>
            </a:r>
            <a:r>
              <a:rPr lang="zh-CN" altLang="zh-CN" dirty="0"/>
              <a:t>和之前一样改为自己的类别文件（</a:t>
            </a:r>
            <a:r>
              <a:rPr lang="en-US" altLang="zh-CN" dirty="0" err="1"/>
              <a:t>model_data</a:t>
            </a:r>
            <a:r>
              <a:rPr lang="en-US" altLang="zh-CN" dirty="0"/>
              <a:t>/predefined_classes.txt</a:t>
            </a:r>
            <a:r>
              <a:rPr lang="zh-CN" altLang="zh-CN" dirty="0"/>
              <a:t>）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392" y="1584356"/>
            <a:ext cx="8963628" cy="371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89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测试集评估</a:t>
            </a:r>
            <a:r>
              <a:rPr lang="zh-CN" altLang="en-US" dirty="0"/>
              <a:t>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使用</a:t>
            </a:r>
            <a:r>
              <a:rPr lang="en-US" altLang="zh-CN" dirty="0" err="1"/>
              <a:t>Pycharm</a:t>
            </a:r>
            <a:r>
              <a:rPr lang="zh-CN" altLang="zh-CN" dirty="0"/>
              <a:t>打开</a:t>
            </a:r>
            <a:r>
              <a:rPr lang="en-US" altLang="zh-CN" dirty="0"/>
              <a:t>get_map.py</a:t>
            </a:r>
            <a:r>
              <a:rPr lang="zh-CN" altLang="zh-CN" dirty="0"/>
              <a:t>，修改其中的</a:t>
            </a:r>
            <a:r>
              <a:rPr lang="en-US" altLang="zh-CN" dirty="0" err="1"/>
              <a:t>classes_path</a:t>
            </a:r>
            <a:r>
              <a:rPr lang="zh-CN" altLang="zh-CN" dirty="0"/>
              <a:t>，改为自己的类别文件（</a:t>
            </a:r>
            <a:r>
              <a:rPr lang="en-US" altLang="zh-CN" dirty="0"/>
              <a:t>predefined_classes.txt</a:t>
            </a:r>
            <a:r>
              <a:rPr lang="zh-CN" altLang="zh-CN" dirty="0" smtClean="0"/>
              <a:t>）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77" y="2576643"/>
            <a:ext cx="7942857" cy="2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7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zh-CN" altLang="en-US" dirty="0" smtClean="0"/>
              <a:t>集评估模型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此外，</a:t>
            </a:r>
            <a:r>
              <a:rPr lang="en-US" altLang="zh-CN" dirty="0"/>
              <a:t>yolo.py</a:t>
            </a:r>
            <a:r>
              <a:rPr lang="zh-CN" altLang="zh-CN" dirty="0"/>
              <a:t>还可以修改输入模型图像尺寸、检测框置信度、非极大值抑制阈值等</a:t>
            </a:r>
            <a:r>
              <a:rPr lang="zh-CN" altLang="zh-CN" dirty="0" smtClean="0"/>
              <a:t>参数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zh-CN" b="1" dirty="0" smtClean="0"/>
              <a:t>如果</a:t>
            </a:r>
            <a:r>
              <a:rPr lang="zh-CN" altLang="zh-CN" b="1" dirty="0"/>
              <a:t>是</a:t>
            </a:r>
            <a:r>
              <a:rPr lang="en-US" altLang="zh-CN" b="1" dirty="0"/>
              <a:t>CPU</a:t>
            </a:r>
            <a:r>
              <a:rPr lang="zh-CN" altLang="zh-CN" b="1" dirty="0"/>
              <a:t>版本，必须将</a:t>
            </a:r>
            <a:r>
              <a:rPr lang="en-US" altLang="zh-CN" b="1" dirty="0" err="1"/>
              <a:t>cuda</a:t>
            </a:r>
            <a:r>
              <a:rPr lang="zh-CN" altLang="zh-CN" b="1" dirty="0"/>
              <a:t>值改为</a:t>
            </a:r>
            <a:r>
              <a:rPr lang="en-US" altLang="zh-CN" b="1" dirty="0"/>
              <a:t>“False</a:t>
            </a:r>
            <a:r>
              <a:rPr lang="en-US" altLang="zh-CN" b="1" dirty="0" smtClean="0"/>
              <a:t>”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r>
              <a:rPr lang="en-US" altLang="zh-CN" dirty="0" err="1"/>
              <a:t>input_shape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默认</a:t>
            </a:r>
            <a:r>
              <a:rPr lang="zh-CN" altLang="zh-CN" dirty="0"/>
              <a:t>为</a:t>
            </a:r>
            <a:r>
              <a:rPr lang="en-US" altLang="zh-CN" dirty="0"/>
              <a:t>416×416</a:t>
            </a:r>
            <a:r>
              <a:rPr lang="zh-CN" altLang="zh-CN" dirty="0" smtClean="0"/>
              <a:t>大小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会</a:t>
            </a:r>
            <a:r>
              <a:rPr lang="zh-CN" altLang="zh-CN" dirty="0"/>
              <a:t>自动将所有尺寸的图像</a:t>
            </a:r>
            <a:r>
              <a:rPr lang="en-US" altLang="zh-CN" dirty="0"/>
              <a:t>resize</a:t>
            </a:r>
            <a:r>
              <a:rPr lang="zh-CN" altLang="zh-CN" dirty="0"/>
              <a:t>至该尺寸输入</a:t>
            </a:r>
            <a:r>
              <a:rPr lang="zh-CN" altLang="zh-CN" dirty="0" smtClean="0"/>
              <a:t>模型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图像</a:t>
            </a:r>
            <a:r>
              <a:rPr lang="zh-CN" altLang="zh-CN" dirty="0"/>
              <a:t>尺寸越大，模型检测花费的时间越</a:t>
            </a:r>
            <a:r>
              <a:rPr lang="zh-CN" altLang="zh-CN" dirty="0" smtClean="0"/>
              <a:t>久</a:t>
            </a:r>
            <a:endParaRPr lang="en-US" altLang="zh-CN" dirty="0" smtClean="0"/>
          </a:p>
          <a:p>
            <a:r>
              <a:rPr lang="en-US" altLang="zh-CN" dirty="0"/>
              <a:t>confidence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检测</a:t>
            </a:r>
            <a:r>
              <a:rPr lang="zh-CN" altLang="zh-CN" dirty="0"/>
              <a:t>框的置信度，默认值为</a:t>
            </a:r>
            <a:r>
              <a:rPr lang="en-US" altLang="zh-CN" dirty="0" smtClean="0"/>
              <a:t>0.7</a:t>
            </a:r>
          </a:p>
          <a:p>
            <a:pPr lvl="1"/>
            <a:r>
              <a:rPr lang="zh-CN" altLang="zh-CN" dirty="0" smtClean="0"/>
              <a:t>大于</a:t>
            </a:r>
            <a:r>
              <a:rPr lang="zh-CN" altLang="zh-CN" dirty="0"/>
              <a:t>该置信度的检测框才会被</a:t>
            </a:r>
            <a:r>
              <a:rPr lang="zh-CN" altLang="zh-CN" dirty="0" smtClean="0"/>
              <a:t>显示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该</a:t>
            </a:r>
            <a:r>
              <a:rPr lang="zh-CN" altLang="zh-CN" dirty="0"/>
              <a:t>值太大</a:t>
            </a:r>
            <a:r>
              <a:rPr lang="zh-CN" altLang="zh-CN" dirty="0" smtClean="0"/>
              <a:t>，精度要求过高</a:t>
            </a:r>
            <a:r>
              <a:rPr lang="zh-CN" altLang="zh-CN" dirty="0"/>
              <a:t>，容易无法检测</a:t>
            </a:r>
            <a:r>
              <a:rPr lang="zh-CN" altLang="zh-CN" dirty="0" smtClean="0"/>
              <a:t>目标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该</a:t>
            </a:r>
            <a:r>
              <a:rPr lang="zh-CN" altLang="zh-CN" dirty="0"/>
              <a:t>值太小，容易误检其他目标。推荐值为</a:t>
            </a:r>
            <a:r>
              <a:rPr lang="en-US" altLang="zh-CN" dirty="0" smtClean="0"/>
              <a:t>0.5-0.8</a:t>
            </a:r>
            <a:endParaRPr lang="zh-CN" altLang="zh-CN" dirty="0"/>
          </a:p>
          <a:p>
            <a:endParaRPr lang="en-US" altLang="zh-CN" dirty="0" smtClean="0"/>
          </a:p>
          <a:p>
            <a:endParaRPr lang="en-US" altLang="zh-CN" b="1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304" y="1694328"/>
            <a:ext cx="5537184" cy="387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0369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zh-CN" altLang="en-US" dirty="0" smtClean="0"/>
              <a:t>集评估模型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此外，</a:t>
            </a:r>
            <a:r>
              <a:rPr lang="en-US" altLang="zh-CN" dirty="0"/>
              <a:t>yolo.py</a:t>
            </a:r>
            <a:r>
              <a:rPr lang="zh-CN" altLang="zh-CN" dirty="0"/>
              <a:t>还可以修改输入模型图像尺寸、检测框置信度、非极大值抑制阈值等</a:t>
            </a:r>
            <a:r>
              <a:rPr lang="zh-CN" altLang="zh-CN" dirty="0" smtClean="0"/>
              <a:t>参数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zh-CN" b="1" dirty="0" smtClean="0"/>
              <a:t>如果</a:t>
            </a:r>
            <a:r>
              <a:rPr lang="zh-CN" altLang="zh-CN" b="1" dirty="0"/>
              <a:t>是</a:t>
            </a:r>
            <a:r>
              <a:rPr lang="en-US" altLang="zh-CN" b="1" dirty="0"/>
              <a:t>CPU</a:t>
            </a:r>
            <a:r>
              <a:rPr lang="zh-CN" altLang="zh-CN" b="1" dirty="0"/>
              <a:t>版本，必须将</a:t>
            </a:r>
            <a:r>
              <a:rPr lang="en-US" altLang="zh-CN" b="1" dirty="0" err="1"/>
              <a:t>cuda</a:t>
            </a:r>
            <a:r>
              <a:rPr lang="zh-CN" altLang="zh-CN" b="1" dirty="0"/>
              <a:t>值改为</a:t>
            </a:r>
            <a:r>
              <a:rPr lang="en-US" altLang="zh-CN" b="1" dirty="0"/>
              <a:t>“False</a:t>
            </a:r>
            <a:r>
              <a:rPr lang="en-US" altLang="zh-CN" b="1" dirty="0" smtClean="0"/>
              <a:t>”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r>
              <a:rPr lang="en-US" altLang="zh-CN" dirty="0" err="1"/>
              <a:t>nms_iou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非</a:t>
            </a:r>
            <a:r>
              <a:rPr lang="zh-CN" altLang="zh-CN" dirty="0"/>
              <a:t>极大值抑制阈值，默认值为</a:t>
            </a:r>
            <a:r>
              <a:rPr lang="en-US" altLang="zh-CN" dirty="0" smtClean="0"/>
              <a:t>0.3</a:t>
            </a:r>
            <a:endParaRPr lang="en-US" altLang="zh-CN" dirty="0"/>
          </a:p>
          <a:p>
            <a:pPr lvl="1"/>
            <a:r>
              <a:rPr lang="zh-CN" altLang="zh-CN" dirty="0" smtClean="0"/>
              <a:t>交并</a:t>
            </a:r>
            <a:r>
              <a:rPr lang="zh-CN" altLang="zh-CN" dirty="0"/>
              <a:t>比大于该值的框将被</a:t>
            </a:r>
            <a:r>
              <a:rPr lang="zh-CN" altLang="zh-CN" dirty="0" smtClean="0"/>
              <a:t>舍弃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如果</a:t>
            </a:r>
            <a:r>
              <a:rPr lang="zh-CN" altLang="en-US" dirty="0" smtClean="0"/>
              <a:t>各</a:t>
            </a:r>
            <a:r>
              <a:rPr lang="zh-CN" altLang="zh-CN" dirty="0" smtClean="0"/>
              <a:t>目标</a:t>
            </a:r>
            <a:r>
              <a:rPr lang="zh-CN" altLang="en-US" dirty="0" smtClean="0"/>
              <a:t>框</a:t>
            </a:r>
            <a:r>
              <a:rPr lang="zh-CN" altLang="zh-CN" dirty="0" smtClean="0"/>
              <a:t>重叠</a:t>
            </a:r>
            <a:r>
              <a:rPr lang="zh-CN" altLang="zh-CN" dirty="0"/>
              <a:t>部分较多，可适当调高该</a:t>
            </a:r>
            <a:r>
              <a:rPr lang="zh-CN" altLang="zh-CN" dirty="0" smtClean="0"/>
              <a:t>值</a:t>
            </a:r>
            <a:endParaRPr lang="en-US" altLang="zh-CN" dirty="0" smtClean="0"/>
          </a:p>
          <a:p>
            <a:pPr lvl="1"/>
            <a:r>
              <a:rPr lang="zh-CN" altLang="zh-CN" dirty="0" smtClean="0"/>
              <a:t>推荐</a:t>
            </a:r>
            <a:r>
              <a:rPr lang="zh-CN" altLang="zh-CN" dirty="0"/>
              <a:t>值为</a:t>
            </a:r>
            <a:r>
              <a:rPr lang="en-US" altLang="zh-CN" dirty="0" smtClean="0"/>
              <a:t>0.3-0.5</a:t>
            </a:r>
          </a:p>
          <a:p>
            <a:r>
              <a:rPr lang="en-US" altLang="zh-CN" dirty="0" err="1"/>
              <a:t>cuda</a:t>
            </a:r>
            <a:r>
              <a:rPr lang="zh-CN" altLang="zh-CN" dirty="0"/>
              <a:t>：</a:t>
            </a:r>
            <a:endParaRPr lang="en-US" altLang="zh-CN" dirty="0" smtClean="0"/>
          </a:p>
          <a:p>
            <a:pPr lvl="1"/>
            <a:r>
              <a:rPr lang="zh-CN" altLang="zh-CN" dirty="0"/>
              <a:t>是否使用</a:t>
            </a:r>
            <a:r>
              <a:rPr lang="en-US" altLang="zh-CN" dirty="0" err="1"/>
              <a:t>cuda</a:t>
            </a:r>
            <a:r>
              <a:rPr lang="zh-CN" altLang="zh-CN" dirty="0"/>
              <a:t>，默认值为</a:t>
            </a:r>
            <a:r>
              <a:rPr lang="en-US" altLang="zh-CN" dirty="0" smtClean="0"/>
              <a:t>True</a:t>
            </a:r>
            <a:endParaRPr lang="en-US" altLang="zh-CN" dirty="0"/>
          </a:p>
          <a:p>
            <a:pPr lvl="1"/>
            <a:r>
              <a:rPr lang="en-US" altLang="zh-CN" b="1" dirty="0" err="1" smtClean="0"/>
              <a:t>cuda</a:t>
            </a:r>
            <a:r>
              <a:rPr lang="zh-CN" altLang="zh-CN" b="1" dirty="0"/>
              <a:t>只能在配置好</a:t>
            </a:r>
            <a:r>
              <a:rPr lang="en-US" altLang="zh-CN" b="1" dirty="0"/>
              <a:t>GPU</a:t>
            </a:r>
            <a:r>
              <a:rPr lang="zh-CN" altLang="zh-CN" b="1" dirty="0"/>
              <a:t>环境下</a:t>
            </a:r>
            <a:r>
              <a:rPr lang="zh-CN" altLang="zh-CN" b="1" dirty="0" smtClean="0"/>
              <a:t>使用</a:t>
            </a:r>
            <a:endParaRPr lang="en-US" altLang="zh-CN" b="1" dirty="0" smtClean="0"/>
          </a:p>
          <a:p>
            <a:pPr lvl="1"/>
            <a:r>
              <a:rPr lang="en-US" altLang="zh-CN" b="1" dirty="0" smtClean="0"/>
              <a:t>CPU</a:t>
            </a:r>
            <a:r>
              <a:rPr lang="zh-CN" altLang="zh-CN" b="1" dirty="0"/>
              <a:t>版本下必须将该值改为</a:t>
            </a:r>
            <a:r>
              <a:rPr lang="en-US" altLang="zh-CN" b="1" dirty="0"/>
              <a:t>False</a:t>
            </a:r>
            <a:r>
              <a:rPr lang="zh-CN" altLang="zh-CN" b="1" dirty="0"/>
              <a:t>。</a:t>
            </a:r>
            <a:endParaRPr lang="en-US" altLang="zh-CN" dirty="0" smtClean="0"/>
          </a:p>
          <a:p>
            <a:endParaRPr lang="en-US" altLang="zh-CN" b="1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304" y="1694328"/>
            <a:ext cx="5537184" cy="387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5765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测试集评估</a:t>
            </a:r>
            <a:r>
              <a:rPr lang="zh-CN" altLang="en-US" dirty="0"/>
              <a:t>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全部改完之后，运行</a:t>
            </a:r>
            <a:r>
              <a:rPr lang="en-US" altLang="zh-CN" dirty="0"/>
              <a:t>get_map.py</a:t>
            </a:r>
            <a:r>
              <a:rPr lang="zh-CN" altLang="zh-CN" dirty="0"/>
              <a:t>：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zh-CN" dirty="0" smtClean="0"/>
              <a:t>模型加载</a:t>
            </a:r>
            <a:r>
              <a:rPr lang="zh-CN" altLang="zh-CN" dirty="0"/>
              <a:t>后会显示一张</a:t>
            </a:r>
            <a:r>
              <a:rPr lang="en-US" altLang="zh-CN" dirty="0" err="1"/>
              <a:t>mAP</a:t>
            </a:r>
            <a:r>
              <a:rPr lang="zh-CN" altLang="zh-CN" dirty="0"/>
              <a:t>柱状图，列举了各种类检测的</a:t>
            </a:r>
            <a:r>
              <a:rPr lang="en-US" altLang="zh-CN" dirty="0" err="1"/>
              <a:t>mAP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645" y="1373476"/>
            <a:ext cx="3981200" cy="452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09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测试集评估</a:t>
            </a:r>
            <a:r>
              <a:rPr lang="zh-CN" altLang="en-US" dirty="0"/>
              <a:t>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此外还会生成一个</a:t>
            </a:r>
            <a:r>
              <a:rPr lang="en-US" altLang="zh-CN" dirty="0" err="1"/>
              <a:t>map_out</a:t>
            </a:r>
            <a:r>
              <a:rPr lang="zh-CN" altLang="zh-CN" dirty="0"/>
              <a:t>文件夹，包含模型在测试集上的测试结果。</a:t>
            </a:r>
          </a:p>
          <a:p>
            <a:r>
              <a:rPr lang="zh-CN" altLang="zh-CN" dirty="0"/>
              <a:t>打开其中的</a:t>
            </a:r>
            <a:r>
              <a:rPr lang="en-US" altLang="zh-CN" dirty="0"/>
              <a:t>results</a:t>
            </a:r>
            <a:r>
              <a:rPr lang="zh-CN" altLang="zh-CN" dirty="0"/>
              <a:t>文件夹，可以获取更多评估模型的参数</a:t>
            </a:r>
            <a:r>
              <a:rPr lang="zh-CN" altLang="zh-CN" dirty="0" smtClean="0"/>
              <a:t>如</a:t>
            </a:r>
            <a:r>
              <a:rPr lang="en-US" altLang="zh-CN" dirty="0" smtClean="0"/>
              <a:t>AP</a:t>
            </a:r>
            <a:r>
              <a:rPr lang="zh-CN" altLang="zh-CN" dirty="0" smtClean="0"/>
              <a:t>、</a:t>
            </a:r>
            <a:r>
              <a:rPr lang="en-US" altLang="zh-CN" dirty="0" smtClean="0"/>
              <a:t>F1</a:t>
            </a:r>
            <a:r>
              <a:rPr lang="zh-CN" altLang="zh-CN" dirty="0" smtClean="0"/>
              <a:t>等。</a:t>
            </a:r>
            <a:endParaRPr lang="en-US" altLang="zh-CN" dirty="0" smtClean="0"/>
          </a:p>
          <a:p>
            <a:r>
              <a:rPr lang="en-US" altLang="zh-CN" dirty="0" smtClean="0"/>
              <a:t>AP</a:t>
            </a:r>
            <a:r>
              <a:rPr lang="zh-CN" altLang="en-US" dirty="0" smtClean="0"/>
              <a:t>文件夹下，</a:t>
            </a:r>
            <a:r>
              <a:rPr lang="zh-CN" altLang="zh-CN" dirty="0" smtClean="0"/>
              <a:t>根据</a:t>
            </a:r>
            <a:r>
              <a:rPr lang="en-US" altLang="zh-CN" dirty="0"/>
              <a:t>AP</a:t>
            </a:r>
            <a:r>
              <a:rPr lang="zh-CN" altLang="zh-CN" dirty="0"/>
              <a:t>的计算公式，围成的面积越大说明模型对该类目标的检测效果越好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 smtClean="0"/>
              <a:t>F1</a:t>
            </a:r>
            <a:r>
              <a:rPr lang="zh-CN" altLang="zh-CN" dirty="0"/>
              <a:t>文件夹下</a:t>
            </a:r>
            <a:r>
              <a:rPr lang="zh-CN" altLang="zh-CN" dirty="0" smtClean="0"/>
              <a:t>，</a:t>
            </a:r>
            <a:r>
              <a:rPr lang="zh-CN" altLang="en-US" dirty="0" smtClean="0"/>
              <a:t>在</a:t>
            </a:r>
            <a:r>
              <a:rPr lang="en-US" altLang="zh-CN" dirty="0" smtClean="0"/>
              <a:t>F1</a:t>
            </a:r>
            <a:r>
              <a:rPr lang="zh-CN" altLang="zh-CN" dirty="0"/>
              <a:t>图中，横坐标为检测的阈值，纵坐标为</a:t>
            </a:r>
            <a:r>
              <a:rPr lang="en-US" altLang="zh-CN" dirty="0"/>
              <a:t>F1</a:t>
            </a:r>
            <a:r>
              <a:rPr lang="zh-CN" altLang="zh-CN" dirty="0"/>
              <a:t>值，选取的阈值下</a:t>
            </a:r>
            <a:r>
              <a:rPr lang="en-US" altLang="zh-CN" dirty="0"/>
              <a:t>F1</a:t>
            </a:r>
            <a:r>
              <a:rPr lang="zh-CN" altLang="zh-CN" dirty="0"/>
              <a:t>值越高模型越优。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344" y="2884493"/>
            <a:ext cx="3227724" cy="14985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7310" y="4925085"/>
            <a:ext cx="2375791" cy="145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8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测试集评估</a:t>
            </a:r>
            <a:r>
              <a:rPr lang="zh-CN" altLang="en-US" dirty="0"/>
              <a:t>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此外还会生成一个</a:t>
            </a:r>
            <a:r>
              <a:rPr lang="en-US" altLang="zh-CN" dirty="0" err="1"/>
              <a:t>map_out</a:t>
            </a:r>
            <a:r>
              <a:rPr lang="zh-CN" altLang="zh-CN" dirty="0"/>
              <a:t>文件夹，包含模型在测试集上的测试结果。</a:t>
            </a:r>
          </a:p>
          <a:p>
            <a:r>
              <a:rPr lang="zh-CN" altLang="zh-CN" dirty="0"/>
              <a:t>打开其中的</a:t>
            </a:r>
            <a:r>
              <a:rPr lang="en-US" altLang="zh-CN" dirty="0"/>
              <a:t>results</a:t>
            </a:r>
            <a:r>
              <a:rPr lang="zh-CN" altLang="zh-CN" dirty="0"/>
              <a:t>文件夹，可以获取更多评估模型的参数</a:t>
            </a:r>
            <a:r>
              <a:rPr lang="zh-CN" altLang="zh-CN" dirty="0" smtClean="0"/>
              <a:t>如</a:t>
            </a:r>
            <a:r>
              <a:rPr lang="en-US" altLang="zh-CN" dirty="0" smtClean="0"/>
              <a:t>AP</a:t>
            </a:r>
            <a:r>
              <a:rPr lang="zh-CN" altLang="zh-CN" dirty="0" smtClean="0"/>
              <a:t>、</a:t>
            </a:r>
            <a:r>
              <a:rPr lang="en-US" altLang="zh-CN" dirty="0" smtClean="0"/>
              <a:t>F1</a:t>
            </a:r>
            <a:r>
              <a:rPr lang="zh-CN" altLang="zh-CN" dirty="0" smtClean="0"/>
              <a:t>等。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/>
              <a:t>mAP.png</a:t>
            </a:r>
            <a:r>
              <a:rPr lang="zh-CN" altLang="zh-CN" dirty="0"/>
              <a:t>与之前运行指令时出现的一样，通常以该图作为评估整个模型的标准，如果出现某一类目标的检测结果特别差，通常先考虑更换该类目标的数据集重新训练，而不是更改算法。一般来说，通过自己制作的小数据集训练的模型，</a:t>
            </a:r>
            <a:r>
              <a:rPr lang="en-US" altLang="zh-CN" dirty="0" err="1"/>
              <a:t>mAP</a:t>
            </a:r>
            <a:r>
              <a:rPr lang="zh-CN" altLang="zh-CN" dirty="0"/>
              <a:t>通常可以达到</a:t>
            </a:r>
            <a:r>
              <a:rPr lang="en-US" altLang="zh-CN" dirty="0"/>
              <a:t>90%</a:t>
            </a:r>
            <a:r>
              <a:rPr lang="zh-CN" altLang="zh-CN" dirty="0"/>
              <a:t>甚至</a:t>
            </a:r>
            <a:r>
              <a:rPr lang="en-US" altLang="zh-CN" dirty="0"/>
              <a:t>95%</a:t>
            </a:r>
            <a:r>
              <a:rPr lang="zh-CN" altLang="zh-CN" dirty="0" smtClean="0"/>
              <a:t>以上</a:t>
            </a:r>
            <a:r>
              <a:rPr lang="zh-CN" altLang="en-US" dirty="0"/>
              <a:t>。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233" y="2494491"/>
            <a:ext cx="4351945" cy="227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6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最终模型的</a:t>
            </a:r>
            <a:r>
              <a:rPr lang="en-US" altLang="zh-CN" dirty="0" err="1" smtClean="0"/>
              <a:t>mAP</a:t>
            </a:r>
            <a:r>
              <a:rPr lang="zh-CN" altLang="en-US" dirty="0" smtClean="0"/>
              <a:t>图</a:t>
            </a:r>
            <a:r>
              <a:rPr lang="zh-CN" altLang="zh-CN" dirty="0" smtClean="0"/>
              <a:t>如下</a:t>
            </a:r>
            <a:r>
              <a:rPr lang="zh-CN" altLang="zh-CN" dirty="0"/>
              <a:t>，可以看到各个种类的</a:t>
            </a:r>
            <a:r>
              <a:rPr lang="en-US" altLang="zh-CN" dirty="0"/>
              <a:t>AP</a:t>
            </a:r>
            <a:r>
              <a:rPr lang="zh-CN" altLang="zh-CN" dirty="0"/>
              <a:t>值，从而调整数据集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/>
              <a:t>注：由于数据集随机划分，每次训练评估的模型性能会有较小的偏差。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04" y="1569730"/>
            <a:ext cx="4856603" cy="412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7513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1378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dirty="0" smtClean="0"/>
              <a:t>修改</a:t>
            </a:r>
            <a:r>
              <a:rPr lang="zh-CN" altLang="zh-CN" dirty="0"/>
              <a:t>文件时涉及到许多路径的修改，务必确保路径的准确性。</a:t>
            </a:r>
          </a:p>
          <a:p>
            <a:pPr marL="342900" lvl="0" indent="-342900">
              <a:buFont typeface="+mj-lt"/>
              <a:buAutoNum type="arabicPeriod"/>
            </a:pPr>
            <a:endParaRPr lang="zh-CN" altLang="zh-CN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1953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zh-CN" dirty="0" smtClean="0"/>
              <a:t>本</a:t>
            </a:r>
            <a:r>
              <a:rPr lang="zh-CN" altLang="en-US" dirty="0" smtClean="0"/>
              <a:t>节课</a:t>
            </a:r>
            <a:r>
              <a:rPr lang="zh-CN" altLang="zh-CN" dirty="0" smtClean="0"/>
              <a:t>中</a:t>
            </a:r>
            <a:r>
              <a:rPr lang="zh-CN" altLang="zh-CN" dirty="0"/>
              <a:t>，</a:t>
            </a:r>
            <a:r>
              <a:rPr lang="zh-CN" altLang="zh-CN" dirty="0" smtClean="0"/>
              <a:t>我们</a:t>
            </a:r>
            <a:r>
              <a:rPr lang="zh-CN" altLang="en-US" dirty="0"/>
              <a:t>学习</a:t>
            </a:r>
            <a:r>
              <a:rPr lang="zh-CN" altLang="en-US" dirty="0" smtClean="0"/>
              <a:t>了：</a:t>
            </a:r>
            <a:endParaRPr lang="en-US" altLang="zh-CN" dirty="0" smtClean="0"/>
          </a:p>
          <a:p>
            <a:r>
              <a:rPr lang="zh-CN" altLang="en-US" dirty="0" smtClean="0"/>
              <a:t>一阶段</a:t>
            </a:r>
            <a:r>
              <a:rPr lang="zh-CN" altLang="en-US" dirty="0"/>
              <a:t>算法模型的评估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78939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00044BE-8457-4074-8823-61E1394FB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CDD7759-BA71-41DE-BB7F-473ED21A85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B39E9368-67B8-448F-BCF0-D2F5A2675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832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218130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11D84"/>
      </a:accent1>
      <a:accent2>
        <a:srgbClr val="28528B"/>
      </a:accent2>
      <a:accent3>
        <a:srgbClr val="39AEC0"/>
      </a:accent3>
      <a:accent4>
        <a:srgbClr val="FBCB6A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课件：模板.potx" id="{75A736F1-A9F4-4558-8520-289A7C5FD6F8}" vid="{6F499C35-6EEA-4591-8D01-5F89C10EE7D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课件：模板</Template>
  <TotalTime>781</TotalTime>
  <Words>1497</Words>
  <Application>Microsoft Office PowerPoint</Application>
  <PresentationFormat>宽屏</PresentationFormat>
  <Paragraphs>203</Paragraphs>
  <Slides>35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2" baseType="lpstr">
      <vt:lpstr>等线</vt:lpstr>
      <vt:lpstr>宋体</vt:lpstr>
      <vt:lpstr>微软雅黑</vt:lpstr>
      <vt:lpstr>Arial</vt:lpstr>
      <vt:lpstr>Calibri</vt:lpstr>
      <vt:lpstr>Ebrima</vt:lpstr>
      <vt:lpstr>主题5</vt:lpstr>
      <vt:lpstr>目标检测的实现</vt:lpstr>
      <vt:lpstr>课程目标</vt:lpstr>
      <vt:lpstr>PowerPoint 演示文稿</vt:lpstr>
      <vt:lpstr>/01</vt:lpstr>
      <vt:lpstr>实验介绍</vt:lpstr>
      <vt:lpstr>/02</vt:lpstr>
      <vt:lpstr>实验环境</vt:lpstr>
      <vt:lpstr>/03</vt:lpstr>
      <vt:lpstr>实验步骤</vt:lpstr>
      <vt:lpstr>实验流程</vt:lpstr>
      <vt:lpstr>代码工程分析</vt:lpstr>
      <vt:lpstr>代码工程分析</vt:lpstr>
      <vt:lpstr>代码工程分析</vt:lpstr>
      <vt:lpstr>代码工程分析</vt:lpstr>
      <vt:lpstr>代码工程分析</vt:lpstr>
      <vt:lpstr>代码工程分析</vt:lpstr>
      <vt:lpstr>代码工程分析</vt:lpstr>
      <vt:lpstr>代码工程分析</vt:lpstr>
      <vt:lpstr>实验流程</vt:lpstr>
      <vt:lpstr>训练过程分析</vt:lpstr>
      <vt:lpstr>训练过程分析</vt:lpstr>
      <vt:lpstr>训练过程分析</vt:lpstr>
      <vt:lpstr>实验流程</vt:lpstr>
      <vt:lpstr>测试集评估模型</vt:lpstr>
      <vt:lpstr>测试集评估模型</vt:lpstr>
      <vt:lpstr>测试集评估模型</vt:lpstr>
      <vt:lpstr>测试集评估模型</vt:lpstr>
      <vt:lpstr>测试集评估模型</vt:lpstr>
      <vt:lpstr>测试集评估模型</vt:lpstr>
      <vt:lpstr>测试集评估模型</vt:lpstr>
      <vt:lpstr>实验结果</vt:lpstr>
      <vt:lpstr>/04</vt:lpstr>
      <vt:lpstr>注意事项</vt:lpstr>
      <vt:lpstr>课程小结</vt:lpstr>
      <vt:lpstr>PowerPoint 演示文稿</vt:lpstr>
    </vt:vector>
  </TitlesOfParts>
  <Manager>iSlide</Manager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63</cp:revision>
  <cp:lastPrinted>2018-09-20T16:00:00Z</cp:lastPrinted>
  <dcterms:created xsi:type="dcterms:W3CDTF">2022-06-27T01:42:48Z</dcterms:created>
  <dcterms:modified xsi:type="dcterms:W3CDTF">2022-12-27T09:24:00Z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73014DBFC45146CA96EB1D40049F1576</vt:lpwstr>
  </property>
  <property fmtid="{D5CDD505-2E9C-101B-9397-08002B2CF9AE}" pid="4" name="KSOProductBuildVer">
    <vt:lpwstr>2052-11.1.0.10667</vt:lpwstr>
  </property>
</Properties>
</file>