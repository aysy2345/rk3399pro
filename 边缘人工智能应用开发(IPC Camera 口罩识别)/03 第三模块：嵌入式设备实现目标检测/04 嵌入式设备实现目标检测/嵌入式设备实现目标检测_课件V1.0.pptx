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76" r:id="rId2"/>
    <p:sldId id="265" r:id="rId3"/>
    <p:sldId id="262" r:id="rId4"/>
    <p:sldId id="257" r:id="rId5"/>
    <p:sldId id="260" r:id="rId6"/>
    <p:sldId id="266" r:id="rId7"/>
    <p:sldId id="270" r:id="rId8"/>
    <p:sldId id="267" r:id="rId9"/>
    <p:sldId id="271" r:id="rId10"/>
    <p:sldId id="275" r:id="rId11"/>
    <p:sldId id="279" r:id="rId12"/>
    <p:sldId id="283" r:id="rId13"/>
    <p:sldId id="284" r:id="rId14"/>
    <p:sldId id="294" r:id="rId15"/>
    <p:sldId id="285" r:id="rId16"/>
    <p:sldId id="286" r:id="rId17"/>
    <p:sldId id="295" r:id="rId18"/>
    <p:sldId id="292" r:id="rId19"/>
    <p:sldId id="293" r:id="rId20"/>
    <p:sldId id="296" r:id="rId21"/>
    <p:sldId id="297" r:id="rId22"/>
    <p:sldId id="298" r:id="rId23"/>
    <p:sldId id="299" r:id="rId24"/>
    <p:sldId id="301" r:id="rId25"/>
    <p:sldId id="302" r:id="rId26"/>
    <p:sldId id="303" r:id="rId27"/>
    <p:sldId id="282" r:id="rId28"/>
    <p:sldId id="280" r:id="rId29"/>
    <p:sldId id="288" r:id="rId30"/>
    <p:sldId id="289" r:id="rId31"/>
    <p:sldId id="290" r:id="rId32"/>
    <p:sldId id="304" r:id="rId33"/>
    <p:sldId id="291" r:id="rId34"/>
    <p:sldId id="268" r:id="rId35"/>
    <p:sldId id="272" r:id="rId36"/>
    <p:sldId id="264" r:id="rId37"/>
    <p:sldId id="261" r:id="rId38"/>
  </p:sldIdLst>
  <p:sldSz cx="12192000" cy="6858000"/>
  <p:notesSz cx="6858000" cy="9144000"/>
  <p:custDataLst>
    <p:tags r:id="rId4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56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  <p15:guide id="7" orient="horz" pos="2160" userDrawn="1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6A4BC"/>
    <a:srgbClr val="FCCC6B"/>
    <a:srgbClr val="0B077F"/>
    <a:srgbClr val="28508A"/>
    <a:srgbClr val="327CA6"/>
    <a:srgbClr val="1FDBE8"/>
    <a:srgbClr val="FBBB3B"/>
    <a:srgbClr val="1A1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24" autoAdjust="0"/>
  </p:normalViewPr>
  <p:slideViewPr>
    <p:cSldViewPr snapToGrid="0" showGuides="1">
      <p:cViewPr varScale="1">
        <p:scale>
          <a:sx n="114" d="100"/>
          <a:sy n="114" d="100"/>
        </p:scale>
        <p:origin x="744" y="216"/>
      </p:cViewPr>
      <p:guideLst>
        <p:guide pos="3840"/>
        <p:guide pos="7256"/>
        <p:guide orient="horz" pos="3929"/>
        <p:guide orient="horz" pos="3864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/>
            <a:t>修改原始代码</a:t>
          </a:r>
          <a:endParaRPr lang="zh-CN" altLang="en-US" dirty="0"/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推理模型检测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DA59E485-B591-4DE5-9F55-3655B6588452}">
      <dgm:prSet/>
      <dgm:spPr/>
      <dgm:t>
        <a:bodyPr/>
        <a:lstStyle/>
        <a:p>
          <a:r>
            <a:rPr lang="en-US" altLang="zh-CN" dirty="0" smtClean="0">
              <a:solidFill>
                <a:schemeClr val="bg1">
                  <a:lumMod val="85000"/>
                </a:schemeClr>
              </a:solidFill>
            </a:rPr>
            <a:t>IPC</a:t>
          </a:r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连接</a:t>
          </a:r>
          <a:endParaRPr lang="zh-CN" altLang="en-US" dirty="0"/>
        </a:p>
      </dgm:t>
    </dgm:pt>
    <dgm:pt modelId="{DEDBBB4F-B57E-4C2C-9E6E-6DDB2BCC2292}" type="parTrans" cxnId="{83C13215-1BB6-4BEA-8C88-E6EB0FB2B61C}">
      <dgm:prSet/>
      <dgm:spPr/>
    </dgm:pt>
    <dgm:pt modelId="{E0D0ABE1-0AE3-48A8-96BF-C2599D33FA89}" type="sibTrans" cxnId="{83C13215-1BB6-4BEA-8C88-E6EB0FB2B61C}">
      <dgm:prSet/>
      <dgm:spPr/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6A5F3592-DF80-40D8-A90C-668150B081D4}" type="pres">
      <dgm:prSet presAssocID="{DA59E485-B591-4DE5-9F55-3655B6588452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1080FC6-813E-4134-9943-7741F28088C1}" type="pres">
      <dgm:prSet presAssocID="{E0D0ABE1-0AE3-48A8-96BF-C2599D33FA89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C7787033-9692-42DE-A1DE-BC1E15B1222B}" type="presOf" srcId="{C6C44482-D821-4FAE-BB52-29931F8BCBDE}" destId="{E2DC7CE9-31B9-4959-914F-451EA2F3687E}" srcOrd="0" destOrd="0" presId="urn:microsoft.com/office/officeart/2005/8/layout/chevron1"/>
    <dgm:cxn modelId="{80F8930D-5816-4EC5-A90F-461BE15645B6}" srcId="{314AE731-DFBF-4A5B-8171-86B7AA2F2858}" destId="{C6C44482-D821-4FAE-BB52-29931F8BCBDE}" srcOrd="2" destOrd="0" parTransId="{DE3ECBCB-59A7-4B29-8005-72F8BCC1C41D}" sibTransId="{FA81CD99-4C17-4421-BECF-3D861154DBDD}"/>
    <dgm:cxn modelId="{49C9BA12-7321-4431-AC00-E99D5CB75F63}" type="presOf" srcId="{BEAB6AAF-246B-444D-90D9-FB867EA43595}" destId="{FC4CA3E0-7A9C-47CB-88C9-7F81B89FD5AA}" srcOrd="0" destOrd="0" presId="urn:microsoft.com/office/officeart/2005/8/layout/chevron1"/>
    <dgm:cxn modelId="{F3BFC144-A3C6-4EB1-BD1E-24E3C8E1B322}" type="presOf" srcId="{DA59E485-B591-4DE5-9F55-3655B6588452}" destId="{6A5F3592-DF80-40D8-A90C-668150B081D4}" srcOrd="0" destOrd="0" presId="urn:microsoft.com/office/officeart/2005/8/layout/chevron1"/>
    <dgm:cxn modelId="{8DB94DC7-836C-429B-BC18-42499EFFC39E}" type="presOf" srcId="{314AE731-DFBF-4A5B-8171-86B7AA2F2858}" destId="{5653E5CF-63C1-4886-9DFE-DC4B36C44A33}" srcOrd="0" destOrd="0" presId="urn:microsoft.com/office/officeart/2005/8/layout/chevron1"/>
    <dgm:cxn modelId="{83C13215-1BB6-4BEA-8C88-E6EB0FB2B61C}" srcId="{314AE731-DFBF-4A5B-8171-86B7AA2F2858}" destId="{DA59E485-B591-4DE5-9F55-3655B6588452}" srcOrd="1" destOrd="0" parTransId="{DEDBBB4F-B57E-4C2C-9E6E-6DDB2BCC2292}" sibTransId="{E0D0ABE1-0AE3-48A8-96BF-C2599D33FA89}"/>
    <dgm:cxn modelId="{6DDBC2C8-FF22-4C4C-A3D8-9EC66F065022}" type="presParOf" srcId="{5653E5CF-63C1-4886-9DFE-DC4B36C44A33}" destId="{FC4CA3E0-7A9C-47CB-88C9-7F81B89FD5AA}" srcOrd="0" destOrd="0" presId="urn:microsoft.com/office/officeart/2005/8/layout/chevron1"/>
    <dgm:cxn modelId="{CAD9BDAB-5448-4960-865A-3FA66FD02A47}" type="presParOf" srcId="{5653E5CF-63C1-4886-9DFE-DC4B36C44A33}" destId="{ED8D2DC7-F6B9-49A1-A3FB-6645AA0B27C9}" srcOrd="1" destOrd="0" presId="urn:microsoft.com/office/officeart/2005/8/layout/chevron1"/>
    <dgm:cxn modelId="{1E612344-F5EB-4288-93B9-02BF365075D9}" type="presParOf" srcId="{5653E5CF-63C1-4886-9DFE-DC4B36C44A33}" destId="{6A5F3592-DF80-40D8-A90C-668150B081D4}" srcOrd="2" destOrd="0" presId="urn:microsoft.com/office/officeart/2005/8/layout/chevron1"/>
    <dgm:cxn modelId="{DE61930B-EF2A-4A0F-AC20-CD71C72B2A9D}" type="presParOf" srcId="{5653E5CF-63C1-4886-9DFE-DC4B36C44A33}" destId="{E1080FC6-813E-4134-9943-7741F28088C1}" srcOrd="3" destOrd="0" presId="urn:microsoft.com/office/officeart/2005/8/layout/chevron1"/>
    <dgm:cxn modelId="{806F5495-EA44-4148-92B9-5A344F1D8BF5}" type="presParOf" srcId="{5653E5CF-63C1-4886-9DFE-DC4B36C44A33}" destId="{E2DC7CE9-31B9-4959-914F-451EA2F3687E}" srcOrd="4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修改原始代码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推理模型检测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DA59E485-B591-4DE5-9F55-3655B6588452}">
      <dgm:prSet/>
      <dgm:spPr/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IPC</a:t>
          </a:r>
          <a:r>
            <a:rPr lang="zh-CN" altLang="en-US" dirty="0" smtClean="0">
              <a:solidFill>
                <a:schemeClr val="tx1"/>
              </a:solidFill>
            </a:rPr>
            <a:t>连接</a:t>
          </a:r>
          <a:endParaRPr lang="zh-CN" altLang="en-US" dirty="0">
            <a:solidFill>
              <a:schemeClr val="tx1"/>
            </a:solidFill>
          </a:endParaRPr>
        </a:p>
      </dgm:t>
    </dgm:pt>
    <dgm:pt modelId="{DEDBBB4F-B57E-4C2C-9E6E-6DDB2BCC2292}" type="parTrans" cxnId="{83C13215-1BB6-4BEA-8C88-E6EB0FB2B61C}">
      <dgm:prSet/>
      <dgm:spPr/>
    </dgm:pt>
    <dgm:pt modelId="{E0D0ABE1-0AE3-48A8-96BF-C2599D33FA89}" type="sibTrans" cxnId="{83C13215-1BB6-4BEA-8C88-E6EB0FB2B61C}">
      <dgm:prSet/>
      <dgm:spPr/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6A5F3592-DF80-40D8-A90C-668150B081D4}" type="pres">
      <dgm:prSet presAssocID="{DA59E485-B591-4DE5-9F55-3655B6588452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1080FC6-813E-4134-9943-7741F28088C1}" type="pres">
      <dgm:prSet presAssocID="{E0D0ABE1-0AE3-48A8-96BF-C2599D33FA89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80F8930D-5816-4EC5-A90F-461BE15645B6}" srcId="{314AE731-DFBF-4A5B-8171-86B7AA2F2858}" destId="{C6C44482-D821-4FAE-BB52-29931F8BCBDE}" srcOrd="2" destOrd="0" parTransId="{DE3ECBCB-59A7-4B29-8005-72F8BCC1C41D}" sibTransId="{FA81CD99-4C17-4421-BECF-3D861154DBDD}"/>
    <dgm:cxn modelId="{B1D28B9B-3999-4556-84D6-CB734C86CE79}" type="presOf" srcId="{DA59E485-B591-4DE5-9F55-3655B6588452}" destId="{6A5F3592-DF80-40D8-A90C-668150B081D4}" srcOrd="0" destOrd="0" presId="urn:microsoft.com/office/officeart/2005/8/layout/chevron1"/>
    <dgm:cxn modelId="{FD555F5E-9912-4432-A462-E696353D9E40}" type="presOf" srcId="{BEAB6AAF-246B-444D-90D9-FB867EA43595}" destId="{FC4CA3E0-7A9C-47CB-88C9-7F81B89FD5AA}" srcOrd="0" destOrd="0" presId="urn:microsoft.com/office/officeart/2005/8/layout/chevron1"/>
    <dgm:cxn modelId="{F517365E-BEAD-4E28-BEFC-36984600CA51}" type="presOf" srcId="{C6C44482-D821-4FAE-BB52-29931F8BCBDE}" destId="{E2DC7CE9-31B9-4959-914F-451EA2F3687E}" srcOrd="0" destOrd="0" presId="urn:microsoft.com/office/officeart/2005/8/layout/chevron1"/>
    <dgm:cxn modelId="{83C13215-1BB6-4BEA-8C88-E6EB0FB2B61C}" srcId="{314AE731-DFBF-4A5B-8171-86B7AA2F2858}" destId="{DA59E485-B591-4DE5-9F55-3655B6588452}" srcOrd="1" destOrd="0" parTransId="{DEDBBB4F-B57E-4C2C-9E6E-6DDB2BCC2292}" sibTransId="{E0D0ABE1-0AE3-48A8-96BF-C2599D33FA89}"/>
    <dgm:cxn modelId="{CD66BE62-396D-49AC-952A-6896C687084C}" type="presOf" srcId="{314AE731-DFBF-4A5B-8171-86B7AA2F2858}" destId="{5653E5CF-63C1-4886-9DFE-DC4B36C44A33}" srcOrd="0" destOrd="0" presId="urn:microsoft.com/office/officeart/2005/8/layout/chevron1"/>
    <dgm:cxn modelId="{3812E212-12EB-480D-B254-11188F4B648A}" type="presParOf" srcId="{5653E5CF-63C1-4886-9DFE-DC4B36C44A33}" destId="{FC4CA3E0-7A9C-47CB-88C9-7F81B89FD5AA}" srcOrd="0" destOrd="0" presId="urn:microsoft.com/office/officeart/2005/8/layout/chevron1"/>
    <dgm:cxn modelId="{A86FE000-4213-43AA-8C2F-5EDDFF7A1BE8}" type="presParOf" srcId="{5653E5CF-63C1-4886-9DFE-DC4B36C44A33}" destId="{ED8D2DC7-F6B9-49A1-A3FB-6645AA0B27C9}" srcOrd="1" destOrd="0" presId="urn:microsoft.com/office/officeart/2005/8/layout/chevron1"/>
    <dgm:cxn modelId="{7A0560AA-7BC3-4CEC-B502-580C9BD8A1C8}" type="presParOf" srcId="{5653E5CF-63C1-4886-9DFE-DC4B36C44A33}" destId="{6A5F3592-DF80-40D8-A90C-668150B081D4}" srcOrd="2" destOrd="0" presId="urn:microsoft.com/office/officeart/2005/8/layout/chevron1"/>
    <dgm:cxn modelId="{B0280407-E4C7-416E-9CDD-11B8187399C1}" type="presParOf" srcId="{5653E5CF-63C1-4886-9DFE-DC4B36C44A33}" destId="{E1080FC6-813E-4134-9943-7741F28088C1}" srcOrd="3" destOrd="0" presId="urn:microsoft.com/office/officeart/2005/8/layout/chevron1"/>
    <dgm:cxn modelId="{7477BDDD-536D-42DA-ABD4-EEB8C39CF271}" type="presParOf" srcId="{5653E5CF-63C1-4886-9DFE-DC4B36C44A33}" destId="{E2DC7CE9-31B9-4959-914F-451EA2F3687E}" srcOrd="4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修改原始代码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推理模型检测</a:t>
          </a:r>
          <a:endParaRPr lang="zh-CN" altLang="en-US" dirty="0">
            <a:solidFill>
              <a:schemeClr val="tx1"/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3FC83346-7588-4618-9045-C33856DEBBF5}">
      <dgm:prSet/>
      <dgm:spPr/>
      <dgm:t>
        <a:bodyPr/>
        <a:lstStyle/>
        <a:p>
          <a:r>
            <a:rPr lang="en-US" altLang="zh-CN" dirty="0" smtClean="0">
              <a:solidFill>
                <a:schemeClr val="bg1">
                  <a:lumMod val="65000"/>
                </a:schemeClr>
              </a:solidFill>
            </a:rPr>
            <a:t>IPC</a:t>
          </a:r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连接</a:t>
          </a:r>
          <a:endParaRPr lang="zh-CN" altLang="en-US" dirty="0"/>
        </a:p>
      </dgm:t>
    </dgm:pt>
    <dgm:pt modelId="{CD6B4F18-A4C9-484A-8E14-D167EDE11E78}" type="parTrans" cxnId="{A204174A-5998-4916-A73F-EE163B4176A5}">
      <dgm:prSet/>
      <dgm:spPr/>
    </dgm:pt>
    <dgm:pt modelId="{0B8EF3BE-7D7C-4DFE-8AD1-BF5E98307880}" type="sibTrans" cxnId="{A204174A-5998-4916-A73F-EE163B4176A5}">
      <dgm:prSet/>
      <dgm:spPr/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D2DE2FE5-141A-403E-B6C6-AC8DA594DD5B}" type="pres">
      <dgm:prSet presAssocID="{3FC83346-7588-4618-9045-C33856DEBBF5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FE3762D-2611-4CE4-B447-36F977CD6FCB}" type="pres">
      <dgm:prSet presAssocID="{0B8EF3BE-7D7C-4DFE-8AD1-BF5E98307880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80F8930D-5816-4EC5-A90F-461BE15645B6}" srcId="{314AE731-DFBF-4A5B-8171-86B7AA2F2858}" destId="{C6C44482-D821-4FAE-BB52-29931F8BCBDE}" srcOrd="2" destOrd="0" parTransId="{DE3ECBCB-59A7-4B29-8005-72F8BCC1C41D}" sibTransId="{FA81CD99-4C17-4421-BECF-3D861154DBDD}"/>
    <dgm:cxn modelId="{9E4FCCD4-5E39-48EC-BFD4-660F6901EBC6}" type="presOf" srcId="{BEAB6AAF-246B-444D-90D9-FB867EA43595}" destId="{FC4CA3E0-7A9C-47CB-88C9-7F81B89FD5AA}" srcOrd="0" destOrd="0" presId="urn:microsoft.com/office/officeart/2005/8/layout/chevron1"/>
    <dgm:cxn modelId="{D9BF96AB-1FFB-4403-BEAD-80D13A12CA04}" type="presOf" srcId="{3FC83346-7588-4618-9045-C33856DEBBF5}" destId="{D2DE2FE5-141A-403E-B6C6-AC8DA594DD5B}" srcOrd="0" destOrd="0" presId="urn:microsoft.com/office/officeart/2005/8/layout/chevron1"/>
    <dgm:cxn modelId="{3286A3F9-7037-4C0D-9D47-C6DECF4DF276}" type="presOf" srcId="{314AE731-DFBF-4A5B-8171-86B7AA2F2858}" destId="{5653E5CF-63C1-4886-9DFE-DC4B36C44A33}" srcOrd="0" destOrd="0" presId="urn:microsoft.com/office/officeart/2005/8/layout/chevron1"/>
    <dgm:cxn modelId="{D07F9184-6197-4BC6-A712-45C35E99BCEF}" type="presOf" srcId="{C6C44482-D821-4FAE-BB52-29931F8BCBDE}" destId="{E2DC7CE9-31B9-4959-914F-451EA2F3687E}" srcOrd="0" destOrd="0" presId="urn:microsoft.com/office/officeart/2005/8/layout/chevron1"/>
    <dgm:cxn modelId="{A204174A-5998-4916-A73F-EE163B4176A5}" srcId="{314AE731-DFBF-4A5B-8171-86B7AA2F2858}" destId="{3FC83346-7588-4618-9045-C33856DEBBF5}" srcOrd="1" destOrd="0" parTransId="{CD6B4F18-A4C9-484A-8E14-D167EDE11E78}" sibTransId="{0B8EF3BE-7D7C-4DFE-8AD1-BF5E98307880}"/>
    <dgm:cxn modelId="{00C60AB1-7213-48B7-B183-C240AA231D25}" type="presParOf" srcId="{5653E5CF-63C1-4886-9DFE-DC4B36C44A33}" destId="{FC4CA3E0-7A9C-47CB-88C9-7F81B89FD5AA}" srcOrd="0" destOrd="0" presId="urn:microsoft.com/office/officeart/2005/8/layout/chevron1"/>
    <dgm:cxn modelId="{CF5EB34F-E850-4369-A405-3E99CB174092}" type="presParOf" srcId="{5653E5CF-63C1-4886-9DFE-DC4B36C44A33}" destId="{ED8D2DC7-F6B9-49A1-A3FB-6645AA0B27C9}" srcOrd="1" destOrd="0" presId="urn:microsoft.com/office/officeart/2005/8/layout/chevron1"/>
    <dgm:cxn modelId="{021D3206-301E-4232-810A-7F440CF9F4AF}" type="presParOf" srcId="{5653E5CF-63C1-4886-9DFE-DC4B36C44A33}" destId="{D2DE2FE5-141A-403E-B6C6-AC8DA594DD5B}" srcOrd="2" destOrd="0" presId="urn:microsoft.com/office/officeart/2005/8/layout/chevron1"/>
    <dgm:cxn modelId="{A8616C6B-0514-496C-A6D4-C3371A51B445}" type="presParOf" srcId="{5653E5CF-63C1-4886-9DFE-DC4B36C44A33}" destId="{7FE3762D-2611-4CE4-B447-36F977CD6FCB}" srcOrd="3" destOrd="0" presId="urn:microsoft.com/office/officeart/2005/8/layout/chevron1"/>
    <dgm:cxn modelId="{73DFECA0-EE07-450A-BDA2-442BEB03A3DC}" type="presParOf" srcId="{5653E5CF-63C1-4886-9DFE-DC4B36C44A33}" destId="{E2DC7CE9-31B9-4959-914F-451EA2F3687E}" srcOrd="4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="" xmlns:a16="http://schemas.microsoft.com/office/drawing/2014/main" id="{83C43651-EA8B-4678-8FD9-6C875DB13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6BD28C34-B0BD-41BE-80A7-C252BFAB08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09C1BF11-5702-475A-BDCC-CA13CC2B291E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A77B7009-201B-41DD-A31B-ADB4AD7A41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DBB078B8-0584-4580-A4FF-8E471217A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381B0EFE-A81B-4FF2-A11B-20F00DF34C36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0325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A1E830F0-DDCD-4D0F-B5F3-4FD19C8F86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E86D8963-CFCD-4740-AF60-049850373CDF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723" name="幻灯片图像占位符 3">
            <a:extLst>
              <a:ext uri="{FF2B5EF4-FFF2-40B4-BE49-F238E27FC236}">
                <a16:creationId xmlns="" xmlns:a16="http://schemas.microsoft.com/office/drawing/2014/main" id="{0E0776D9-EB5E-4648-A11C-5DC5CDC40389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备注占位符 7">
            <a:extLst>
              <a:ext uri="{FF2B5EF4-FFF2-40B4-BE49-F238E27FC236}">
                <a16:creationId xmlns="" xmlns:a16="http://schemas.microsoft.com/office/drawing/2014/main" id="{283E4D93-BBF5-4A19-BF46-DCA634601C1A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DF32E9F7-1370-428C-9546-57C937509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4C464E13-4384-4E27-B198-CCD5CE71F818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="" xmlns:a16="http://schemas.microsoft.com/office/drawing/2014/main" id="{22C67519-F77F-4031-9D1A-E102741AFD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11" name="页眉占位符 10">
            <a:extLst>
              <a:ext uri="{FF2B5EF4-FFF2-40B4-BE49-F238E27FC236}">
                <a16:creationId xmlns="" xmlns:a16="http://schemas.microsoft.com/office/drawing/2014/main" id="{A2FFFFAA-8C8E-43C6-8DDC-20C2BA84D3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978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关于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yolo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预设锚框的值，采用的是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yolov4-tiny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的默认锚框，该默认锚框通过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数据集中数以万计的图像得出。在实验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一阶段算法模型训练与测试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代码包中有一个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kmeans_for_anchors.py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文件，采用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k-means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聚类算法根据自己特定的数据集确定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yolo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预设锚框，代码中有大量注释，感兴趣的同学可以自行尝试，用自己的锚框进行推理。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16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4634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="" xmlns:a16="http://schemas.microsoft.com/office/drawing/2014/main" id="{6EB3BC85-6B9D-4CAF-90B8-EC7DC38A80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任意多边形: 形状 6">
            <a:extLst>
              <a:ext uri="{FF2B5EF4-FFF2-40B4-BE49-F238E27FC236}">
                <a16:creationId xmlns="" xmlns:a16="http://schemas.microsoft.com/office/drawing/2014/main" id="{ED0129E5-1051-4340-8E45-BD04A72D1987}"/>
              </a:ext>
            </a:extLst>
          </p:cNvPr>
          <p:cNvSpPr/>
          <p:nvPr userDrawn="1"/>
        </p:nvSpPr>
        <p:spPr>
          <a:xfrm>
            <a:off x="4019550" y="1346200"/>
            <a:ext cx="7832725" cy="5137150"/>
          </a:xfrm>
          <a:custGeom>
            <a:avLst/>
            <a:gdLst>
              <a:gd name="connsiteX0" fmla="*/ 9059374 w 9059374"/>
              <a:gd name="connsiteY0" fmla="*/ 0 h 5940588"/>
              <a:gd name="connsiteX1" fmla="*/ 9059374 w 9059374"/>
              <a:gd name="connsiteY1" fmla="*/ 5940588 h 5940588"/>
              <a:gd name="connsiteX2" fmla="*/ 0 w 9059374"/>
              <a:gd name="connsiteY2" fmla="*/ 5940588 h 594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59374" h="5940588">
                <a:moveTo>
                  <a:pt x="9059374" y="0"/>
                </a:moveTo>
                <a:lnTo>
                  <a:pt x="9059374" y="5940588"/>
                </a:lnTo>
                <a:lnTo>
                  <a:pt x="0" y="5940588"/>
                </a:lnTo>
                <a:close/>
              </a:path>
            </a:pathLst>
          </a:custGeom>
          <a:solidFill>
            <a:schemeClr val="bg1">
              <a:alpha val="27000"/>
            </a:schemeClr>
          </a:soli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Freeform 100">
            <a:extLst>
              <a:ext uri="{FF2B5EF4-FFF2-40B4-BE49-F238E27FC236}">
                <a16:creationId xmlns="" xmlns:a16="http://schemas.microsoft.com/office/drawing/2014/main" id="{A36D1798-A1CA-4D7E-B424-254BFF94F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475" y="1006475"/>
            <a:ext cx="2635250" cy="1997075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1">
            <a:extLst>
              <a:ext uri="{FF2B5EF4-FFF2-40B4-BE49-F238E27FC236}">
                <a16:creationId xmlns="" xmlns:a16="http://schemas.microsoft.com/office/drawing/2014/main" id="{E8C3362A-0A53-4F77-816A-7587B884A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788" y="830263"/>
            <a:ext cx="1057275" cy="2173287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2">
            <a:extLst>
              <a:ext uri="{FF2B5EF4-FFF2-40B4-BE49-F238E27FC236}">
                <a16:creationId xmlns="" xmlns:a16="http://schemas.microsoft.com/office/drawing/2014/main" id="{B38EB0B3-A79D-4899-B750-F812B5748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388" y="639763"/>
            <a:ext cx="1377950" cy="2363787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3">
            <a:extLst>
              <a:ext uri="{FF2B5EF4-FFF2-40B4-BE49-F238E27FC236}">
                <a16:creationId xmlns="" xmlns:a16="http://schemas.microsoft.com/office/drawing/2014/main" id="{70050A56-5891-4390-A47C-74FAD121AB2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129338" y="965200"/>
            <a:ext cx="100012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4">
            <a:extLst>
              <a:ext uri="{FF2B5EF4-FFF2-40B4-BE49-F238E27FC236}">
                <a16:creationId xmlns="" xmlns:a16="http://schemas.microsoft.com/office/drawing/2014/main" id="{7682B7E0-695F-44B2-875E-095AF6F704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67650" y="792163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5">
            <a:extLst>
              <a:ext uri="{FF2B5EF4-FFF2-40B4-BE49-F238E27FC236}">
                <a16:creationId xmlns="" xmlns:a16="http://schemas.microsoft.com/office/drawing/2014/main" id="{CC4A0B06-5CDE-4CBC-B116-907CE683E1C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715250" y="598488"/>
            <a:ext cx="101600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6">
            <a:extLst>
              <a:ext uri="{FF2B5EF4-FFF2-40B4-BE49-F238E27FC236}">
                <a16:creationId xmlns="" xmlns:a16="http://schemas.microsoft.com/office/drawing/2014/main" id="{6CB9C93B-43EF-4856-811F-BCF5E95C9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613" y="493713"/>
            <a:ext cx="2027237" cy="2509837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7">
            <a:extLst>
              <a:ext uri="{FF2B5EF4-FFF2-40B4-BE49-F238E27FC236}">
                <a16:creationId xmlns="" xmlns:a16="http://schemas.microsoft.com/office/drawing/2014/main" id="{BCE8B6EB-271B-4795-84B5-C74FC766DFF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229475" y="452438"/>
            <a:ext cx="100013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8">
            <a:extLst>
              <a:ext uri="{FF2B5EF4-FFF2-40B4-BE49-F238E27FC236}">
                <a16:creationId xmlns="" xmlns:a16="http://schemas.microsoft.com/office/drawing/2014/main" id="{2C044E33-42F0-47B8-9413-FF36324D4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0" y="493713"/>
            <a:ext cx="1433513" cy="2509837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09">
            <a:extLst>
              <a:ext uri="{FF2B5EF4-FFF2-40B4-BE49-F238E27FC236}">
                <a16:creationId xmlns="" xmlns:a16="http://schemas.microsoft.com/office/drawing/2014/main" id="{B0B75A94-9E0D-4A3A-831A-ED028A99DB2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904538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0">
            <a:extLst>
              <a:ext uri="{FF2B5EF4-FFF2-40B4-BE49-F238E27FC236}">
                <a16:creationId xmlns="" xmlns:a16="http://schemas.microsoft.com/office/drawing/2014/main" id="{60903120-90EA-4BD9-989C-DEE80E5D917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02975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1">
            <a:extLst>
              <a:ext uri="{FF2B5EF4-FFF2-40B4-BE49-F238E27FC236}">
                <a16:creationId xmlns="" xmlns:a16="http://schemas.microsoft.com/office/drawing/2014/main" id="{5FEBB2C5-1CB2-4CB4-951C-C88673222AA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07763" y="452438"/>
            <a:ext cx="100012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2">
            <a:extLst>
              <a:ext uri="{FF2B5EF4-FFF2-40B4-BE49-F238E27FC236}">
                <a16:creationId xmlns="" xmlns:a16="http://schemas.microsoft.com/office/drawing/2014/main" id="{61BBE27F-C126-43A0-ADAC-32F04A7BA3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5030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3">
            <a:extLst>
              <a:ext uri="{FF2B5EF4-FFF2-40B4-BE49-F238E27FC236}">
                <a16:creationId xmlns="" xmlns:a16="http://schemas.microsoft.com/office/drawing/2014/main" id="{EAA58AC9-539D-4C09-9AA7-13B04599C16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7062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4">
            <a:extLst>
              <a:ext uri="{FF2B5EF4-FFF2-40B4-BE49-F238E27FC236}">
                <a16:creationId xmlns="" xmlns:a16="http://schemas.microsoft.com/office/drawing/2014/main" id="{ACC85A4E-AC3E-44B6-8F1C-395F77E6AE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904663" y="452438"/>
            <a:ext cx="100012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7">
            <a:extLst>
              <a:ext uri="{FF2B5EF4-FFF2-40B4-BE49-F238E27FC236}">
                <a16:creationId xmlns="" xmlns:a16="http://schemas.microsoft.com/office/drawing/2014/main" id="{52FC56B6-5653-4FCF-B0E0-5EB6CF7D4CF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643438" y="2600325"/>
            <a:ext cx="6894512" cy="4008438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8">
            <a:extLst>
              <a:ext uri="{FF2B5EF4-FFF2-40B4-BE49-F238E27FC236}">
                <a16:creationId xmlns="" xmlns:a16="http://schemas.microsoft.com/office/drawing/2014/main" id="{6E93BA8B-AE90-475B-9BCA-7C9DE918B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2122488"/>
            <a:ext cx="7172325" cy="4067175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19">
            <a:extLst>
              <a:ext uri="{FF2B5EF4-FFF2-40B4-BE49-F238E27FC236}">
                <a16:creationId xmlns="" xmlns:a16="http://schemas.microsoft.com/office/drawing/2014/main" id="{8272447B-0412-408B-B30E-A3EAA6303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13113"/>
            <a:ext cx="7172325" cy="2860675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0">
            <a:extLst>
              <a:ext uri="{FF2B5EF4-FFF2-40B4-BE49-F238E27FC236}">
                <a16:creationId xmlns="" xmlns:a16="http://schemas.microsoft.com/office/drawing/2014/main" id="{10152BF8-06E3-4D91-BDFF-8B0CB78A2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75025"/>
            <a:ext cx="7172325" cy="275272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1">
            <a:extLst>
              <a:ext uri="{FF2B5EF4-FFF2-40B4-BE49-F238E27FC236}">
                <a16:creationId xmlns="" xmlns:a16="http://schemas.microsoft.com/office/drawing/2014/main" id="{D116E5C1-D001-4F24-8EAB-DF98F7901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1851025"/>
            <a:ext cx="7221538" cy="4170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2">
            <a:extLst>
              <a:ext uri="{FF2B5EF4-FFF2-40B4-BE49-F238E27FC236}">
                <a16:creationId xmlns="" xmlns:a16="http://schemas.microsoft.com/office/drawing/2014/main" id="{617B4ED8-8EB4-400C-80E8-07B666565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5681663"/>
            <a:ext cx="50800" cy="7302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3">
            <a:extLst>
              <a:ext uri="{FF2B5EF4-FFF2-40B4-BE49-F238E27FC236}">
                <a16:creationId xmlns="" xmlns:a16="http://schemas.microsoft.com/office/drawing/2014/main" id="{D73F8684-E5A7-49EE-906B-5C88229A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0" y="5738813"/>
            <a:ext cx="47625" cy="79375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4">
            <a:extLst>
              <a:ext uri="{FF2B5EF4-FFF2-40B4-BE49-F238E27FC236}">
                <a16:creationId xmlns="" xmlns:a16="http://schemas.microsoft.com/office/drawing/2014/main" id="{41621DB1-3C1F-4A87-AAF6-176EE9EE2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013" y="5800725"/>
            <a:ext cx="50800" cy="74613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5">
            <a:extLst>
              <a:ext uri="{FF2B5EF4-FFF2-40B4-BE49-F238E27FC236}">
                <a16:creationId xmlns="" xmlns:a16="http://schemas.microsoft.com/office/drawing/2014/main" id="{C874FC1E-7F15-4D7D-83C8-F6095448B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875213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6">
            <a:extLst>
              <a:ext uri="{FF2B5EF4-FFF2-40B4-BE49-F238E27FC236}">
                <a16:creationId xmlns="" xmlns:a16="http://schemas.microsoft.com/office/drawing/2014/main" id="{CFC1559D-E549-405C-86C0-6E9B675C1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238" y="4932363"/>
            <a:ext cx="57150" cy="77787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7">
            <a:extLst>
              <a:ext uri="{FF2B5EF4-FFF2-40B4-BE49-F238E27FC236}">
                <a16:creationId xmlns="" xmlns:a16="http://schemas.microsoft.com/office/drawing/2014/main" id="{167C5277-283F-4981-BC8A-44C75FAAB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4994275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8">
            <a:extLst>
              <a:ext uri="{FF2B5EF4-FFF2-40B4-BE49-F238E27FC236}">
                <a16:creationId xmlns="" xmlns:a16="http://schemas.microsoft.com/office/drawing/2014/main" id="{DB125307-8DC3-45CD-B9BA-5921413A894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047038" y="1835150"/>
            <a:ext cx="1135062" cy="59690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29">
            <a:extLst>
              <a:ext uri="{FF2B5EF4-FFF2-40B4-BE49-F238E27FC236}">
                <a16:creationId xmlns="" xmlns:a16="http://schemas.microsoft.com/office/drawing/2014/main" id="{7F7D55B9-EFA6-434A-8578-006352C1A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0">
            <a:extLst>
              <a:ext uri="{FF2B5EF4-FFF2-40B4-BE49-F238E27FC236}">
                <a16:creationId xmlns="" xmlns:a16="http://schemas.microsoft.com/office/drawing/2014/main" id="{CC862553-9916-4454-9791-F4B520A76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1">
            <a:extLst>
              <a:ext uri="{FF2B5EF4-FFF2-40B4-BE49-F238E27FC236}">
                <a16:creationId xmlns="" xmlns:a16="http://schemas.microsoft.com/office/drawing/2014/main" id="{C855EEB7-A415-4F88-90CF-287B3582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0" y="1866900"/>
            <a:ext cx="23813" cy="36513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2">
            <a:extLst>
              <a:ext uri="{FF2B5EF4-FFF2-40B4-BE49-F238E27FC236}">
                <a16:creationId xmlns="" xmlns:a16="http://schemas.microsoft.com/office/drawing/2014/main" id="{052F20EB-602F-4FD8-ACC7-6631A7719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113" y="1835150"/>
            <a:ext cx="2222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3">
            <a:extLst>
              <a:ext uri="{FF2B5EF4-FFF2-40B4-BE49-F238E27FC236}">
                <a16:creationId xmlns="" xmlns:a16="http://schemas.microsoft.com/office/drawing/2014/main" id="{A53F6B73-E537-4FED-9A29-38A6E605C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88" y="2924175"/>
            <a:ext cx="2686050" cy="16192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Freeform 134">
            <a:extLst>
              <a:ext uri="{FF2B5EF4-FFF2-40B4-BE49-F238E27FC236}">
                <a16:creationId xmlns="" xmlns:a16="http://schemas.microsoft.com/office/drawing/2014/main" id="{12AF3E8E-CD03-41B7-94AE-F750110E9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4486275"/>
            <a:ext cx="2530475" cy="14827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3" name="组合 47">
            <a:extLst>
              <a:ext uri="{FF2B5EF4-FFF2-40B4-BE49-F238E27FC236}">
                <a16:creationId xmlns="" xmlns:a16="http://schemas.microsoft.com/office/drawing/2014/main" id="{8BD377F7-3023-4EBA-A9C2-C59B12DF8729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1868488"/>
            <a:ext cx="7250112" cy="4165600"/>
            <a:chOff x="7564437" y="4244495"/>
            <a:chExt cx="4236358" cy="2433801"/>
          </a:xfrm>
        </p:grpSpPr>
        <p:sp>
          <p:nvSpPr>
            <p:cNvPr id="44" name="Freeform 238">
              <a:extLst>
                <a:ext uri="{FF2B5EF4-FFF2-40B4-BE49-F238E27FC236}">
                  <a16:creationId xmlns="" xmlns:a16="http://schemas.microsoft.com/office/drawing/2014/main" id="{06CD3851-C2DC-4690-B440-748F9799A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="" xmlns:a16="http://schemas.microsoft.com/office/drawing/2014/main" id="{B973BE56-DEA8-41C4-8C36-37104015B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="" xmlns:a16="http://schemas.microsoft.com/office/drawing/2014/main" id="{3548C1B7-A01A-4E0F-AF45-EDD9848EA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="" xmlns:a16="http://schemas.microsoft.com/office/drawing/2014/main" id="{7F02276A-59AF-4F48-A5AB-24EA731DD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" name="Freeform 135">
            <a:extLst>
              <a:ext uri="{FF2B5EF4-FFF2-40B4-BE49-F238E27FC236}">
                <a16:creationId xmlns="" xmlns:a16="http://schemas.microsoft.com/office/drawing/2014/main" id="{6EEB7527-0533-428E-A4E0-60BCFBAF5F8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48600" y="4233863"/>
            <a:ext cx="1522413" cy="885825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7">
            <a:extLst>
              <a:ext uri="{FF2B5EF4-FFF2-40B4-BE49-F238E27FC236}">
                <a16:creationId xmlns="" xmlns:a16="http://schemas.microsoft.com/office/drawing/2014/main" id="{75AA00D5-DAE8-4A1C-B2C9-B215959AC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6">
            <a:extLst>
              <a:ext uri="{FF2B5EF4-FFF2-40B4-BE49-F238E27FC236}">
                <a16:creationId xmlns="" xmlns:a16="http://schemas.microsoft.com/office/drawing/2014/main" id="{3433F4F9-5741-4C20-8334-162108AEF4A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302750" y="3255963"/>
            <a:ext cx="1765300" cy="87947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8">
            <a:extLst>
              <a:ext uri="{FF2B5EF4-FFF2-40B4-BE49-F238E27FC236}">
                <a16:creationId xmlns="" xmlns:a16="http://schemas.microsoft.com/office/drawing/2014/main" id="{845BA712-40A3-4972-9FF9-3CC400147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39">
            <a:extLst>
              <a:ext uri="{FF2B5EF4-FFF2-40B4-BE49-F238E27FC236}">
                <a16:creationId xmlns="" xmlns:a16="http://schemas.microsoft.com/office/drawing/2014/main" id="{77A62DCF-8554-49AB-89CF-3940606F524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4550" y="2668588"/>
            <a:ext cx="1704975" cy="938212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0">
            <a:extLst>
              <a:ext uri="{FF2B5EF4-FFF2-40B4-BE49-F238E27FC236}">
                <a16:creationId xmlns="" xmlns:a16="http://schemas.microsoft.com/office/drawing/2014/main" id="{0534DEAB-9CFA-4BE0-95EB-9E0AD9CFD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1">
            <a:extLst>
              <a:ext uri="{FF2B5EF4-FFF2-40B4-BE49-F238E27FC236}">
                <a16:creationId xmlns="" xmlns:a16="http://schemas.microsoft.com/office/drawing/2014/main" id="{B01204B3-A082-461D-8FA8-5DDFE7384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2">
            <a:extLst>
              <a:ext uri="{FF2B5EF4-FFF2-40B4-BE49-F238E27FC236}">
                <a16:creationId xmlns="" xmlns:a16="http://schemas.microsoft.com/office/drawing/2014/main" id="{B25CF6BF-6664-484E-9E77-6EE02638D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5113338"/>
            <a:ext cx="209550" cy="247650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3">
            <a:extLst>
              <a:ext uri="{FF2B5EF4-FFF2-40B4-BE49-F238E27FC236}">
                <a16:creationId xmlns="" xmlns:a16="http://schemas.microsoft.com/office/drawing/2014/main" id="{7B3D527A-1910-41F3-B9D2-41C0BA69E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5276850"/>
            <a:ext cx="234950" cy="195263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4">
            <a:extLst>
              <a:ext uri="{FF2B5EF4-FFF2-40B4-BE49-F238E27FC236}">
                <a16:creationId xmlns="" xmlns:a16="http://schemas.microsoft.com/office/drawing/2014/main" id="{CD26042C-F6F5-4EA2-B2EE-404C435C7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5" y="4875213"/>
            <a:ext cx="2055813" cy="48577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5">
            <a:extLst>
              <a:ext uri="{FF2B5EF4-FFF2-40B4-BE49-F238E27FC236}">
                <a16:creationId xmlns="" xmlns:a16="http://schemas.microsoft.com/office/drawing/2014/main" id="{F3FD4682-F997-400E-9064-1C3B2887D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3335338"/>
            <a:ext cx="1254125" cy="1558925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46">
            <a:extLst>
              <a:ext uri="{FF2B5EF4-FFF2-40B4-BE49-F238E27FC236}">
                <a16:creationId xmlns="" xmlns:a16="http://schemas.microsoft.com/office/drawing/2014/main" id="{9C8DB4E6-D2BC-4673-97FB-D0A2C1A35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3711575"/>
            <a:ext cx="2120900" cy="5080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0">
            <a:extLst>
              <a:ext uri="{FF2B5EF4-FFF2-40B4-BE49-F238E27FC236}">
                <a16:creationId xmlns="" xmlns:a16="http://schemas.microsoft.com/office/drawing/2014/main" id="{F12D6E17-390A-4C6C-9340-43843C2353C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1">
            <a:extLst>
              <a:ext uri="{FF2B5EF4-FFF2-40B4-BE49-F238E27FC236}">
                <a16:creationId xmlns="" xmlns:a16="http://schemas.microsoft.com/office/drawing/2014/main" id="{418C5718-98B1-4EFE-A7DF-15738124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2">
            <a:extLst>
              <a:ext uri="{FF2B5EF4-FFF2-40B4-BE49-F238E27FC236}">
                <a16:creationId xmlns="" xmlns:a16="http://schemas.microsoft.com/office/drawing/2014/main" id="{AC626DAA-F85B-4990-9917-6847D1A0F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3">
            <a:extLst>
              <a:ext uri="{FF2B5EF4-FFF2-40B4-BE49-F238E27FC236}">
                <a16:creationId xmlns="" xmlns:a16="http://schemas.microsoft.com/office/drawing/2014/main" id="{2682A01C-F242-4718-8DC7-9C72C8BCFCB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634538" y="3825875"/>
            <a:ext cx="600075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7">
            <a:extLst>
              <a:ext uri="{FF2B5EF4-FFF2-40B4-BE49-F238E27FC236}">
                <a16:creationId xmlns="" xmlns:a16="http://schemas.microsoft.com/office/drawing/2014/main" id="{618CA6E3-B4CF-42B9-866E-5F696FAD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49513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8">
            <a:extLst>
              <a:ext uri="{FF2B5EF4-FFF2-40B4-BE49-F238E27FC236}">
                <a16:creationId xmlns="" xmlns:a16="http://schemas.microsoft.com/office/drawing/2014/main" id="{0B5FC428-3B11-4AF6-B9D2-CA8C2B2CE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8400"/>
            <a:ext cx="20638" cy="11113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59">
            <a:extLst>
              <a:ext uri="{FF2B5EF4-FFF2-40B4-BE49-F238E27FC236}">
                <a16:creationId xmlns="" xmlns:a16="http://schemas.microsoft.com/office/drawing/2014/main" id="{9EC2BF36-45A7-4B80-B4E2-606D87239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2050"/>
            <a:ext cx="1365250" cy="1625600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0">
            <a:extLst>
              <a:ext uri="{FF2B5EF4-FFF2-40B4-BE49-F238E27FC236}">
                <a16:creationId xmlns="" xmlns:a16="http://schemas.microsoft.com/office/drawing/2014/main" id="{E793F106-D7D2-40A2-A50A-484A7939F8B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0000" y="2443163"/>
            <a:ext cx="9525" cy="6350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64">
            <a:extLst>
              <a:ext uri="{FF2B5EF4-FFF2-40B4-BE49-F238E27FC236}">
                <a16:creationId xmlns="" xmlns:a16="http://schemas.microsoft.com/office/drawing/2014/main" id="{64C94442-35D6-420C-B3DC-F2BB3AE6379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1335088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2">
            <a:extLst>
              <a:ext uri="{FF2B5EF4-FFF2-40B4-BE49-F238E27FC236}">
                <a16:creationId xmlns="" xmlns:a16="http://schemas.microsoft.com/office/drawing/2014/main" id="{E802F860-4A5A-48D9-A547-F75E71D1C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3">
            <a:extLst>
              <a:ext uri="{FF2B5EF4-FFF2-40B4-BE49-F238E27FC236}">
                <a16:creationId xmlns="" xmlns:a16="http://schemas.microsoft.com/office/drawing/2014/main" id="{831A016A-8C82-46B9-A1D1-3B05F2CBA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74">
            <a:extLst>
              <a:ext uri="{FF2B5EF4-FFF2-40B4-BE49-F238E27FC236}">
                <a16:creationId xmlns="" xmlns:a16="http://schemas.microsoft.com/office/drawing/2014/main" id="{0E094A99-E528-43F0-8738-A47BDFDFAD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35913" y="4806950"/>
            <a:ext cx="596900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5">
            <a:extLst>
              <a:ext uri="{FF2B5EF4-FFF2-40B4-BE49-F238E27FC236}">
                <a16:creationId xmlns="" xmlns:a16="http://schemas.microsoft.com/office/drawing/2014/main" id="{CCB3F5DE-AD4F-411B-BF35-266F308CF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6">
            <a:extLst>
              <a:ext uri="{FF2B5EF4-FFF2-40B4-BE49-F238E27FC236}">
                <a16:creationId xmlns="" xmlns:a16="http://schemas.microsoft.com/office/drawing/2014/main" id="{3A8F191C-09FD-4E0E-A62F-4EBCB503B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7">
            <a:extLst>
              <a:ext uri="{FF2B5EF4-FFF2-40B4-BE49-F238E27FC236}">
                <a16:creationId xmlns="" xmlns:a16="http://schemas.microsoft.com/office/drawing/2014/main" id="{CAFC6174-1FA1-4318-9B1B-18C0FE81077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98">
            <a:extLst>
              <a:ext uri="{FF2B5EF4-FFF2-40B4-BE49-F238E27FC236}">
                <a16:creationId xmlns="" xmlns:a16="http://schemas.microsoft.com/office/drawing/2014/main" id="{7C8E94EC-1E34-4E52-8E05-B17941CC99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8">
            <a:extLst>
              <a:ext uri="{FF2B5EF4-FFF2-40B4-BE49-F238E27FC236}">
                <a16:creationId xmlns="" xmlns:a16="http://schemas.microsoft.com/office/drawing/2014/main" id="{AAF42AD3-39F6-4BE6-AD0D-10AB81D34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69">
            <a:extLst>
              <a:ext uri="{FF2B5EF4-FFF2-40B4-BE49-F238E27FC236}">
                <a16:creationId xmlns="" xmlns:a16="http://schemas.microsoft.com/office/drawing/2014/main" id="{59A04BA1-DBC9-480E-A3BA-93142F344F9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0">
            <a:extLst>
              <a:ext uri="{FF2B5EF4-FFF2-40B4-BE49-F238E27FC236}">
                <a16:creationId xmlns="" xmlns:a16="http://schemas.microsoft.com/office/drawing/2014/main" id="{602E2500-A185-42BA-B25E-8932588DF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325" y="3413125"/>
            <a:ext cx="1360488" cy="16652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1">
            <a:extLst>
              <a:ext uri="{FF2B5EF4-FFF2-40B4-BE49-F238E27FC236}">
                <a16:creationId xmlns="" xmlns:a16="http://schemas.microsoft.com/office/drawing/2014/main" id="{B3B420DA-64DD-4C76-BFDC-88512AE2D9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5">
            <a:extLst>
              <a:ext uri="{FF2B5EF4-FFF2-40B4-BE49-F238E27FC236}">
                <a16:creationId xmlns="" xmlns:a16="http://schemas.microsoft.com/office/drawing/2014/main" id="{4DEB5CCE-0CD3-4F31-B043-FDA2248D5C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483475" y="4003675"/>
            <a:ext cx="773113" cy="519113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8">
            <a:extLst>
              <a:ext uri="{FF2B5EF4-FFF2-40B4-BE49-F238E27FC236}">
                <a16:creationId xmlns="" xmlns:a16="http://schemas.microsoft.com/office/drawing/2014/main" id="{5B87708A-020B-4731-BC6A-BB6033608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27413"/>
            <a:ext cx="6350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79">
            <a:extLst>
              <a:ext uri="{FF2B5EF4-FFF2-40B4-BE49-F238E27FC236}">
                <a16:creationId xmlns="" xmlns:a16="http://schemas.microsoft.com/office/drawing/2014/main" id="{48D19136-8EA5-409F-AE09-7D0E9D580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9475"/>
            <a:ext cx="25400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0">
            <a:extLst>
              <a:ext uri="{FF2B5EF4-FFF2-40B4-BE49-F238E27FC236}">
                <a16:creationId xmlns="" xmlns:a16="http://schemas.microsoft.com/office/drawing/2014/main" id="{E1D44B10-61F0-4A22-8F61-0EFF8E0F7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3125"/>
            <a:ext cx="1373188" cy="1627188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1">
            <a:extLst>
              <a:ext uri="{FF2B5EF4-FFF2-40B4-BE49-F238E27FC236}">
                <a16:creationId xmlns="" xmlns:a16="http://schemas.microsoft.com/office/drawing/2014/main" id="{01785DE4-88DB-4E70-8D62-43640BD11C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Rectangle 182">
            <a:extLst>
              <a:ext uri="{FF2B5EF4-FFF2-40B4-BE49-F238E27FC236}">
                <a16:creationId xmlns="" xmlns:a16="http://schemas.microsoft.com/office/drawing/2014/main" id="{FA03B2C4-2F47-40F5-96A1-71DC1C17E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3">
            <a:extLst>
              <a:ext uri="{FF2B5EF4-FFF2-40B4-BE49-F238E27FC236}">
                <a16:creationId xmlns="" xmlns:a16="http://schemas.microsoft.com/office/drawing/2014/main" id="{39F208BB-6E54-42BD-B384-CA8245BA5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6">
            <a:extLst>
              <a:ext uri="{FF2B5EF4-FFF2-40B4-BE49-F238E27FC236}">
                <a16:creationId xmlns="" xmlns:a16="http://schemas.microsoft.com/office/drawing/2014/main" id="{4321967D-D20B-49D8-B111-E234949F8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3419475"/>
            <a:ext cx="1355725" cy="1636713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187">
            <a:extLst>
              <a:ext uri="{FF2B5EF4-FFF2-40B4-BE49-F238E27FC236}">
                <a16:creationId xmlns="" xmlns:a16="http://schemas.microsoft.com/office/drawing/2014/main" id="{6A2424E1-F377-4DB2-8EE0-6A6B37318F7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1333500" cy="16287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09">
            <a:extLst>
              <a:ext uri="{FF2B5EF4-FFF2-40B4-BE49-F238E27FC236}">
                <a16:creationId xmlns="" xmlns:a16="http://schemas.microsoft.com/office/drawing/2014/main" id="{366F7B67-1656-4B2D-9AFB-747409FA6C5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183563" y="3443288"/>
            <a:ext cx="20637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7">
            <a:extLst>
              <a:ext uri="{FF2B5EF4-FFF2-40B4-BE49-F238E27FC236}">
                <a16:creationId xmlns="" xmlns:a16="http://schemas.microsoft.com/office/drawing/2014/main" id="{F92F4392-8EEF-43B4-BAE7-A1304B214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475" y="2422525"/>
            <a:ext cx="168275" cy="246063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8">
            <a:extLst>
              <a:ext uri="{FF2B5EF4-FFF2-40B4-BE49-F238E27FC236}">
                <a16:creationId xmlns="" xmlns:a16="http://schemas.microsoft.com/office/drawing/2014/main" id="{DCBB7236-9675-498B-8C20-A27177002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2538413"/>
            <a:ext cx="168275" cy="25558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Freeform 219">
            <a:extLst>
              <a:ext uri="{FF2B5EF4-FFF2-40B4-BE49-F238E27FC236}">
                <a16:creationId xmlns="" xmlns:a16="http://schemas.microsoft.com/office/drawing/2014/main" id="{2FC711F2-E2BD-4A16-A399-0FEB2EE5F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2657475"/>
            <a:ext cx="168275" cy="25558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Freeform 168">
            <a:extLst>
              <a:ext uri="{FF2B5EF4-FFF2-40B4-BE49-F238E27FC236}">
                <a16:creationId xmlns="" xmlns:a16="http://schemas.microsoft.com/office/drawing/2014/main" id="{00B33BA2-1E71-4715-B21C-1BE16BB3D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Freeform 169">
            <a:extLst>
              <a:ext uri="{FF2B5EF4-FFF2-40B4-BE49-F238E27FC236}">
                <a16:creationId xmlns="" xmlns:a16="http://schemas.microsoft.com/office/drawing/2014/main" id="{70F6C8C1-1875-4877-A5A3-C4D64B673CD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Freeform 170">
            <a:extLst>
              <a:ext uri="{FF2B5EF4-FFF2-40B4-BE49-F238E27FC236}">
                <a16:creationId xmlns="" xmlns:a16="http://schemas.microsoft.com/office/drawing/2014/main" id="{E2FBB50E-628E-4EE8-9E0F-DF970466A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1588" y="2443163"/>
            <a:ext cx="1360487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Freeform 171">
            <a:extLst>
              <a:ext uri="{FF2B5EF4-FFF2-40B4-BE49-F238E27FC236}">
                <a16:creationId xmlns="" xmlns:a16="http://schemas.microsoft.com/office/drawing/2014/main" id="{50B2F5EC-0905-4B44-A58A-8656F9F0CE8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Freeform 175">
            <a:extLst>
              <a:ext uri="{FF2B5EF4-FFF2-40B4-BE49-F238E27FC236}">
                <a16:creationId xmlns="" xmlns:a16="http://schemas.microsoft.com/office/drawing/2014/main" id="{DC9D943D-6708-4514-AA71-4B4A6BC8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2538" y="2470150"/>
            <a:ext cx="1346200" cy="16287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Freeform 178">
            <a:extLst>
              <a:ext uri="{FF2B5EF4-FFF2-40B4-BE49-F238E27FC236}">
                <a16:creationId xmlns="" xmlns:a16="http://schemas.microsoft.com/office/drawing/2014/main" id="{D4C9EE44-49E9-4ABC-AA3B-2F8F7DBE6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55863"/>
            <a:ext cx="6350" cy="6350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Freeform 179">
            <a:extLst>
              <a:ext uri="{FF2B5EF4-FFF2-40B4-BE49-F238E27FC236}">
                <a16:creationId xmlns="" xmlns:a16="http://schemas.microsoft.com/office/drawing/2014/main" id="{5868E1DB-7A84-47D5-8338-FA8B7B448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7925"/>
            <a:ext cx="25400" cy="1428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Freeform 180">
            <a:extLst>
              <a:ext uri="{FF2B5EF4-FFF2-40B4-BE49-F238E27FC236}">
                <a16:creationId xmlns="" xmlns:a16="http://schemas.microsoft.com/office/drawing/2014/main" id="{11D9D801-49EA-4D68-9F00-D02CEBA3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3163"/>
            <a:ext cx="1373187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Freeform 181">
            <a:extLst>
              <a:ext uri="{FF2B5EF4-FFF2-40B4-BE49-F238E27FC236}">
                <a16:creationId xmlns="" xmlns:a16="http://schemas.microsoft.com/office/drawing/2014/main" id="{F689A14E-EAB7-43C3-8C68-18F45E106E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Rectangle 182">
            <a:extLst>
              <a:ext uri="{FF2B5EF4-FFF2-40B4-BE49-F238E27FC236}">
                <a16:creationId xmlns="" xmlns:a16="http://schemas.microsoft.com/office/drawing/2014/main" id="{71EAAFBF-E3F1-462A-9AFE-49CF2FD57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Freeform 183">
            <a:extLst>
              <a:ext uri="{FF2B5EF4-FFF2-40B4-BE49-F238E27FC236}">
                <a16:creationId xmlns="" xmlns:a16="http://schemas.microsoft.com/office/drawing/2014/main" id="{54B5E515-73A1-467C-B5F4-A58ED24A1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Freeform 186">
            <a:extLst>
              <a:ext uri="{FF2B5EF4-FFF2-40B4-BE49-F238E27FC236}">
                <a16:creationId xmlns="" xmlns:a16="http://schemas.microsoft.com/office/drawing/2014/main" id="{0C11D7DE-9C83-4F59-A076-A11214925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8575" y="2447925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" name="Freeform 187">
            <a:extLst>
              <a:ext uri="{FF2B5EF4-FFF2-40B4-BE49-F238E27FC236}">
                <a16:creationId xmlns="" xmlns:a16="http://schemas.microsoft.com/office/drawing/2014/main" id="{1A94479D-D678-45DF-B39C-FE3FF191D56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1333500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Freeform 209">
            <a:extLst>
              <a:ext uri="{FF2B5EF4-FFF2-40B4-BE49-F238E27FC236}">
                <a16:creationId xmlns="" xmlns:a16="http://schemas.microsoft.com/office/drawing/2014/main" id="{EE1F1E5F-A6D9-4294-A56F-07981EE4153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02825" y="2473325"/>
            <a:ext cx="20638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8">
            <a:extLst>
              <a:ext uri="{FF2B5EF4-FFF2-40B4-BE49-F238E27FC236}">
                <a16:creationId xmlns="" xmlns:a16="http://schemas.microsoft.com/office/drawing/2014/main" id="{6EF2154A-BA7C-47B7-91D6-3549B79218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="" xmlns:a16="http://schemas.microsoft.com/office/drawing/2014/main" id="{9481D083-19D0-4F08-BB3D-656D1A7C6C68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="" xmlns:a16="http://schemas.microsoft.com/office/drawing/2014/main" id="{178C77AC-C797-4C26-AD7B-4176A89347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4825" y="1839913"/>
            <a:ext cx="1360488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="" xmlns:a16="http://schemas.microsoft.com/office/drawing/2014/main" id="{18BEA8C5-4D25-426E-BEF2-7A3AD4387597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="" xmlns:a16="http://schemas.microsoft.com/office/drawing/2014/main" id="{AF47098A-F1EC-4304-81A7-9683D5E9EE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35775" y="1866900"/>
            <a:ext cx="1344613" cy="1630363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="" xmlns:a16="http://schemas.microsoft.com/office/drawing/2014/main" id="{78D26F82-92FE-4ABD-BB3A-A458D21D7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4200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="" xmlns:a16="http://schemas.microsoft.com/office/drawing/2014/main" id="{0CDF19E4-E8A2-4FFD-8666-E067328691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46263"/>
            <a:ext cx="23813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="" xmlns:a16="http://schemas.microsoft.com/office/drawing/2014/main" id="{8B144759-F334-44D8-918F-430B5D5150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39913"/>
            <a:ext cx="1371600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="" xmlns:a16="http://schemas.microsoft.com/office/drawing/2014/main" id="{7AC02806-9C17-440D-A832-74EBC30EEAD4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="" xmlns:a16="http://schemas.microsoft.com/office/drawing/2014/main" id="{BFDB50B1-8CB6-44EE-AA02-30B670BC92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="" xmlns:a16="http://schemas.microsoft.com/office/drawing/2014/main" id="{D29DF795-704A-4E4D-9B5A-8C1D49EBC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="" xmlns:a16="http://schemas.microsoft.com/office/drawing/2014/main" id="{0DE687B4-0317-43F9-8EFA-A0B6E879C6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81813" y="1846263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="" xmlns:a16="http://schemas.microsoft.com/office/drawing/2014/main" id="{5F5F98F7-4166-4784-8701-CA0CAD24072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1333500" cy="1630363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="" xmlns:a16="http://schemas.microsoft.com/office/drawing/2014/main" id="{DE0DA466-8E8A-4A57-8332-086BFF420BC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7864475" y="1870075"/>
            <a:ext cx="22225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242">
            <a:extLst>
              <a:ext uri="{FF2B5EF4-FFF2-40B4-BE49-F238E27FC236}">
                <a16:creationId xmlns="" xmlns:a16="http://schemas.microsoft.com/office/drawing/2014/main" id="{8B5969BC-A18D-4003-AC44-D1AA248FC692}"/>
              </a:ext>
            </a:extLst>
          </p:cNvPr>
          <p:cNvSpPr/>
          <p:nvPr userDrawn="1"/>
        </p:nvSpPr>
        <p:spPr bwMode="auto">
          <a:xfrm>
            <a:off x="7321550" y="2419350"/>
            <a:ext cx="457200" cy="5667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2" name="increasing-stocks-graphic_38888">
            <a:extLst>
              <a:ext uri="{FF2B5EF4-FFF2-40B4-BE49-F238E27FC236}">
                <a16:creationId xmlns="" xmlns:a16="http://schemas.microsoft.com/office/drawing/2014/main" id="{FD506BBB-35F7-41A0-B565-0FDD636776B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353550" y="3028950"/>
            <a:ext cx="474663" cy="468313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3" name="组合 122">
            <a:extLst>
              <a:ext uri="{FF2B5EF4-FFF2-40B4-BE49-F238E27FC236}">
                <a16:creationId xmlns="" xmlns:a16="http://schemas.microsoft.com/office/drawing/2014/main" id="{46D1E2DE-F6C8-4749-8CD9-9D05F4D51EBF}"/>
              </a:ext>
            </a:extLst>
          </p:cNvPr>
          <p:cNvGrpSpPr/>
          <p:nvPr/>
        </p:nvGrpSpPr>
        <p:grpSpPr>
          <a:xfrm>
            <a:off x="1437600" y="1866560"/>
            <a:ext cx="9392844" cy="3521271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4" name="Freeform 192">
              <a:extLst>
                <a:ext uri="{FF2B5EF4-FFF2-40B4-BE49-F238E27FC236}">
                  <a16:creationId xmlns="" xmlns:a16="http://schemas.microsoft.com/office/drawing/2014/main" id="{29BA1BCC-03EA-4C69-9F50-61A520D9CC4D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5" name="Freeform 193">
              <a:extLst>
                <a:ext uri="{FF2B5EF4-FFF2-40B4-BE49-F238E27FC236}">
                  <a16:creationId xmlns="" xmlns:a16="http://schemas.microsoft.com/office/drawing/2014/main" id="{3C8A66E2-A1E3-41E9-8E26-8AD199BD8FA8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4">
              <a:extLst>
                <a:ext uri="{FF2B5EF4-FFF2-40B4-BE49-F238E27FC236}">
                  <a16:creationId xmlns="" xmlns:a16="http://schemas.microsoft.com/office/drawing/2014/main" id="{336FC769-45B8-4091-B057-ECF741D6DB5F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5">
              <a:extLst>
                <a:ext uri="{FF2B5EF4-FFF2-40B4-BE49-F238E27FC236}">
                  <a16:creationId xmlns="" xmlns:a16="http://schemas.microsoft.com/office/drawing/2014/main" id="{10A6BFBE-1E83-4D62-8333-43A7418FF9F4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6">
              <a:extLst>
                <a:ext uri="{FF2B5EF4-FFF2-40B4-BE49-F238E27FC236}">
                  <a16:creationId xmlns="" xmlns:a16="http://schemas.microsoft.com/office/drawing/2014/main" id="{E2A929D4-59B8-412F-8C71-7BF89C9E87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7">
              <a:extLst>
                <a:ext uri="{FF2B5EF4-FFF2-40B4-BE49-F238E27FC236}">
                  <a16:creationId xmlns="" xmlns:a16="http://schemas.microsoft.com/office/drawing/2014/main" id="{05BB23E0-60F9-4FFC-8F81-4014E9BA0B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8">
              <a:extLst>
                <a:ext uri="{FF2B5EF4-FFF2-40B4-BE49-F238E27FC236}">
                  <a16:creationId xmlns="" xmlns:a16="http://schemas.microsoft.com/office/drawing/2014/main" id="{35734EC5-751D-4F47-8703-6C68413A31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9">
              <a:extLst>
                <a:ext uri="{FF2B5EF4-FFF2-40B4-BE49-F238E27FC236}">
                  <a16:creationId xmlns="" xmlns:a16="http://schemas.microsoft.com/office/drawing/2014/main" id="{23F0D5E8-59DE-414D-A38F-DBE27BA604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200">
              <a:extLst>
                <a:ext uri="{FF2B5EF4-FFF2-40B4-BE49-F238E27FC236}">
                  <a16:creationId xmlns="" xmlns:a16="http://schemas.microsoft.com/office/drawing/2014/main" id="{4726B852-1B6C-4A71-80EC-CDBF35E88EEF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1">
              <a:extLst>
                <a:ext uri="{FF2B5EF4-FFF2-40B4-BE49-F238E27FC236}">
                  <a16:creationId xmlns="" xmlns:a16="http://schemas.microsoft.com/office/drawing/2014/main" id="{4AA940CB-94EE-4DEF-9E9F-3D11BC8A77E0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2">
              <a:extLst>
                <a:ext uri="{FF2B5EF4-FFF2-40B4-BE49-F238E27FC236}">
                  <a16:creationId xmlns="" xmlns:a16="http://schemas.microsoft.com/office/drawing/2014/main" id="{37043C60-3F8E-4D98-B028-C28CE45EF949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3">
              <a:extLst>
                <a:ext uri="{FF2B5EF4-FFF2-40B4-BE49-F238E27FC236}">
                  <a16:creationId xmlns="" xmlns:a16="http://schemas.microsoft.com/office/drawing/2014/main" id="{C81FF395-5597-4B60-94F8-16CFCB54D10B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4">
              <a:extLst>
                <a:ext uri="{FF2B5EF4-FFF2-40B4-BE49-F238E27FC236}">
                  <a16:creationId xmlns="" xmlns:a16="http://schemas.microsoft.com/office/drawing/2014/main" id="{2007123A-4AA8-48E1-BA2E-A82105D936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5">
              <a:extLst>
                <a:ext uri="{FF2B5EF4-FFF2-40B4-BE49-F238E27FC236}">
                  <a16:creationId xmlns="" xmlns:a16="http://schemas.microsoft.com/office/drawing/2014/main" id="{0683844A-AFE8-46C2-94DB-C4A0514048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6">
              <a:extLst>
                <a:ext uri="{FF2B5EF4-FFF2-40B4-BE49-F238E27FC236}">
                  <a16:creationId xmlns="" xmlns:a16="http://schemas.microsoft.com/office/drawing/2014/main" id="{D8D71F33-0C29-48A9-A65A-A5537F3A52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7">
              <a:extLst>
                <a:ext uri="{FF2B5EF4-FFF2-40B4-BE49-F238E27FC236}">
                  <a16:creationId xmlns="" xmlns:a16="http://schemas.microsoft.com/office/drawing/2014/main" id="{E97DE069-9FC5-47E3-BB06-6C53B57EBB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8">
              <a:extLst>
                <a:ext uri="{FF2B5EF4-FFF2-40B4-BE49-F238E27FC236}">
                  <a16:creationId xmlns="" xmlns:a16="http://schemas.microsoft.com/office/drawing/2014/main" id="{EB395240-8714-475A-A9EA-C1988D9DACB8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9">
              <a:extLst>
                <a:ext uri="{FF2B5EF4-FFF2-40B4-BE49-F238E27FC236}">
                  <a16:creationId xmlns="" xmlns:a16="http://schemas.microsoft.com/office/drawing/2014/main" id="{6139A264-FB50-49CA-AE6F-7F4DFF7C6048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10">
              <a:extLst>
                <a:ext uri="{FF2B5EF4-FFF2-40B4-BE49-F238E27FC236}">
                  <a16:creationId xmlns="" xmlns:a16="http://schemas.microsoft.com/office/drawing/2014/main" id="{E27E8A68-4257-446B-B011-27B527B11B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1">
              <a:extLst>
                <a:ext uri="{FF2B5EF4-FFF2-40B4-BE49-F238E27FC236}">
                  <a16:creationId xmlns="" xmlns:a16="http://schemas.microsoft.com/office/drawing/2014/main" id="{63CF341D-2B39-4D7A-A0FC-8C9E4CAAD0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2">
              <a:extLst>
                <a:ext uri="{FF2B5EF4-FFF2-40B4-BE49-F238E27FC236}">
                  <a16:creationId xmlns="" xmlns:a16="http://schemas.microsoft.com/office/drawing/2014/main" id="{06245076-6CA3-4FDE-9361-0DA26A2EC607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3">
              <a:extLst>
                <a:ext uri="{FF2B5EF4-FFF2-40B4-BE49-F238E27FC236}">
                  <a16:creationId xmlns="" xmlns:a16="http://schemas.microsoft.com/office/drawing/2014/main" id="{94E0F53C-DEC9-4430-B64C-6620E76347B0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4">
              <a:extLst>
                <a:ext uri="{FF2B5EF4-FFF2-40B4-BE49-F238E27FC236}">
                  <a16:creationId xmlns="" xmlns:a16="http://schemas.microsoft.com/office/drawing/2014/main" id="{D426A132-F344-4AFD-9F3C-A887036E24DB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5">
              <a:extLst>
                <a:ext uri="{FF2B5EF4-FFF2-40B4-BE49-F238E27FC236}">
                  <a16:creationId xmlns="" xmlns:a16="http://schemas.microsoft.com/office/drawing/2014/main" id="{8ACE94DA-4CCE-4980-BE34-998E88B7335D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6">
              <a:extLst>
                <a:ext uri="{FF2B5EF4-FFF2-40B4-BE49-F238E27FC236}">
                  <a16:creationId xmlns="" xmlns:a16="http://schemas.microsoft.com/office/drawing/2014/main" id="{1186AB81-EC08-47A3-B424-BFDAFD7F41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7">
              <a:extLst>
                <a:ext uri="{FF2B5EF4-FFF2-40B4-BE49-F238E27FC236}">
                  <a16:creationId xmlns="" xmlns:a16="http://schemas.microsoft.com/office/drawing/2014/main" id="{F5668DBE-204F-4171-9E4F-584697820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8">
              <a:extLst>
                <a:ext uri="{FF2B5EF4-FFF2-40B4-BE49-F238E27FC236}">
                  <a16:creationId xmlns="" xmlns:a16="http://schemas.microsoft.com/office/drawing/2014/main" id="{D3EFCB08-F6F6-491F-9E57-2E2F36735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9">
              <a:extLst>
                <a:ext uri="{FF2B5EF4-FFF2-40B4-BE49-F238E27FC236}">
                  <a16:creationId xmlns="" xmlns:a16="http://schemas.microsoft.com/office/drawing/2014/main" id="{FB523A2B-4AE4-496E-B6D5-96A80A3CE2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20">
              <a:extLst>
                <a:ext uri="{FF2B5EF4-FFF2-40B4-BE49-F238E27FC236}">
                  <a16:creationId xmlns="" xmlns:a16="http://schemas.microsoft.com/office/drawing/2014/main" id="{12AFCCC9-64AE-492B-B862-3E0D337B8B47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1">
              <a:extLst>
                <a:ext uri="{FF2B5EF4-FFF2-40B4-BE49-F238E27FC236}">
                  <a16:creationId xmlns="" xmlns:a16="http://schemas.microsoft.com/office/drawing/2014/main" id="{46D3A967-56BC-45BF-8ED4-884A091A967F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2">
              <a:extLst>
                <a:ext uri="{FF2B5EF4-FFF2-40B4-BE49-F238E27FC236}">
                  <a16:creationId xmlns="" xmlns:a16="http://schemas.microsoft.com/office/drawing/2014/main" id="{D8CCC54B-96D6-4384-8DB9-3B07D2811111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3">
              <a:extLst>
                <a:ext uri="{FF2B5EF4-FFF2-40B4-BE49-F238E27FC236}">
                  <a16:creationId xmlns="" xmlns:a16="http://schemas.microsoft.com/office/drawing/2014/main" id="{1F4F8155-DADF-4F50-AA1B-32DA5B769BCD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4">
              <a:extLst>
                <a:ext uri="{FF2B5EF4-FFF2-40B4-BE49-F238E27FC236}">
                  <a16:creationId xmlns="" xmlns:a16="http://schemas.microsoft.com/office/drawing/2014/main" id="{4BE96C66-A0A7-483D-9938-D4593CB3AA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5">
              <a:extLst>
                <a:ext uri="{FF2B5EF4-FFF2-40B4-BE49-F238E27FC236}">
                  <a16:creationId xmlns="" xmlns:a16="http://schemas.microsoft.com/office/drawing/2014/main" id="{8F827AD3-64F4-4111-93C8-1B6D02686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6">
              <a:extLst>
                <a:ext uri="{FF2B5EF4-FFF2-40B4-BE49-F238E27FC236}">
                  <a16:creationId xmlns="" xmlns:a16="http://schemas.microsoft.com/office/drawing/2014/main" id="{97C21B80-8D79-4200-8299-0DBC93B18F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7">
              <a:extLst>
                <a:ext uri="{FF2B5EF4-FFF2-40B4-BE49-F238E27FC236}">
                  <a16:creationId xmlns="" xmlns:a16="http://schemas.microsoft.com/office/drawing/2014/main" id="{35EE361A-3852-4AEC-A2D1-00DFB9A23B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8">
              <a:extLst>
                <a:ext uri="{FF2B5EF4-FFF2-40B4-BE49-F238E27FC236}">
                  <a16:creationId xmlns="" xmlns:a16="http://schemas.microsoft.com/office/drawing/2014/main" id="{A667A830-5619-4A40-B459-B9E18551C481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9">
              <a:extLst>
                <a:ext uri="{FF2B5EF4-FFF2-40B4-BE49-F238E27FC236}">
                  <a16:creationId xmlns="" xmlns:a16="http://schemas.microsoft.com/office/drawing/2014/main" id="{094D478C-FC2A-490F-B257-2CB4AE472637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30">
              <a:extLst>
                <a:ext uri="{FF2B5EF4-FFF2-40B4-BE49-F238E27FC236}">
                  <a16:creationId xmlns="" xmlns:a16="http://schemas.microsoft.com/office/drawing/2014/main" id="{DE02CF36-9B20-4CBD-B9B7-A1B6580E1B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1">
              <a:extLst>
                <a:ext uri="{FF2B5EF4-FFF2-40B4-BE49-F238E27FC236}">
                  <a16:creationId xmlns="" xmlns:a16="http://schemas.microsoft.com/office/drawing/2014/main" id="{288FF36E-DADD-4B2D-BCCD-465F93CB1B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48718" y="2998375"/>
            <a:ext cx="5087595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8718" y="1785931"/>
            <a:ext cx="5087595" cy="119838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49208" y="4137532"/>
            <a:ext cx="2294395" cy="296271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9207" y="4558199"/>
            <a:ext cx="5087595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Terabits</a:t>
            </a:r>
            <a:endParaRPr lang="zh-CN" altLang="en-US" noProof="1"/>
          </a:p>
        </p:txBody>
      </p:sp>
    </p:spTree>
    <p:extLst>
      <p:ext uri="{BB962C8B-B14F-4D97-AF65-F5344CB8AC3E}">
        <p14:creationId xmlns:p14="http://schemas.microsoft.com/office/powerpoint/2010/main" val="2392766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="" xmlns:a16="http://schemas.microsoft.com/office/drawing/2014/main" id="{FA89D527-07F7-4DF8-B4AE-7CE4750343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4D938A1B-0B96-46F2-9400-1487ED36C6FC}"/>
              </a:ext>
            </a:extLst>
          </p:cNvPr>
          <p:cNvSpPr/>
          <p:nvPr userDrawn="1"/>
        </p:nvSpPr>
        <p:spPr>
          <a:xfrm>
            <a:off x="7223125" y="4016375"/>
            <a:ext cx="3338513" cy="2841625"/>
          </a:xfrm>
          <a:prstGeom prst="rect">
            <a:avLst/>
          </a:prstGeom>
          <a:gradFill>
            <a:gsLst>
              <a:gs pos="5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Freeform 100">
            <a:extLst>
              <a:ext uri="{FF2B5EF4-FFF2-40B4-BE49-F238E27FC236}">
                <a16:creationId xmlns="" xmlns:a16="http://schemas.microsoft.com/office/drawing/2014/main" id="{3A1F5932-2139-48CA-8277-742909F78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1695450"/>
            <a:ext cx="1912938" cy="1449388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01">
            <a:extLst>
              <a:ext uri="{FF2B5EF4-FFF2-40B4-BE49-F238E27FC236}">
                <a16:creationId xmlns="" xmlns:a16="http://schemas.microsoft.com/office/drawing/2014/main" id="{E2EAF21E-DF3A-47A2-A444-98FA64D4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063" y="1566863"/>
            <a:ext cx="766762" cy="1577975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2">
            <a:extLst>
              <a:ext uri="{FF2B5EF4-FFF2-40B4-BE49-F238E27FC236}">
                <a16:creationId xmlns="" xmlns:a16="http://schemas.microsoft.com/office/drawing/2014/main" id="{9908D12F-8726-4C8F-8278-5E5EA5C50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5525" y="1428750"/>
            <a:ext cx="998538" cy="1716088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3">
            <a:extLst>
              <a:ext uri="{FF2B5EF4-FFF2-40B4-BE49-F238E27FC236}">
                <a16:creationId xmlns="" xmlns:a16="http://schemas.microsoft.com/office/drawing/2014/main" id="{565847EB-3C92-41EA-8FC7-AEB66A45F26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432675" y="16652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4">
            <a:extLst>
              <a:ext uri="{FF2B5EF4-FFF2-40B4-BE49-F238E27FC236}">
                <a16:creationId xmlns="" xmlns:a16="http://schemas.microsoft.com/office/drawing/2014/main" id="{D8ADE8E6-8C31-478D-B207-22A9E6F64A9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4738" y="153987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5">
            <a:extLst>
              <a:ext uri="{FF2B5EF4-FFF2-40B4-BE49-F238E27FC236}">
                <a16:creationId xmlns="" xmlns:a16="http://schemas.microsoft.com/office/drawing/2014/main" id="{ED5EA8DF-2B7F-458B-A8F1-89B911E1D94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583613" y="13985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6">
            <a:extLst>
              <a:ext uri="{FF2B5EF4-FFF2-40B4-BE49-F238E27FC236}">
                <a16:creationId xmlns="" xmlns:a16="http://schemas.microsoft.com/office/drawing/2014/main" id="{0AEB20D9-923D-4E84-AB1B-3E8954AF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1322388"/>
            <a:ext cx="1471612" cy="182245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07">
            <a:extLst>
              <a:ext uri="{FF2B5EF4-FFF2-40B4-BE49-F238E27FC236}">
                <a16:creationId xmlns="" xmlns:a16="http://schemas.microsoft.com/office/drawing/2014/main" id="{47CDE46C-DC4A-4CEB-B760-75CE03381F7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31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8">
            <a:extLst>
              <a:ext uri="{FF2B5EF4-FFF2-40B4-BE49-F238E27FC236}">
                <a16:creationId xmlns="" xmlns:a16="http://schemas.microsoft.com/office/drawing/2014/main" id="{7670E6CE-3BB7-4481-8625-050E809AD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2663" y="1322388"/>
            <a:ext cx="1041400" cy="182245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9">
            <a:extLst>
              <a:ext uri="{FF2B5EF4-FFF2-40B4-BE49-F238E27FC236}">
                <a16:creationId xmlns="" xmlns:a16="http://schemas.microsoft.com/office/drawing/2014/main" id="{D3DF8C53-D1F5-492E-99C7-BD5464222F1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898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10">
            <a:extLst>
              <a:ext uri="{FF2B5EF4-FFF2-40B4-BE49-F238E27FC236}">
                <a16:creationId xmlns="" xmlns:a16="http://schemas.microsoft.com/office/drawing/2014/main" id="{A2C0E662-1FEA-4BEB-9A1E-7861B2690B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042650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11">
            <a:extLst>
              <a:ext uri="{FF2B5EF4-FFF2-40B4-BE49-F238E27FC236}">
                <a16:creationId xmlns="" xmlns:a16="http://schemas.microsoft.com/office/drawing/2014/main" id="{3B296366-066A-46CF-BD0B-07AC0B29637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902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12">
            <a:extLst>
              <a:ext uri="{FF2B5EF4-FFF2-40B4-BE49-F238E27FC236}">
                <a16:creationId xmlns="" xmlns:a16="http://schemas.microsoft.com/office/drawing/2014/main" id="{E2BD13DC-08C4-4EEE-914C-B1A33AECE58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33163" y="1292225"/>
            <a:ext cx="74612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3">
            <a:extLst>
              <a:ext uri="{FF2B5EF4-FFF2-40B4-BE49-F238E27FC236}">
                <a16:creationId xmlns="" xmlns:a16="http://schemas.microsoft.com/office/drawing/2014/main" id="{A6B2E18D-6DAB-49DB-B326-FFD09F6A4EB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480800" y="1292225"/>
            <a:ext cx="74613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4">
            <a:extLst>
              <a:ext uri="{FF2B5EF4-FFF2-40B4-BE49-F238E27FC236}">
                <a16:creationId xmlns="" xmlns:a16="http://schemas.microsoft.com/office/drawing/2014/main" id="{D09F76B4-9EDF-4BB0-A4BD-C03A27656A5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625263" y="1292225"/>
            <a:ext cx="71437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7">
            <a:extLst>
              <a:ext uri="{FF2B5EF4-FFF2-40B4-BE49-F238E27FC236}">
                <a16:creationId xmlns="" xmlns:a16="http://schemas.microsoft.com/office/drawing/2014/main" id="{B6666370-092F-4B21-BC49-81C165E4432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353175" y="2852738"/>
            <a:ext cx="5005388" cy="2908300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8">
            <a:extLst>
              <a:ext uri="{FF2B5EF4-FFF2-40B4-BE49-F238E27FC236}">
                <a16:creationId xmlns="" xmlns:a16="http://schemas.microsoft.com/office/drawing/2014/main" id="{D86BA65D-3B90-41FF-B10A-4F4E0E8CD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2505075"/>
            <a:ext cx="5205413" cy="2952750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9">
            <a:extLst>
              <a:ext uri="{FF2B5EF4-FFF2-40B4-BE49-F238E27FC236}">
                <a16:creationId xmlns="" xmlns:a16="http://schemas.microsoft.com/office/drawing/2014/main" id="{F9FAF9F0-1C4A-4256-A265-62E3124CD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368675"/>
            <a:ext cx="5205413" cy="2076450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20">
            <a:extLst>
              <a:ext uri="{FF2B5EF4-FFF2-40B4-BE49-F238E27FC236}">
                <a16:creationId xmlns="" xmlns:a16="http://schemas.microsoft.com/office/drawing/2014/main" id="{03258DA8-CB1C-41C2-8363-C6729AE73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414713"/>
            <a:ext cx="5205413" cy="199707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1">
            <a:extLst>
              <a:ext uri="{FF2B5EF4-FFF2-40B4-BE49-F238E27FC236}">
                <a16:creationId xmlns="" xmlns:a16="http://schemas.microsoft.com/office/drawing/2014/main" id="{CAC6BC2E-BC0C-4E06-A519-62B8374FE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700" y="2308225"/>
            <a:ext cx="5240338" cy="3027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2">
            <a:extLst>
              <a:ext uri="{FF2B5EF4-FFF2-40B4-BE49-F238E27FC236}">
                <a16:creationId xmlns="" xmlns:a16="http://schemas.microsoft.com/office/drawing/2014/main" id="{4C6722D5-597A-476B-9FFB-A37EBA64E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3" y="508793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3">
            <a:extLst>
              <a:ext uri="{FF2B5EF4-FFF2-40B4-BE49-F238E27FC236}">
                <a16:creationId xmlns="" xmlns:a16="http://schemas.microsoft.com/office/drawing/2014/main" id="{D8123861-108E-48F3-B00C-328D748ED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5" y="5130800"/>
            <a:ext cx="36513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4">
            <a:extLst>
              <a:ext uri="{FF2B5EF4-FFF2-40B4-BE49-F238E27FC236}">
                <a16:creationId xmlns="" xmlns:a16="http://schemas.microsoft.com/office/drawing/2014/main" id="{E1E16852-F19B-4C74-8711-911715DAA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450" y="5175250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5">
            <a:extLst>
              <a:ext uri="{FF2B5EF4-FFF2-40B4-BE49-F238E27FC236}">
                <a16:creationId xmlns="" xmlns:a16="http://schemas.microsoft.com/office/drawing/2014/main" id="{00D3F213-AEE9-461A-9821-E972EB5B5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4503738"/>
            <a:ext cx="39687" cy="52387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6">
            <a:extLst>
              <a:ext uri="{FF2B5EF4-FFF2-40B4-BE49-F238E27FC236}">
                <a16:creationId xmlns="" xmlns:a16="http://schemas.microsoft.com/office/drawing/2014/main" id="{99FAF4F1-248C-494E-8CAE-9DE0E3F9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4545013"/>
            <a:ext cx="41275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7">
            <a:extLst>
              <a:ext uri="{FF2B5EF4-FFF2-40B4-BE49-F238E27FC236}">
                <a16:creationId xmlns="" xmlns:a16="http://schemas.microsoft.com/office/drawing/2014/main" id="{18A61A7E-06D1-4936-9D3C-BD4CF705F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8" y="4589463"/>
            <a:ext cx="38100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8">
            <a:extLst>
              <a:ext uri="{FF2B5EF4-FFF2-40B4-BE49-F238E27FC236}">
                <a16:creationId xmlns="" xmlns:a16="http://schemas.microsoft.com/office/drawing/2014/main" id="{0C2F7A97-0454-482A-B806-90B72401DD3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24913" y="2297113"/>
            <a:ext cx="823912" cy="433387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9">
            <a:extLst>
              <a:ext uri="{FF2B5EF4-FFF2-40B4-BE49-F238E27FC236}">
                <a16:creationId xmlns="" xmlns:a16="http://schemas.microsoft.com/office/drawing/2014/main" id="{A2FF0A01-030B-41D0-A009-026BD0FD8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30">
            <a:extLst>
              <a:ext uri="{FF2B5EF4-FFF2-40B4-BE49-F238E27FC236}">
                <a16:creationId xmlns="" xmlns:a16="http://schemas.microsoft.com/office/drawing/2014/main" id="{D7B34D66-772D-48A3-8B1B-E32BD0E7D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1">
            <a:extLst>
              <a:ext uri="{FF2B5EF4-FFF2-40B4-BE49-F238E27FC236}">
                <a16:creationId xmlns="" xmlns:a16="http://schemas.microsoft.com/office/drawing/2014/main" id="{F02319AF-B822-4214-8E97-6B2B659C2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4363" y="2319338"/>
            <a:ext cx="17462" cy="26987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2">
            <a:extLst>
              <a:ext uri="{FF2B5EF4-FFF2-40B4-BE49-F238E27FC236}">
                <a16:creationId xmlns="" xmlns:a16="http://schemas.microsoft.com/office/drawing/2014/main" id="{D72589FA-ED31-4FED-B4A3-6D776324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8188" y="2297113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3">
            <a:extLst>
              <a:ext uri="{FF2B5EF4-FFF2-40B4-BE49-F238E27FC236}">
                <a16:creationId xmlns="" xmlns:a16="http://schemas.microsoft.com/office/drawing/2014/main" id="{5126ED09-4C7C-427B-AAA2-108FB7EA7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3087688"/>
            <a:ext cx="1951037" cy="11747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4">
            <a:extLst>
              <a:ext uri="{FF2B5EF4-FFF2-40B4-BE49-F238E27FC236}">
                <a16:creationId xmlns="" xmlns:a16="http://schemas.microsoft.com/office/drawing/2014/main" id="{1792FC57-ECDB-4D6E-B7C7-77EFC910E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4221163"/>
            <a:ext cx="1836738" cy="10763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" name="组合 161">
            <a:extLst>
              <a:ext uri="{FF2B5EF4-FFF2-40B4-BE49-F238E27FC236}">
                <a16:creationId xmlns="" xmlns:a16="http://schemas.microsoft.com/office/drawing/2014/main" id="{49541F5F-FC95-468E-B89E-EA6E378B89C7}"/>
              </a:ext>
            </a:extLst>
          </p:cNvPr>
          <p:cNvGrpSpPr>
            <a:grpSpLocks/>
          </p:cNvGrpSpPr>
          <p:nvPr/>
        </p:nvGrpSpPr>
        <p:grpSpPr bwMode="auto">
          <a:xfrm>
            <a:off x="6197600" y="2320925"/>
            <a:ext cx="5260975" cy="3022600"/>
            <a:chOff x="7564437" y="4244495"/>
            <a:chExt cx="4236358" cy="2433801"/>
          </a:xfrm>
        </p:grpSpPr>
        <p:sp>
          <p:nvSpPr>
            <p:cNvPr id="42" name="Freeform 238">
              <a:extLst>
                <a:ext uri="{FF2B5EF4-FFF2-40B4-BE49-F238E27FC236}">
                  <a16:creationId xmlns="" xmlns:a16="http://schemas.microsoft.com/office/drawing/2014/main" id="{D2A5171D-E58B-49E6-8330-867C6E75D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="" xmlns:a16="http://schemas.microsoft.com/office/drawing/2014/main" id="{83D6515D-411E-4AE8-86D4-1A76E4EF5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="" xmlns:a16="http://schemas.microsoft.com/office/drawing/2014/main" id="{ADE1FC05-CBFC-4560-906E-DBDADF97B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="" xmlns:a16="http://schemas.microsoft.com/office/drawing/2014/main" id="{BA520366-ED7A-4104-BCB8-5AFF9EFEA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" name="Freeform 135">
            <a:extLst>
              <a:ext uri="{FF2B5EF4-FFF2-40B4-BE49-F238E27FC236}">
                <a16:creationId xmlns="" xmlns:a16="http://schemas.microsoft.com/office/drawing/2014/main" id="{F84C648C-8347-47DF-B8BE-C1DB94BF013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80450" y="4037013"/>
            <a:ext cx="1104900" cy="64293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Freeform 137">
            <a:extLst>
              <a:ext uri="{FF2B5EF4-FFF2-40B4-BE49-F238E27FC236}">
                <a16:creationId xmlns="" xmlns:a16="http://schemas.microsoft.com/office/drawing/2014/main" id="{020821C1-6477-4F16-B170-5FFE976A9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6">
            <a:extLst>
              <a:ext uri="{FF2B5EF4-FFF2-40B4-BE49-F238E27FC236}">
                <a16:creationId xmlns="" xmlns:a16="http://schemas.microsoft.com/office/drawing/2014/main" id="{6B37FE91-B408-4775-BDA3-199D009784F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736138" y="3327400"/>
            <a:ext cx="1281112" cy="639763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8">
            <a:extLst>
              <a:ext uri="{FF2B5EF4-FFF2-40B4-BE49-F238E27FC236}">
                <a16:creationId xmlns="" xmlns:a16="http://schemas.microsoft.com/office/drawing/2014/main" id="{FFD860AE-3B39-4E53-819A-3822DD4EF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9">
            <a:extLst>
              <a:ext uri="{FF2B5EF4-FFF2-40B4-BE49-F238E27FC236}">
                <a16:creationId xmlns="" xmlns:a16="http://schemas.microsoft.com/office/drawing/2014/main" id="{6E1E582E-F77C-4151-B212-6AE8435741B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5788" y="2901950"/>
            <a:ext cx="1238250" cy="679450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40">
            <a:extLst>
              <a:ext uri="{FF2B5EF4-FFF2-40B4-BE49-F238E27FC236}">
                <a16:creationId xmlns="" xmlns:a16="http://schemas.microsoft.com/office/drawing/2014/main" id="{5076AC02-A9A1-41D3-8BAB-BD3445F9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1">
            <a:extLst>
              <a:ext uri="{FF2B5EF4-FFF2-40B4-BE49-F238E27FC236}">
                <a16:creationId xmlns="" xmlns:a16="http://schemas.microsoft.com/office/drawing/2014/main" id="{7A977D5F-3BC9-49B7-95FA-CBBBA3DE8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2">
            <a:extLst>
              <a:ext uri="{FF2B5EF4-FFF2-40B4-BE49-F238E27FC236}">
                <a16:creationId xmlns="" xmlns:a16="http://schemas.microsoft.com/office/drawing/2014/main" id="{CBF95F56-E509-4256-9084-654CF722C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538" y="4676775"/>
            <a:ext cx="152400" cy="179388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3">
            <a:extLst>
              <a:ext uri="{FF2B5EF4-FFF2-40B4-BE49-F238E27FC236}">
                <a16:creationId xmlns="" xmlns:a16="http://schemas.microsoft.com/office/drawing/2014/main" id="{C44C5CC4-F21A-4C0F-875E-43907342E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4794250"/>
            <a:ext cx="171450" cy="142875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4">
            <a:extLst>
              <a:ext uri="{FF2B5EF4-FFF2-40B4-BE49-F238E27FC236}">
                <a16:creationId xmlns="" xmlns:a16="http://schemas.microsoft.com/office/drawing/2014/main" id="{778C8FFC-A32B-4CCA-8A70-0807EF72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4503738"/>
            <a:ext cx="1493837" cy="35242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5">
            <a:extLst>
              <a:ext uri="{FF2B5EF4-FFF2-40B4-BE49-F238E27FC236}">
                <a16:creationId xmlns="" xmlns:a16="http://schemas.microsoft.com/office/drawing/2014/main" id="{BABAA874-2E54-4C3F-84E3-1BCC5729F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3384550"/>
            <a:ext cx="909637" cy="1131888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6">
            <a:extLst>
              <a:ext uri="{FF2B5EF4-FFF2-40B4-BE49-F238E27FC236}">
                <a16:creationId xmlns="" xmlns:a16="http://schemas.microsoft.com/office/drawing/2014/main" id="{34D7C0CC-2DA1-4D77-A0C7-0DE9177F6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659188"/>
            <a:ext cx="1541463" cy="3683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50">
            <a:extLst>
              <a:ext uri="{FF2B5EF4-FFF2-40B4-BE49-F238E27FC236}">
                <a16:creationId xmlns="" xmlns:a16="http://schemas.microsoft.com/office/drawing/2014/main" id="{6D9A3AAD-6D8A-45A0-AEFF-A8702CAC190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1">
            <a:extLst>
              <a:ext uri="{FF2B5EF4-FFF2-40B4-BE49-F238E27FC236}">
                <a16:creationId xmlns="" xmlns:a16="http://schemas.microsoft.com/office/drawing/2014/main" id="{DC69D04C-0CA7-4D0E-8BE8-424D09A6A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2">
            <a:extLst>
              <a:ext uri="{FF2B5EF4-FFF2-40B4-BE49-F238E27FC236}">
                <a16:creationId xmlns="" xmlns:a16="http://schemas.microsoft.com/office/drawing/2014/main" id="{49345F0D-FBD5-450B-8D59-13A91F51C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3">
            <a:extLst>
              <a:ext uri="{FF2B5EF4-FFF2-40B4-BE49-F238E27FC236}">
                <a16:creationId xmlns="" xmlns:a16="http://schemas.microsoft.com/office/drawing/2014/main" id="{CA10216E-F4D0-41F8-87EA-B91FA1586C5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75850" y="3741738"/>
            <a:ext cx="436563" cy="155575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7">
            <a:extLst>
              <a:ext uri="{FF2B5EF4-FFF2-40B4-BE49-F238E27FC236}">
                <a16:creationId xmlns="" xmlns:a16="http://schemas.microsoft.com/office/drawing/2014/main" id="{C47C0E1E-6B82-46D4-8A5F-4BDAA17D9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41613"/>
            <a:ext cx="3175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8">
            <a:extLst>
              <a:ext uri="{FF2B5EF4-FFF2-40B4-BE49-F238E27FC236}">
                <a16:creationId xmlns="" xmlns:a16="http://schemas.microsoft.com/office/drawing/2014/main" id="{CD37B47C-BEF0-40D7-9A1B-A0D3212F0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3675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9">
            <a:extLst>
              <a:ext uri="{FF2B5EF4-FFF2-40B4-BE49-F238E27FC236}">
                <a16:creationId xmlns="" xmlns:a16="http://schemas.microsoft.com/office/drawing/2014/main" id="{843A9F59-04DE-4D8C-B2FC-5EA650D11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0500"/>
            <a:ext cx="992188" cy="1179513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60">
            <a:extLst>
              <a:ext uri="{FF2B5EF4-FFF2-40B4-BE49-F238E27FC236}">
                <a16:creationId xmlns="" xmlns:a16="http://schemas.microsoft.com/office/drawing/2014/main" id="{F2F660B3-C66F-4069-8160-FA6D39A4AA9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36100" y="2738438"/>
            <a:ext cx="7938" cy="3175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4">
            <a:extLst>
              <a:ext uri="{FF2B5EF4-FFF2-40B4-BE49-F238E27FC236}">
                <a16:creationId xmlns="" xmlns:a16="http://schemas.microsoft.com/office/drawing/2014/main" id="{5E578A77-50F6-40CA-9909-4C1F599900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968375" cy="11826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72">
            <a:extLst>
              <a:ext uri="{FF2B5EF4-FFF2-40B4-BE49-F238E27FC236}">
                <a16:creationId xmlns="" xmlns:a16="http://schemas.microsoft.com/office/drawing/2014/main" id="{EDCF4CBF-0E29-4753-912C-649CCE95C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3">
            <a:extLst>
              <a:ext uri="{FF2B5EF4-FFF2-40B4-BE49-F238E27FC236}">
                <a16:creationId xmlns="" xmlns:a16="http://schemas.microsoft.com/office/drawing/2014/main" id="{0096B257-3E0B-4250-9C13-ACB89DE63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4">
            <a:extLst>
              <a:ext uri="{FF2B5EF4-FFF2-40B4-BE49-F238E27FC236}">
                <a16:creationId xmlns="" xmlns:a16="http://schemas.microsoft.com/office/drawing/2014/main" id="{FDF4A16E-FF3D-4B48-9CAC-B7245AA4972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743950" y="4452938"/>
            <a:ext cx="433388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95">
            <a:extLst>
              <a:ext uri="{FF2B5EF4-FFF2-40B4-BE49-F238E27FC236}">
                <a16:creationId xmlns="" xmlns:a16="http://schemas.microsoft.com/office/drawing/2014/main" id="{0FF9BE0F-759D-4F7B-8EB1-E83813E2A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6">
            <a:extLst>
              <a:ext uri="{FF2B5EF4-FFF2-40B4-BE49-F238E27FC236}">
                <a16:creationId xmlns="" xmlns:a16="http://schemas.microsoft.com/office/drawing/2014/main" id="{77BFB1EA-368C-448C-BEA7-F400B5541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7">
            <a:extLst>
              <a:ext uri="{FF2B5EF4-FFF2-40B4-BE49-F238E27FC236}">
                <a16:creationId xmlns="" xmlns:a16="http://schemas.microsoft.com/office/drawing/2014/main" id="{37338B3D-4D3C-4BC3-90CC-D5ABCA8B829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8">
            <a:extLst>
              <a:ext uri="{FF2B5EF4-FFF2-40B4-BE49-F238E27FC236}">
                <a16:creationId xmlns="" xmlns:a16="http://schemas.microsoft.com/office/drawing/2014/main" id="{D3BEFF67-5D01-46EE-805B-4DDEDA44AC6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68">
            <a:extLst>
              <a:ext uri="{FF2B5EF4-FFF2-40B4-BE49-F238E27FC236}">
                <a16:creationId xmlns="" xmlns:a16="http://schemas.microsoft.com/office/drawing/2014/main" id="{0B960C00-8AF9-4DB8-B225-2F0270499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9">
            <a:extLst>
              <a:ext uri="{FF2B5EF4-FFF2-40B4-BE49-F238E27FC236}">
                <a16:creationId xmlns="" xmlns:a16="http://schemas.microsoft.com/office/drawing/2014/main" id="{2D024091-F83B-4ED2-81D3-22C831574F8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70">
            <a:extLst>
              <a:ext uri="{FF2B5EF4-FFF2-40B4-BE49-F238E27FC236}">
                <a16:creationId xmlns="" xmlns:a16="http://schemas.microsoft.com/office/drawing/2014/main" id="{58AF1531-15EE-4560-B2CC-C0630DE3B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913" y="3441700"/>
            <a:ext cx="987425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1">
            <a:extLst>
              <a:ext uri="{FF2B5EF4-FFF2-40B4-BE49-F238E27FC236}">
                <a16:creationId xmlns="" xmlns:a16="http://schemas.microsoft.com/office/drawing/2014/main" id="{F2056664-D23D-4A4C-8F1C-18A44ADE438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5">
            <a:extLst>
              <a:ext uri="{FF2B5EF4-FFF2-40B4-BE49-F238E27FC236}">
                <a16:creationId xmlns="" xmlns:a16="http://schemas.microsoft.com/office/drawing/2014/main" id="{F48EE775-7ED0-4436-BA2B-609D380BE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25" y="3460750"/>
            <a:ext cx="976313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8">
            <a:extLst>
              <a:ext uri="{FF2B5EF4-FFF2-40B4-BE49-F238E27FC236}">
                <a16:creationId xmlns="" xmlns:a16="http://schemas.microsoft.com/office/drawing/2014/main" id="{58C5F8D6-C538-4720-9D50-DEB0732D6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1225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9">
            <a:extLst>
              <a:ext uri="{FF2B5EF4-FFF2-40B4-BE49-F238E27FC236}">
                <a16:creationId xmlns="" xmlns:a16="http://schemas.microsoft.com/office/drawing/2014/main" id="{6494ACA9-4F77-4F46-AEC6-70438F50D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6463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80">
            <a:extLst>
              <a:ext uri="{FF2B5EF4-FFF2-40B4-BE49-F238E27FC236}">
                <a16:creationId xmlns="" xmlns:a16="http://schemas.microsoft.com/office/drawing/2014/main" id="{92EB9724-3689-4D2F-958E-87C1632CB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1700"/>
            <a:ext cx="995363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1">
            <a:extLst>
              <a:ext uri="{FF2B5EF4-FFF2-40B4-BE49-F238E27FC236}">
                <a16:creationId xmlns="" xmlns:a16="http://schemas.microsoft.com/office/drawing/2014/main" id="{26E331AE-1E17-4526-865B-45995F2A04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Rectangle 182">
            <a:extLst>
              <a:ext uri="{FF2B5EF4-FFF2-40B4-BE49-F238E27FC236}">
                <a16:creationId xmlns="" xmlns:a16="http://schemas.microsoft.com/office/drawing/2014/main" id="{79BA8D2E-D375-4FC4-A7EF-8367FC4F9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1588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3">
            <a:extLst>
              <a:ext uri="{FF2B5EF4-FFF2-40B4-BE49-F238E27FC236}">
                <a16:creationId xmlns="" xmlns:a16="http://schemas.microsoft.com/office/drawing/2014/main" id="{5E30F9DC-C719-47DA-A7D0-6E14FF66F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6">
            <a:extLst>
              <a:ext uri="{FF2B5EF4-FFF2-40B4-BE49-F238E27FC236}">
                <a16:creationId xmlns="" xmlns:a16="http://schemas.microsoft.com/office/drawing/2014/main" id="{6C437F70-D115-4E2C-AD55-6A1B2801B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3446463"/>
            <a:ext cx="984250" cy="11890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7">
            <a:extLst>
              <a:ext uri="{FF2B5EF4-FFF2-40B4-BE49-F238E27FC236}">
                <a16:creationId xmlns="" xmlns:a16="http://schemas.microsoft.com/office/drawing/2014/main" id="{64B5063B-6199-4326-ACC8-95137C45B6A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209">
            <a:extLst>
              <a:ext uri="{FF2B5EF4-FFF2-40B4-BE49-F238E27FC236}">
                <a16:creationId xmlns="" xmlns:a16="http://schemas.microsoft.com/office/drawing/2014/main" id="{1ED1DD6C-3E4B-408C-BD16-030FDA879F2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23338" y="3463925"/>
            <a:ext cx="15875" cy="26988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17">
            <a:extLst>
              <a:ext uri="{FF2B5EF4-FFF2-40B4-BE49-F238E27FC236}">
                <a16:creationId xmlns="" xmlns:a16="http://schemas.microsoft.com/office/drawing/2014/main" id="{C1687EDF-7A9B-4F2D-A05B-AD10A5C5B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2722563"/>
            <a:ext cx="122237" cy="179387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8">
            <a:extLst>
              <a:ext uri="{FF2B5EF4-FFF2-40B4-BE49-F238E27FC236}">
                <a16:creationId xmlns="" xmlns:a16="http://schemas.microsoft.com/office/drawing/2014/main" id="{72D2F478-4CDD-4028-AD16-9A931BF1D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2806700"/>
            <a:ext cx="122238" cy="18573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9">
            <a:extLst>
              <a:ext uri="{FF2B5EF4-FFF2-40B4-BE49-F238E27FC236}">
                <a16:creationId xmlns="" xmlns:a16="http://schemas.microsoft.com/office/drawing/2014/main" id="{18008606-BD32-46B2-BCD2-F0BBB4821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1225" y="2894013"/>
            <a:ext cx="122238" cy="18573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1" name="组合 207">
            <a:extLst>
              <a:ext uri="{FF2B5EF4-FFF2-40B4-BE49-F238E27FC236}">
                <a16:creationId xmlns="" xmlns:a16="http://schemas.microsoft.com/office/drawing/2014/main" id="{2112BA41-5450-4091-A7EC-1F09CA708324}"/>
              </a:ext>
            </a:extLst>
          </p:cNvPr>
          <p:cNvGrpSpPr>
            <a:grpSpLocks/>
          </p:cNvGrpSpPr>
          <p:nvPr/>
        </p:nvGrpSpPr>
        <p:grpSpPr bwMode="auto">
          <a:xfrm>
            <a:off x="9423400" y="2714625"/>
            <a:ext cx="1063625" cy="1231900"/>
            <a:chOff x="5332731" y="3343275"/>
            <a:chExt cx="855345" cy="992188"/>
          </a:xfrm>
        </p:grpSpPr>
        <p:sp>
          <p:nvSpPr>
            <p:cNvPr id="92" name="Freeform 168">
              <a:extLst>
                <a:ext uri="{FF2B5EF4-FFF2-40B4-BE49-F238E27FC236}">
                  <a16:creationId xmlns="" xmlns:a16="http://schemas.microsoft.com/office/drawing/2014/main" id="{D28C4D78-91DA-4AB5-9C87-639CA2758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69">
              <a:extLst>
                <a:ext uri="{FF2B5EF4-FFF2-40B4-BE49-F238E27FC236}">
                  <a16:creationId xmlns="" xmlns:a16="http://schemas.microsoft.com/office/drawing/2014/main" id="{B5DD6C6C-1837-44F6-B91C-8302D2A5BA3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70">
              <a:extLst>
                <a:ext uri="{FF2B5EF4-FFF2-40B4-BE49-F238E27FC236}">
                  <a16:creationId xmlns="" xmlns:a16="http://schemas.microsoft.com/office/drawing/2014/main" id="{C2584B54-CC5F-4A5F-AE67-36D93EA5C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1">
              <a:extLst>
                <a:ext uri="{FF2B5EF4-FFF2-40B4-BE49-F238E27FC236}">
                  <a16:creationId xmlns="" xmlns:a16="http://schemas.microsoft.com/office/drawing/2014/main" id="{F1AA8B4F-F6C0-440C-8404-C4E151FFC42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5">
              <a:extLst>
                <a:ext uri="{FF2B5EF4-FFF2-40B4-BE49-F238E27FC236}">
                  <a16:creationId xmlns="" xmlns:a16="http://schemas.microsoft.com/office/drawing/2014/main" id="{B7125E28-3A03-48AB-B669-5A45B780D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8">
              <a:extLst>
                <a:ext uri="{FF2B5EF4-FFF2-40B4-BE49-F238E27FC236}">
                  <a16:creationId xmlns="" xmlns:a16="http://schemas.microsoft.com/office/drawing/2014/main" id="{1A3E7CB4-3981-4480-9237-99C0C5988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9">
              <a:extLst>
                <a:ext uri="{FF2B5EF4-FFF2-40B4-BE49-F238E27FC236}">
                  <a16:creationId xmlns="" xmlns:a16="http://schemas.microsoft.com/office/drawing/2014/main" id="{E62C92E3-A523-4D2C-A019-6D03F903B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80">
              <a:extLst>
                <a:ext uri="{FF2B5EF4-FFF2-40B4-BE49-F238E27FC236}">
                  <a16:creationId xmlns="" xmlns:a16="http://schemas.microsoft.com/office/drawing/2014/main" id="{032D310C-E207-4135-ADD4-AF998E379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1">
              <a:extLst>
                <a:ext uri="{FF2B5EF4-FFF2-40B4-BE49-F238E27FC236}">
                  <a16:creationId xmlns="" xmlns:a16="http://schemas.microsoft.com/office/drawing/2014/main" id="{5579F719-BED4-4738-ABCA-48A4311880F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Rectangle 182">
              <a:extLst>
                <a:ext uri="{FF2B5EF4-FFF2-40B4-BE49-F238E27FC236}">
                  <a16:creationId xmlns="" xmlns:a16="http://schemas.microsoft.com/office/drawing/2014/main" id="{86EA70A5-FAAF-41F2-A551-65F490A76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83">
              <a:extLst>
                <a:ext uri="{FF2B5EF4-FFF2-40B4-BE49-F238E27FC236}">
                  <a16:creationId xmlns="" xmlns:a16="http://schemas.microsoft.com/office/drawing/2014/main" id="{1AD9D5C3-FC81-4BEA-8F62-36932FCF3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6">
              <a:extLst>
                <a:ext uri="{FF2B5EF4-FFF2-40B4-BE49-F238E27FC236}">
                  <a16:creationId xmlns="" xmlns:a16="http://schemas.microsoft.com/office/drawing/2014/main" id="{36294BE5-D9C4-4EAB-BE9B-E8FF7D3BF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7">
              <a:extLst>
                <a:ext uri="{FF2B5EF4-FFF2-40B4-BE49-F238E27FC236}">
                  <a16:creationId xmlns="" xmlns:a16="http://schemas.microsoft.com/office/drawing/2014/main" id="{CA21D5A8-FBA6-418E-8DC7-8B926B9B0B0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209">
              <a:extLst>
                <a:ext uri="{FF2B5EF4-FFF2-40B4-BE49-F238E27FC236}">
                  <a16:creationId xmlns="" xmlns:a16="http://schemas.microsoft.com/office/drawing/2014/main" id="{BE8E7A51-1B94-46EA-ACEA-4B178E9EE24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" name="Freeform 168">
            <a:extLst>
              <a:ext uri="{FF2B5EF4-FFF2-40B4-BE49-F238E27FC236}">
                <a16:creationId xmlns="" xmlns:a16="http://schemas.microsoft.com/office/drawing/2014/main" id="{8BD3E2AD-B03D-4FDE-83C2-16AA9BF21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9">
            <a:extLst>
              <a:ext uri="{FF2B5EF4-FFF2-40B4-BE49-F238E27FC236}">
                <a16:creationId xmlns="" xmlns:a16="http://schemas.microsoft.com/office/drawing/2014/main" id="{67ED112B-E648-428C-8FF4-12B3CC9B55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70">
            <a:extLst>
              <a:ext uri="{FF2B5EF4-FFF2-40B4-BE49-F238E27FC236}">
                <a16:creationId xmlns="" xmlns:a16="http://schemas.microsoft.com/office/drawing/2014/main" id="{FEA53336-BAF1-480B-A7FB-594F99D60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138" y="2300288"/>
            <a:ext cx="989012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1">
            <a:extLst>
              <a:ext uri="{FF2B5EF4-FFF2-40B4-BE49-F238E27FC236}">
                <a16:creationId xmlns="" xmlns:a16="http://schemas.microsoft.com/office/drawing/2014/main" id="{3ECB9440-F5F1-4174-ACC8-4212F5F4FF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5">
            <a:extLst>
              <a:ext uri="{FF2B5EF4-FFF2-40B4-BE49-F238E27FC236}">
                <a16:creationId xmlns="" xmlns:a16="http://schemas.microsoft.com/office/drawing/2014/main" id="{F133A2C5-3374-497A-8DAE-8E9B4405E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38" y="2319338"/>
            <a:ext cx="976312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8">
            <a:extLst>
              <a:ext uri="{FF2B5EF4-FFF2-40B4-BE49-F238E27FC236}">
                <a16:creationId xmlns="" xmlns:a16="http://schemas.microsoft.com/office/drawing/2014/main" id="{5CB13AD1-93F1-48BF-8F17-5EB3AE38F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9813"/>
            <a:ext cx="3175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9">
            <a:extLst>
              <a:ext uri="{FF2B5EF4-FFF2-40B4-BE49-F238E27FC236}">
                <a16:creationId xmlns="" xmlns:a16="http://schemas.microsoft.com/office/drawing/2014/main" id="{B542772D-790A-4084-8152-4D470C6CF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5050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80">
            <a:extLst>
              <a:ext uri="{FF2B5EF4-FFF2-40B4-BE49-F238E27FC236}">
                <a16:creationId xmlns="" xmlns:a16="http://schemas.microsoft.com/office/drawing/2014/main" id="{07638C50-1674-4D53-9F8A-2068BD384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0288"/>
            <a:ext cx="995362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1">
            <a:extLst>
              <a:ext uri="{FF2B5EF4-FFF2-40B4-BE49-F238E27FC236}">
                <a16:creationId xmlns="" xmlns:a16="http://schemas.microsoft.com/office/drawing/2014/main" id="{AD7E9935-1058-4CBB-9CC0-9FC49B000E0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Rectangle 182">
            <a:extLst>
              <a:ext uri="{FF2B5EF4-FFF2-40B4-BE49-F238E27FC236}">
                <a16:creationId xmlns="" xmlns:a16="http://schemas.microsoft.com/office/drawing/2014/main" id="{35CF0C0D-BD1C-4F0C-8A49-508DC077A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1587" cy="1588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Freeform 183">
            <a:extLst>
              <a:ext uri="{FF2B5EF4-FFF2-40B4-BE49-F238E27FC236}">
                <a16:creationId xmlns="" xmlns:a16="http://schemas.microsoft.com/office/drawing/2014/main" id="{5092FAE1-A83A-48AD-B078-4A5847376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6">
            <a:extLst>
              <a:ext uri="{FF2B5EF4-FFF2-40B4-BE49-F238E27FC236}">
                <a16:creationId xmlns="" xmlns:a16="http://schemas.microsoft.com/office/drawing/2014/main" id="{2FE2FBF3-8C57-434A-8D44-A919843F2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2305050"/>
            <a:ext cx="984250" cy="11890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7">
            <a:extLst>
              <a:ext uri="{FF2B5EF4-FFF2-40B4-BE49-F238E27FC236}">
                <a16:creationId xmlns="" xmlns:a16="http://schemas.microsoft.com/office/drawing/2014/main" id="{2C6B7A3C-415D-4C97-BC34-CF95A4F8A1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209">
            <a:extLst>
              <a:ext uri="{FF2B5EF4-FFF2-40B4-BE49-F238E27FC236}">
                <a16:creationId xmlns="" xmlns:a16="http://schemas.microsoft.com/office/drawing/2014/main" id="{D44F4783-C5E3-43E6-8287-BBFE6E41C0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1563" y="2322513"/>
            <a:ext cx="15875" cy="26987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increasing-stocks-graphic_38888">
            <a:extLst>
              <a:ext uri="{FF2B5EF4-FFF2-40B4-BE49-F238E27FC236}">
                <a16:creationId xmlns="" xmlns:a16="http://schemas.microsoft.com/office/drawing/2014/main" id="{D8C230C7-6C52-4527-98C1-B1C8AA3BB9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758363" y="3179763"/>
            <a:ext cx="315912" cy="31115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="" xmlns:a16="http://schemas.microsoft.com/office/drawing/2014/main" id="{F4725360-A1ED-44FC-8D4E-5B008C3C55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69300" y="3846513"/>
            <a:ext cx="544513" cy="377825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="" xmlns:a16="http://schemas.microsoft.com/office/drawing/2014/main" id="{1353EC8B-61D1-4F8C-BEDB-A596757A5A88}"/>
              </a:ext>
            </a:extLst>
          </p:cNvPr>
          <p:cNvSpPr/>
          <p:nvPr userDrawn="1"/>
        </p:nvSpPr>
        <p:spPr bwMode="auto">
          <a:xfrm>
            <a:off x="8234363" y="2692400"/>
            <a:ext cx="347662" cy="4016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1344680" y="1738313"/>
            <a:ext cx="5419185" cy="1988965"/>
          </a:xfrm>
        </p:spPr>
        <p:txBody>
          <a:bodyPr>
            <a:noAutofit/>
          </a:bodyPr>
          <a:lstStyle>
            <a:lvl1pPr algn="l">
              <a:defRPr sz="11500" b="1">
                <a:solidFill>
                  <a:schemeClr val="bg1"/>
                </a:solidFill>
                <a:latin typeface="+mn-lt"/>
                <a:cs typeface="Ebrima" panose="02000000000000000000" pitchFamily="2" charset="0"/>
              </a:defRPr>
            </a:lvl1pPr>
          </a:lstStyle>
          <a:p>
            <a:r>
              <a:rPr lang="en-US" altLang="zh-CN" noProof="1"/>
              <a:t>/</a:t>
            </a:r>
            <a:endParaRPr lang="zh-CN" altLang="en-US" noProof="1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 hasCustomPrompt="1"/>
          </p:nvPr>
        </p:nvSpPr>
        <p:spPr>
          <a:xfrm>
            <a:off x="1345796" y="3727279"/>
            <a:ext cx="5419185" cy="535160"/>
          </a:xfrm>
        </p:spPr>
        <p:txBody>
          <a:bodyPr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Edit Master text </a:t>
            </a:r>
          </a:p>
        </p:txBody>
      </p:sp>
    </p:spTree>
    <p:extLst>
      <p:ext uri="{BB962C8B-B14F-4D97-AF65-F5344CB8AC3E}">
        <p14:creationId xmlns:p14="http://schemas.microsoft.com/office/powerpoint/2010/main" val="1487517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="" xmlns:a16="http://schemas.microsoft.com/office/drawing/2014/main" id="{C25790C4-96E7-47B2-98D9-A90442BA1067}"/>
              </a:ext>
            </a:extLst>
          </p:cNvPr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69925" y="0"/>
            <a:ext cx="10850563" cy="925506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B8B0DF5E-9061-4720-BB71-23728B4966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4327E7CB-9CE1-4AAA-9E8A-00EA35CC9C0E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516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4527C82D-DABD-4BD3-B32A-CD466225A1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746CFBB3-E2A4-40C3-AD1B-E27C29BCDC02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805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28FE39CA-7A54-4DA1-8DEC-2036FEF5582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14375" y="1387475"/>
            <a:ext cx="2623140" cy="4247516"/>
            <a:chOff x="757282" y="1700808"/>
            <a:chExt cx="2623129" cy="4248096"/>
          </a:xfrm>
        </p:grpSpPr>
        <p:grpSp>
          <p:nvGrpSpPr>
            <p:cNvPr id="3" name="2b751056-6b97-492c-b763-340acee7e99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  <a:extLst>
                <a:ext uri="{FF2B5EF4-FFF2-40B4-BE49-F238E27FC236}">
                  <a16:creationId xmlns="" xmlns:a16="http://schemas.microsoft.com/office/drawing/2014/main" id="{689D706B-B801-4A7E-97C0-CED7C9C748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57282" y="1700808"/>
              <a:ext cx="2623129" cy="4248096"/>
              <a:chOff x="1175743" y="1700808"/>
              <a:chExt cx="2521145" cy="4248096"/>
            </a:xfrm>
          </p:grpSpPr>
          <p:cxnSp>
            <p:nvCxnSpPr>
              <p:cNvPr id="6" name="直接连接符 5">
                <a:extLst>
                  <a:ext uri="{FF2B5EF4-FFF2-40B4-BE49-F238E27FC236}">
                    <a16:creationId xmlns="" xmlns:a16="http://schemas.microsoft.com/office/drawing/2014/main" id="{14B68020-A78B-4674-A4EC-9191CDE850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696888" y="1780800"/>
                <a:ext cx="0" cy="4168104"/>
              </a:xfrm>
              <a:prstGeom prst="line">
                <a:avLst/>
              </a:prstGeom>
              <a:noFill/>
              <a:ln w="3175">
                <a:solidFill>
                  <a:srgbClr val="BF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" name="išľïḋé">
                <a:extLst>
                  <a:ext uri="{FF2B5EF4-FFF2-40B4-BE49-F238E27FC236}">
                    <a16:creationId xmlns="" xmlns:a16="http://schemas.microsoft.com/office/drawing/2014/main" id="{94D24CD7-7253-45D8-843B-80B2009F33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r"/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C</a:t>
                </a:r>
                <a:r>
                  <a:rPr lang="tr-TR" altLang="zh-CN" sz="1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 </a:t>
                </a:r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ONTENTS</a:t>
                </a:r>
              </a:p>
            </p:txBody>
          </p:sp>
        </p:grpSp>
        <p:sp>
          <p:nvSpPr>
            <p:cNvPr id="4" name="poetry_91022">
              <a:extLst>
                <a:ext uri="{FF2B5EF4-FFF2-40B4-BE49-F238E27FC236}">
                  <a16:creationId xmlns="" xmlns:a16="http://schemas.microsoft.com/office/drawing/2014/main" id="{0D6BB768-9400-4234-B0A6-052E356824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9533" y="5008561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1" name="内容占位符 10">
            <a:extLst>
              <a:ext uri="{FF2B5EF4-FFF2-40B4-BE49-F238E27FC236}">
                <a16:creationId xmlns="" xmlns:a16="http://schemas.microsoft.com/office/drawing/2014/main" id="{5EFB80EA-1C0D-45B6-A698-96B981D217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06832" y="1472484"/>
            <a:ext cx="6816725" cy="4167188"/>
          </a:xfrm>
        </p:spPr>
        <p:txBody>
          <a:bodyPr/>
          <a:lstStyle>
            <a:lvl1pPr marL="342900" indent="-342900">
              <a:lnSpc>
                <a:spcPct val="125000"/>
              </a:lnSpc>
              <a:defRPr kumimoji="0" lang="zh-CN" altLang="en-US" sz="1600" b="1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800100" indent="-342900">
              <a:lnSpc>
                <a:spcPct val="125000"/>
              </a:lnSpc>
              <a:defRPr kumimoji="0" lang="zh-CN" altLang="en-US" sz="1400" b="0" i="0" u="none" strike="noStrike" kern="1200" cap="none" spc="0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</a:lstStyle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单击此处编辑母版文本样式</a:t>
            </a:r>
          </a:p>
          <a:p>
            <a:pPr marL="0" marR="0" lvl="1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122024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="" xmlns:a16="http://schemas.microsoft.com/office/drawing/2014/main" id="{D1501A3B-3447-4F2B-ADAE-503830AA78F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Freeform 100">
            <a:extLst>
              <a:ext uri="{FF2B5EF4-FFF2-40B4-BE49-F238E27FC236}">
                <a16:creationId xmlns="" xmlns:a16="http://schemas.microsoft.com/office/drawing/2014/main" id="{9E9B1B0A-F147-48AA-A5DE-03B8826F8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1476375"/>
            <a:ext cx="1931988" cy="1465263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1">
            <a:extLst>
              <a:ext uri="{FF2B5EF4-FFF2-40B4-BE49-F238E27FC236}">
                <a16:creationId xmlns="" xmlns:a16="http://schemas.microsoft.com/office/drawing/2014/main" id="{B754F84E-8490-4166-BFA5-A5D0332C0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88" y="1347788"/>
            <a:ext cx="774700" cy="1593850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2">
            <a:extLst>
              <a:ext uri="{FF2B5EF4-FFF2-40B4-BE49-F238E27FC236}">
                <a16:creationId xmlns="" xmlns:a16="http://schemas.microsoft.com/office/drawing/2014/main" id="{A5859E9E-C291-4776-AD2A-547BB52A5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1208088"/>
            <a:ext cx="1009650" cy="1733550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3">
            <a:extLst>
              <a:ext uri="{FF2B5EF4-FFF2-40B4-BE49-F238E27FC236}">
                <a16:creationId xmlns="" xmlns:a16="http://schemas.microsoft.com/office/drawing/2014/main" id="{84012C9C-CCEF-4B10-BD34-2BA7046AE08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636713" y="1446213"/>
            <a:ext cx="74612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4">
            <a:extLst>
              <a:ext uri="{FF2B5EF4-FFF2-40B4-BE49-F238E27FC236}">
                <a16:creationId xmlns="" xmlns:a16="http://schemas.microsoft.com/office/drawing/2014/main" id="{6C2C5392-8085-47E5-ADA2-0121AB4237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11475" y="1319213"/>
            <a:ext cx="74613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5">
            <a:extLst>
              <a:ext uri="{FF2B5EF4-FFF2-40B4-BE49-F238E27FC236}">
                <a16:creationId xmlns="" xmlns:a16="http://schemas.microsoft.com/office/drawing/2014/main" id="{DEBD5C80-6B4B-4324-B775-6F17D2D0DE0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00350" y="1177925"/>
            <a:ext cx="74613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6">
            <a:extLst>
              <a:ext uri="{FF2B5EF4-FFF2-40B4-BE49-F238E27FC236}">
                <a16:creationId xmlns="" xmlns:a16="http://schemas.microsoft.com/office/drawing/2014/main" id="{56C9CF85-CF6D-46EB-B1B9-359294F7F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1100138"/>
            <a:ext cx="1487488" cy="184150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7">
            <a:extLst>
              <a:ext uri="{FF2B5EF4-FFF2-40B4-BE49-F238E27FC236}">
                <a16:creationId xmlns="" xmlns:a16="http://schemas.microsoft.com/office/drawing/2014/main" id="{D84B2DD6-3814-4F72-AA23-465C261DC72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4316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8">
            <a:extLst>
              <a:ext uri="{FF2B5EF4-FFF2-40B4-BE49-F238E27FC236}">
                <a16:creationId xmlns="" xmlns:a16="http://schemas.microsoft.com/office/drawing/2014/main" id="{169DB64A-D1FB-4A03-A513-76F01D589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1100138"/>
            <a:ext cx="1052512" cy="184150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9">
            <a:extLst>
              <a:ext uri="{FF2B5EF4-FFF2-40B4-BE49-F238E27FC236}">
                <a16:creationId xmlns="" xmlns:a16="http://schemas.microsoft.com/office/drawing/2014/main" id="{C761D5EA-1D1C-4992-9AF7-333C4BADAD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140325" y="1069975"/>
            <a:ext cx="73025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0">
            <a:extLst>
              <a:ext uri="{FF2B5EF4-FFF2-40B4-BE49-F238E27FC236}">
                <a16:creationId xmlns="" xmlns:a16="http://schemas.microsoft.com/office/drawing/2014/main" id="{F6CFCDF6-27D8-4082-9743-1DDF0204732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284788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1">
            <a:extLst>
              <a:ext uri="{FF2B5EF4-FFF2-40B4-BE49-F238E27FC236}">
                <a16:creationId xmlns="" xmlns:a16="http://schemas.microsoft.com/office/drawing/2014/main" id="{5AF066AD-2A75-4CE0-9985-9E485D212BE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3401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2">
            <a:extLst>
              <a:ext uri="{FF2B5EF4-FFF2-40B4-BE49-F238E27FC236}">
                <a16:creationId xmlns="" xmlns:a16="http://schemas.microsoft.com/office/drawing/2014/main" id="{430A2212-C0FC-49AD-8682-A12C1F9D0E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578475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3">
            <a:extLst>
              <a:ext uri="{FF2B5EF4-FFF2-40B4-BE49-F238E27FC236}">
                <a16:creationId xmlns="" xmlns:a16="http://schemas.microsoft.com/office/drawing/2014/main" id="{D046BB3D-BC01-42D9-BA04-8CCE94C185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727700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4">
            <a:extLst>
              <a:ext uri="{FF2B5EF4-FFF2-40B4-BE49-F238E27FC236}">
                <a16:creationId xmlns="" xmlns:a16="http://schemas.microsoft.com/office/drawing/2014/main" id="{1A57CF94-A167-4B8C-9CAB-F801ED5A5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872163" y="1069975"/>
            <a:ext cx="74612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7">
            <a:extLst>
              <a:ext uri="{FF2B5EF4-FFF2-40B4-BE49-F238E27FC236}">
                <a16:creationId xmlns="" xmlns:a16="http://schemas.microsoft.com/office/drawing/2014/main" id="{0AC5C741-51D7-459F-9144-1E944F3744F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7688" y="2646363"/>
            <a:ext cx="5056187" cy="2938462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8">
            <a:extLst>
              <a:ext uri="{FF2B5EF4-FFF2-40B4-BE49-F238E27FC236}">
                <a16:creationId xmlns="" xmlns:a16="http://schemas.microsoft.com/office/drawing/2014/main" id="{86C4773B-B1B7-4080-BA05-440FB6AAC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2295525"/>
            <a:ext cx="5260975" cy="2982913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9">
            <a:extLst>
              <a:ext uri="{FF2B5EF4-FFF2-40B4-BE49-F238E27FC236}">
                <a16:creationId xmlns="" xmlns:a16="http://schemas.microsoft.com/office/drawing/2014/main" id="{AC4D9720-5100-411A-901D-B888CE00D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168650"/>
            <a:ext cx="5260975" cy="2097088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0">
            <a:extLst>
              <a:ext uri="{FF2B5EF4-FFF2-40B4-BE49-F238E27FC236}">
                <a16:creationId xmlns="" xmlns:a16="http://schemas.microsoft.com/office/drawing/2014/main" id="{C18E6281-1439-4738-A204-527A0E249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214688"/>
            <a:ext cx="5260975" cy="2017712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1">
            <a:extLst>
              <a:ext uri="{FF2B5EF4-FFF2-40B4-BE49-F238E27FC236}">
                <a16:creationId xmlns="" xmlns:a16="http://schemas.microsoft.com/office/drawing/2014/main" id="{A80684C8-BD2D-4F8B-AE79-EF0E6623A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2097088"/>
            <a:ext cx="5295900" cy="3057525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2">
            <a:extLst>
              <a:ext uri="{FF2B5EF4-FFF2-40B4-BE49-F238E27FC236}">
                <a16:creationId xmlns="" xmlns:a16="http://schemas.microsoft.com/office/drawing/2014/main" id="{FC982295-AF39-446F-8B26-A196A5A10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4905375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3">
            <a:extLst>
              <a:ext uri="{FF2B5EF4-FFF2-40B4-BE49-F238E27FC236}">
                <a16:creationId xmlns="" xmlns:a16="http://schemas.microsoft.com/office/drawing/2014/main" id="{3DE41D60-69F3-4AD8-A3C4-DB5F6C6B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4948238"/>
            <a:ext cx="34925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4">
            <a:extLst>
              <a:ext uri="{FF2B5EF4-FFF2-40B4-BE49-F238E27FC236}">
                <a16:creationId xmlns="" xmlns:a16="http://schemas.microsoft.com/office/drawing/2014/main" id="{671B2D73-DE1F-4F18-A735-6ED7EF0D8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499268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5">
            <a:extLst>
              <a:ext uri="{FF2B5EF4-FFF2-40B4-BE49-F238E27FC236}">
                <a16:creationId xmlns="" xmlns:a16="http://schemas.microsoft.com/office/drawing/2014/main" id="{5FE95CCB-A33F-4C44-B0FE-664619959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314825"/>
            <a:ext cx="39687" cy="52388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6">
            <a:extLst>
              <a:ext uri="{FF2B5EF4-FFF2-40B4-BE49-F238E27FC236}">
                <a16:creationId xmlns="" xmlns:a16="http://schemas.microsoft.com/office/drawing/2014/main" id="{BF592E61-56AC-4BBC-9A71-C2A7F7572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4356100"/>
            <a:ext cx="42862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7">
            <a:extLst>
              <a:ext uri="{FF2B5EF4-FFF2-40B4-BE49-F238E27FC236}">
                <a16:creationId xmlns="" xmlns:a16="http://schemas.microsoft.com/office/drawing/2014/main" id="{1DD08F44-ADCA-4FAA-BCDB-D45DFC43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4402138"/>
            <a:ext cx="39687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8">
            <a:extLst>
              <a:ext uri="{FF2B5EF4-FFF2-40B4-BE49-F238E27FC236}">
                <a16:creationId xmlns="" xmlns:a16="http://schemas.microsoft.com/office/drawing/2014/main" id="{1F8B2D33-8F37-4844-96B6-DCD16473B3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043238" y="2084388"/>
            <a:ext cx="833437" cy="43815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9">
            <a:extLst>
              <a:ext uri="{FF2B5EF4-FFF2-40B4-BE49-F238E27FC236}">
                <a16:creationId xmlns="" xmlns:a16="http://schemas.microsoft.com/office/drawing/2014/main" id="{E472FF78-17E6-4FCD-9B8C-E836EAED9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0">
            <a:extLst>
              <a:ext uri="{FF2B5EF4-FFF2-40B4-BE49-F238E27FC236}">
                <a16:creationId xmlns="" xmlns:a16="http://schemas.microsoft.com/office/drawing/2014/main" id="{9FCFE153-0A16-4933-B53D-FE9BF4F6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1">
            <a:extLst>
              <a:ext uri="{FF2B5EF4-FFF2-40B4-BE49-F238E27FC236}">
                <a16:creationId xmlns="" xmlns:a16="http://schemas.microsoft.com/office/drawing/2014/main" id="{5B4D1BD2-208D-43AE-BA49-8B14AECE7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2108200"/>
            <a:ext cx="17463" cy="25400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2">
            <a:extLst>
              <a:ext uri="{FF2B5EF4-FFF2-40B4-BE49-F238E27FC236}">
                <a16:creationId xmlns="" xmlns:a16="http://schemas.microsoft.com/office/drawing/2014/main" id="{2CB22EA3-BADB-4384-BFA3-C06DF35E5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2084388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3">
            <a:extLst>
              <a:ext uri="{FF2B5EF4-FFF2-40B4-BE49-F238E27FC236}">
                <a16:creationId xmlns="" xmlns:a16="http://schemas.microsoft.com/office/drawing/2014/main" id="{43AE9CDA-2392-437A-AB8F-27E81AB57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2882900"/>
            <a:ext cx="1970087" cy="11874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4">
            <a:extLst>
              <a:ext uri="{FF2B5EF4-FFF2-40B4-BE49-F238E27FC236}">
                <a16:creationId xmlns="" xmlns:a16="http://schemas.microsoft.com/office/drawing/2014/main" id="{ACE168ED-DDF0-450D-ABFA-09DDD9934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4029075"/>
            <a:ext cx="1854200" cy="1087438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组合 41">
            <a:extLst>
              <a:ext uri="{FF2B5EF4-FFF2-40B4-BE49-F238E27FC236}">
                <a16:creationId xmlns="" xmlns:a16="http://schemas.microsoft.com/office/drawing/2014/main" id="{FC671DB3-08A4-49B5-B985-6EFAFAFCBA2D}"/>
              </a:ext>
            </a:extLst>
          </p:cNvPr>
          <p:cNvGrpSpPr>
            <a:grpSpLocks/>
          </p:cNvGrpSpPr>
          <p:nvPr/>
        </p:nvGrpSpPr>
        <p:grpSpPr bwMode="auto">
          <a:xfrm>
            <a:off x="388938" y="2109788"/>
            <a:ext cx="5316537" cy="3054350"/>
            <a:chOff x="7564437" y="4244495"/>
            <a:chExt cx="4236358" cy="2433801"/>
          </a:xfrm>
        </p:grpSpPr>
        <p:sp>
          <p:nvSpPr>
            <p:cNvPr id="43" name="Freeform 238">
              <a:extLst>
                <a:ext uri="{FF2B5EF4-FFF2-40B4-BE49-F238E27FC236}">
                  <a16:creationId xmlns="" xmlns:a16="http://schemas.microsoft.com/office/drawing/2014/main" id="{DC4B81A3-97E6-4707-A466-F92F06ECE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="" xmlns:a16="http://schemas.microsoft.com/office/drawing/2014/main" id="{A050C75A-8D86-4374-AC65-4FF58307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="" xmlns:a16="http://schemas.microsoft.com/office/drawing/2014/main" id="{99E7C69A-9566-4E8E-B735-842F824F5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="" xmlns:a16="http://schemas.microsoft.com/office/drawing/2014/main" id="{E67EB1E3-0B58-4ADF-B968-E2ECABB43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Freeform 135">
            <a:extLst>
              <a:ext uri="{FF2B5EF4-FFF2-40B4-BE49-F238E27FC236}">
                <a16:creationId xmlns="" xmlns:a16="http://schemas.microsoft.com/office/drawing/2014/main" id="{9AA94A5D-629E-483B-B93F-E0C4A658EF0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98775" y="3843338"/>
            <a:ext cx="1114425" cy="64928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7">
            <a:extLst>
              <a:ext uri="{FF2B5EF4-FFF2-40B4-BE49-F238E27FC236}">
                <a16:creationId xmlns="" xmlns:a16="http://schemas.microsoft.com/office/drawing/2014/main" id="{DAC70147-8692-4FF3-B7EB-2157CCD7A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6">
            <a:extLst>
              <a:ext uri="{FF2B5EF4-FFF2-40B4-BE49-F238E27FC236}">
                <a16:creationId xmlns="" xmlns:a16="http://schemas.microsoft.com/office/drawing/2014/main" id="{385E68FE-5D09-432B-99FC-CC88F37D5BB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963988" y="3127375"/>
            <a:ext cx="1295400" cy="64452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8">
            <a:extLst>
              <a:ext uri="{FF2B5EF4-FFF2-40B4-BE49-F238E27FC236}">
                <a16:creationId xmlns="" xmlns:a16="http://schemas.microsoft.com/office/drawing/2014/main" id="{96058411-3529-4DC4-BB4A-0DF91714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9">
            <a:extLst>
              <a:ext uri="{FF2B5EF4-FFF2-40B4-BE49-F238E27FC236}">
                <a16:creationId xmlns="" xmlns:a16="http://schemas.microsoft.com/office/drawing/2014/main" id="{D1C2EABB-03C2-40C9-BA63-A0170D6132B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7763" y="2695575"/>
            <a:ext cx="1250950" cy="687388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0">
            <a:extLst>
              <a:ext uri="{FF2B5EF4-FFF2-40B4-BE49-F238E27FC236}">
                <a16:creationId xmlns="" xmlns:a16="http://schemas.microsoft.com/office/drawing/2014/main" id="{8FE2AB22-B85D-41F0-810B-7B738A0CB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1">
            <a:extLst>
              <a:ext uri="{FF2B5EF4-FFF2-40B4-BE49-F238E27FC236}">
                <a16:creationId xmlns="" xmlns:a16="http://schemas.microsoft.com/office/drawing/2014/main" id="{E76382D2-16F2-4D91-9ACF-85956555B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2">
            <a:extLst>
              <a:ext uri="{FF2B5EF4-FFF2-40B4-BE49-F238E27FC236}">
                <a16:creationId xmlns="" xmlns:a16="http://schemas.microsoft.com/office/drawing/2014/main" id="{CEAFC3E1-B3B7-42DC-95D4-56F40F86F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89450"/>
            <a:ext cx="153988" cy="180975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3">
            <a:extLst>
              <a:ext uri="{FF2B5EF4-FFF2-40B4-BE49-F238E27FC236}">
                <a16:creationId xmlns="" xmlns:a16="http://schemas.microsoft.com/office/drawing/2014/main" id="{1CA4E850-99C0-4684-AD7B-26F1AD43A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608513"/>
            <a:ext cx="173038" cy="144462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4">
            <a:extLst>
              <a:ext uri="{FF2B5EF4-FFF2-40B4-BE49-F238E27FC236}">
                <a16:creationId xmlns="" xmlns:a16="http://schemas.microsoft.com/office/drawing/2014/main" id="{FDEF00B1-D549-4C91-ACC5-CBA5D12AF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4314825"/>
            <a:ext cx="1508125" cy="355600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5">
            <a:extLst>
              <a:ext uri="{FF2B5EF4-FFF2-40B4-BE49-F238E27FC236}">
                <a16:creationId xmlns="" xmlns:a16="http://schemas.microsoft.com/office/drawing/2014/main" id="{9A4E88C2-79ED-46D3-8955-2EA725F4C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138" y="3184525"/>
            <a:ext cx="919162" cy="1143000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6">
            <a:extLst>
              <a:ext uri="{FF2B5EF4-FFF2-40B4-BE49-F238E27FC236}">
                <a16:creationId xmlns="" xmlns:a16="http://schemas.microsoft.com/office/drawing/2014/main" id="{F8F1ABD8-8DCF-42BE-A3B4-6BA4C65C9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3460750"/>
            <a:ext cx="1555750" cy="373063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0">
            <a:extLst>
              <a:ext uri="{FF2B5EF4-FFF2-40B4-BE49-F238E27FC236}">
                <a16:creationId xmlns="" xmlns:a16="http://schemas.microsoft.com/office/drawing/2014/main" id="{9B5C9F7F-2072-4A7C-B981-C041743A5DE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1">
            <a:extLst>
              <a:ext uri="{FF2B5EF4-FFF2-40B4-BE49-F238E27FC236}">
                <a16:creationId xmlns="" xmlns:a16="http://schemas.microsoft.com/office/drawing/2014/main" id="{E4D34405-0D6B-4B93-B1B5-D7E87BB9A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2">
            <a:extLst>
              <a:ext uri="{FF2B5EF4-FFF2-40B4-BE49-F238E27FC236}">
                <a16:creationId xmlns="" xmlns:a16="http://schemas.microsoft.com/office/drawing/2014/main" id="{A22F668A-2AFA-4338-8247-881F24AC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3">
            <a:extLst>
              <a:ext uri="{FF2B5EF4-FFF2-40B4-BE49-F238E27FC236}">
                <a16:creationId xmlns="" xmlns:a16="http://schemas.microsoft.com/office/drawing/2014/main" id="{467314C6-A86B-4F19-84CC-68BF342784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206875" y="3544888"/>
            <a:ext cx="441325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7">
            <a:extLst>
              <a:ext uri="{FF2B5EF4-FFF2-40B4-BE49-F238E27FC236}">
                <a16:creationId xmlns="" xmlns:a16="http://schemas.microsoft.com/office/drawing/2014/main" id="{1BF83113-19A6-46C9-9655-8F0017C40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35238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8">
            <a:extLst>
              <a:ext uri="{FF2B5EF4-FFF2-40B4-BE49-F238E27FC236}">
                <a16:creationId xmlns="" xmlns:a16="http://schemas.microsoft.com/office/drawing/2014/main" id="{D7C864B2-C3FD-471D-BB1D-6D5B010E7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7300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9">
            <a:extLst>
              <a:ext uri="{FF2B5EF4-FFF2-40B4-BE49-F238E27FC236}">
                <a16:creationId xmlns="" xmlns:a16="http://schemas.microsoft.com/office/drawing/2014/main" id="{98EC6CF7-E47F-4A0B-9369-2FB873D42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2538"/>
            <a:ext cx="1003300" cy="1192212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0">
            <a:extLst>
              <a:ext uri="{FF2B5EF4-FFF2-40B4-BE49-F238E27FC236}">
                <a16:creationId xmlns="" xmlns:a16="http://schemas.microsoft.com/office/drawing/2014/main" id="{258615DC-1A0C-44BB-8ABD-36D8B7BCC5E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0775" y="2530475"/>
            <a:ext cx="7938" cy="4763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4">
            <a:extLst>
              <a:ext uri="{FF2B5EF4-FFF2-40B4-BE49-F238E27FC236}">
                <a16:creationId xmlns="" xmlns:a16="http://schemas.microsoft.com/office/drawing/2014/main" id="{48873869-26AB-4A9F-A481-7C7111A2C7D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979487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2">
            <a:extLst>
              <a:ext uri="{FF2B5EF4-FFF2-40B4-BE49-F238E27FC236}">
                <a16:creationId xmlns="" xmlns:a16="http://schemas.microsoft.com/office/drawing/2014/main" id="{EC497003-DBD3-4806-BCA0-5CA18EFAE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3">
            <a:extLst>
              <a:ext uri="{FF2B5EF4-FFF2-40B4-BE49-F238E27FC236}">
                <a16:creationId xmlns="" xmlns:a16="http://schemas.microsoft.com/office/drawing/2014/main" id="{B747C441-5A21-40AF-A711-EC145603D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4">
            <a:extLst>
              <a:ext uri="{FF2B5EF4-FFF2-40B4-BE49-F238E27FC236}">
                <a16:creationId xmlns="" xmlns:a16="http://schemas.microsoft.com/office/drawing/2014/main" id="{4F3B3C19-8717-4B84-BAF1-F7E1213C12B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62275" y="4264025"/>
            <a:ext cx="438150" cy="15716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5">
            <a:extLst>
              <a:ext uri="{FF2B5EF4-FFF2-40B4-BE49-F238E27FC236}">
                <a16:creationId xmlns="" xmlns:a16="http://schemas.microsoft.com/office/drawing/2014/main" id="{45FD2AC0-4EE3-4E63-801A-6940FF69D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6">
            <a:extLst>
              <a:ext uri="{FF2B5EF4-FFF2-40B4-BE49-F238E27FC236}">
                <a16:creationId xmlns="" xmlns:a16="http://schemas.microsoft.com/office/drawing/2014/main" id="{34844A0F-31A9-498B-AB22-9A3B9F429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7">
            <a:extLst>
              <a:ext uri="{FF2B5EF4-FFF2-40B4-BE49-F238E27FC236}">
                <a16:creationId xmlns="" xmlns:a16="http://schemas.microsoft.com/office/drawing/2014/main" id="{0C9FE571-6504-4D50-95FA-C26A1E0FD13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8">
            <a:extLst>
              <a:ext uri="{FF2B5EF4-FFF2-40B4-BE49-F238E27FC236}">
                <a16:creationId xmlns="" xmlns:a16="http://schemas.microsoft.com/office/drawing/2014/main" id="{235EC29E-561F-4502-A6EC-0476AB951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8">
            <a:extLst>
              <a:ext uri="{FF2B5EF4-FFF2-40B4-BE49-F238E27FC236}">
                <a16:creationId xmlns="" xmlns:a16="http://schemas.microsoft.com/office/drawing/2014/main" id="{AE44EABA-F0D6-48DC-9067-7D8D8D01B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9">
            <a:extLst>
              <a:ext uri="{FF2B5EF4-FFF2-40B4-BE49-F238E27FC236}">
                <a16:creationId xmlns="" xmlns:a16="http://schemas.microsoft.com/office/drawing/2014/main" id="{FA0F6601-90E8-4201-8DC9-55A6E6826EA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0">
            <a:extLst>
              <a:ext uri="{FF2B5EF4-FFF2-40B4-BE49-F238E27FC236}">
                <a16:creationId xmlns="" xmlns:a16="http://schemas.microsoft.com/office/drawing/2014/main" id="{685DC869-5BF0-4A5C-92C1-825CFA31C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3241675"/>
            <a:ext cx="998537" cy="12223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1">
            <a:extLst>
              <a:ext uri="{FF2B5EF4-FFF2-40B4-BE49-F238E27FC236}">
                <a16:creationId xmlns="" xmlns:a16="http://schemas.microsoft.com/office/drawing/2014/main" id="{E4392ACA-855B-4EE2-9DE7-50DE9DA824D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5">
            <a:extLst>
              <a:ext uri="{FF2B5EF4-FFF2-40B4-BE49-F238E27FC236}">
                <a16:creationId xmlns="" xmlns:a16="http://schemas.microsoft.com/office/drawing/2014/main" id="{2CC41932-B45C-4518-B132-5AB45491D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188" y="3262313"/>
            <a:ext cx="985837" cy="1195387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8">
            <a:extLst>
              <a:ext uri="{FF2B5EF4-FFF2-40B4-BE49-F238E27FC236}">
                <a16:creationId xmlns="" xmlns:a16="http://schemas.microsoft.com/office/drawing/2014/main" id="{4CB39093-5ACA-46CC-8444-43366D098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2788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9">
            <a:extLst>
              <a:ext uri="{FF2B5EF4-FFF2-40B4-BE49-F238E27FC236}">
                <a16:creationId xmlns="" xmlns:a16="http://schemas.microsoft.com/office/drawing/2014/main" id="{F9D766FB-DE9B-4F4A-98DF-AB1A6C892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6438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0">
            <a:extLst>
              <a:ext uri="{FF2B5EF4-FFF2-40B4-BE49-F238E27FC236}">
                <a16:creationId xmlns="" xmlns:a16="http://schemas.microsoft.com/office/drawing/2014/main" id="{7D1C4006-8482-4DB8-88E9-3934F97DA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1675"/>
            <a:ext cx="1004887" cy="11938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1">
            <a:extLst>
              <a:ext uri="{FF2B5EF4-FFF2-40B4-BE49-F238E27FC236}">
                <a16:creationId xmlns="" xmlns:a16="http://schemas.microsoft.com/office/drawing/2014/main" id="{4D0D5918-119E-4D26-BD83-B2C7ABD74FB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Rectangle 182">
            <a:extLst>
              <a:ext uri="{FF2B5EF4-FFF2-40B4-BE49-F238E27FC236}">
                <a16:creationId xmlns="" xmlns:a16="http://schemas.microsoft.com/office/drawing/2014/main" id="{AE613C82-F884-4DC9-9277-4B21560BC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1587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3">
            <a:extLst>
              <a:ext uri="{FF2B5EF4-FFF2-40B4-BE49-F238E27FC236}">
                <a16:creationId xmlns="" xmlns:a16="http://schemas.microsoft.com/office/drawing/2014/main" id="{D8756AA1-23A1-4CA0-B349-3C9C35AB2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6">
            <a:extLst>
              <a:ext uri="{FF2B5EF4-FFF2-40B4-BE49-F238E27FC236}">
                <a16:creationId xmlns="" xmlns:a16="http://schemas.microsoft.com/office/drawing/2014/main" id="{BE9BDD4E-EDB3-44C0-93CF-B76D90F85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3246438"/>
            <a:ext cx="993775" cy="12017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7">
            <a:extLst>
              <a:ext uri="{FF2B5EF4-FFF2-40B4-BE49-F238E27FC236}">
                <a16:creationId xmlns="" xmlns:a16="http://schemas.microsoft.com/office/drawing/2014/main" id="{A5B9303C-609D-4806-A6F2-A51E180B57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977900" cy="11953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09">
            <a:extLst>
              <a:ext uri="{FF2B5EF4-FFF2-40B4-BE49-F238E27FC236}">
                <a16:creationId xmlns="" xmlns:a16="http://schemas.microsoft.com/office/drawing/2014/main" id="{74F8F791-0B62-4827-B2F1-D0504FE0E10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143250" y="3263900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7">
            <a:extLst>
              <a:ext uri="{FF2B5EF4-FFF2-40B4-BE49-F238E27FC236}">
                <a16:creationId xmlns="" xmlns:a16="http://schemas.microsoft.com/office/drawing/2014/main" id="{11EC5DF8-5E89-496F-8081-5FB743F47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2514600"/>
            <a:ext cx="123825" cy="180975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8">
            <a:extLst>
              <a:ext uri="{FF2B5EF4-FFF2-40B4-BE49-F238E27FC236}">
                <a16:creationId xmlns="" xmlns:a16="http://schemas.microsoft.com/office/drawing/2014/main" id="{6E73F24A-6E9E-4B84-9E02-F5629523D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2600325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9">
            <a:extLst>
              <a:ext uri="{FF2B5EF4-FFF2-40B4-BE49-F238E27FC236}">
                <a16:creationId xmlns="" xmlns:a16="http://schemas.microsoft.com/office/drawing/2014/main" id="{BFACD187-1051-4D82-8320-1DAAC7A8F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2687638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2" name="组合 87">
            <a:extLst>
              <a:ext uri="{FF2B5EF4-FFF2-40B4-BE49-F238E27FC236}">
                <a16:creationId xmlns="" xmlns:a16="http://schemas.microsoft.com/office/drawing/2014/main" id="{9BF249A1-4B86-4E76-BEEA-C488BE876470}"/>
              </a:ext>
            </a:extLst>
          </p:cNvPr>
          <p:cNvGrpSpPr>
            <a:grpSpLocks/>
          </p:cNvGrpSpPr>
          <p:nvPr/>
        </p:nvGrpSpPr>
        <p:grpSpPr bwMode="auto">
          <a:xfrm>
            <a:off x="3649663" y="2506663"/>
            <a:ext cx="1073150" cy="1244600"/>
            <a:chOff x="5332731" y="3343275"/>
            <a:chExt cx="855345" cy="992188"/>
          </a:xfrm>
        </p:grpSpPr>
        <p:sp>
          <p:nvSpPr>
            <p:cNvPr id="93" name="Freeform 168">
              <a:extLst>
                <a:ext uri="{FF2B5EF4-FFF2-40B4-BE49-F238E27FC236}">
                  <a16:creationId xmlns="" xmlns:a16="http://schemas.microsoft.com/office/drawing/2014/main" id="{CE1CA0CA-5096-44EA-8D87-2E4D1DA89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69">
              <a:extLst>
                <a:ext uri="{FF2B5EF4-FFF2-40B4-BE49-F238E27FC236}">
                  <a16:creationId xmlns="" xmlns:a16="http://schemas.microsoft.com/office/drawing/2014/main" id="{73FF06F4-C87D-42E3-B462-6C99F9C19E9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0">
              <a:extLst>
                <a:ext uri="{FF2B5EF4-FFF2-40B4-BE49-F238E27FC236}">
                  <a16:creationId xmlns="" xmlns:a16="http://schemas.microsoft.com/office/drawing/2014/main" id="{C763CF50-EE1F-446E-A897-0607512BE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1">
              <a:extLst>
                <a:ext uri="{FF2B5EF4-FFF2-40B4-BE49-F238E27FC236}">
                  <a16:creationId xmlns="" xmlns:a16="http://schemas.microsoft.com/office/drawing/2014/main" id="{9E220766-4E47-4AB6-B40C-DF1BA1E3658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5">
              <a:extLst>
                <a:ext uri="{FF2B5EF4-FFF2-40B4-BE49-F238E27FC236}">
                  <a16:creationId xmlns="" xmlns:a16="http://schemas.microsoft.com/office/drawing/2014/main" id="{CBAE04A0-1673-4DA8-ADD1-7F75FC0B9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8">
              <a:extLst>
                <a:ext uri="{FF2B5EF4-FFF2-40B4-BE49-F238E27FC236}">
                  <a16:creationId xmlns="" xmlns:a16="http://schemas.microsoft.com/office/drawing/2014/main" id="{BFAA404D-07BC-435C-92F1-7EAC66343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79">
              <a:extLst>
                <a:ext uri="{FF2B5EF4-FFF2-40B4-BE49-F238E27FC236}">
                  <a16:creationId xmlns="" xmlns:a16="http://schemas.microsoft.com/office/drawing/2014/main" id="{D490FBBA-3B99-4D1F-8880-ED9BBB009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0">
              <a:extLst>
                <a:ext uri="{FF2B5EF4-FFF2-40B4-BE49-F238E27FC236}">
                  <a16:creationId xmlns="" xmlns:a16="http://schemas.microsoft.com/office/drawing/2014/main" id="{05706127-DCED-4513-840A-3BD3AB114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181">
              <a:extLst>
                <a:ext uri="{FF2B5EF4-FFF2-40B4-BE49-F238E27FC236}">
                  <a16:creationId xmlns="" xmlns:a16="http://schemas.microsoft.com/office/drawing/2014/main" id="{2EC828FC-01D2-484F-9636-FEE3D4CC282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Rectangle 182">
              <a:extLst>
                <a:ext uri="{FF2B5EF4-FFF2-40B4-BE49-F238E27FC236}">
                  <a16:creationId xmlns="" xmlns:a16="http://schemas.microsoft.com/office/drawing/2014/main" id="{66AE8E7E-FFF4-4CCB-8979-7822DC9AC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3">
              <a:extLst>
                <a:ext uri="{FF2B5EF4-FFF2-40B4-BE49-F238E27FC236}">
                  <a16:creationId xmlns="" xmlns:a16="http://schemas.microsoft.com/office/drawing/2014/main" id="{8676D9B5-53AC-4347-9C36-47D1E2013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6">
              <a:extLst>
                <a:ext uri="{FF2B5EF4-FFF2-40B4-BE49-F238E27FC236}">
                  <a16:creationId xmlns="" xmlns:a16="http://schemas.microsoft.com/office/drawing/2014/main" id="{BB5420F2-868C-45B1-BAC0-89DC0CF6F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87">
              <a:extLst>
                <a:ext uri="{FF2B5EF4-FFF2-40B4-BE49-F238E27FC236}">
                  <a16:creationId xmlns="" xmlns:a16="http://schemas.microsoft.com/office/drawing/2014/main" id="{212E335B-E0EE-4EA2-8379-C441DD026D1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209">
              <a:extLst>
                <a:ext uri="{FF2B5EF4-FFF2-40B4-BE49-F238E27FC236}">
                  <a16:creationId xmlns="" xmlns:a16="http://schemas.microsoft.com/office/drawing/2014/main" id="{E245FF98-59F8-42A9-8B51-D1B16ADCEA8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" name="Freeform 168">
            <a:extLst>
              <a:ext uri="{FF2B5EF4-FFF2-40B4-BE49-F238E27FC236}">
                <a16:creationId xmlns="" xmlns:a16="http://schemas.microsoft.com/office/drawing/2014/main" id="{C0745924-2690-4861-BFA6-57FA63001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="" xmlns:a16="http://schemas.microsoft.com/office/drawing/2014/main" id="{3BA63241-B4F6-41AD-8097-BA7F17D9808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="" xmlns:a16="http://schemas.microsoft.com/office/drawing/2014/main" id="{EE9F85AD-BD72-44CB-8220-D182FCEE2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2089150"/>
            <a:ext cx="998538" cy="12207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="" xmlns:a16="http://schemas.microsoft.com/office/drawing/2014/main" id="{F9ED6832-E143-46A5-BEDE-DB6969F31A0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="" xmlns:a16="http://schemas.microsoft.com/office/drawing/2014/main" id="{2A5206FA-8AC0-4D97-B849-CB9E5D956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825" y="2108200"/>
            <a:ext cx="985838" cy="1195388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="" xmlns:a16="http://schemas.microsoft.com/office/drawing/2014/main" id="{0B844651-D0F8-4D4A-8564-83B4253D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8675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="" xmlns:a16="http://schemas.microsoft.com/office/drawing/2014/main" id="{2FB07380-BAF5-4752-BF7D-B046D6DD3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2325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="" xmlns:a16="http://schemas.microsoft.com/office/drawing/2014/main" id="{5054D291-0697-4316-8BCA-AF35364DF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89150"/>
            <a:ext cx="1004888" cy="1192213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="" xmlns:a16="http://schemas.microsoft.com/office/drawing/2014/main" id="{34CE39BF-0A01-457A-B10F-2271DE7911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="" xmlns:a16="http://schemas.microsoft.com/office/drawing/2014/main" id="{5AB752B0-98E4-4536-A922-C0F815996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1588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="" xmlns:a16="http://schemas.microsoft.com/office/drawing/2014/main" id="{1FB66A94-FBB2-4076-9F76-9E9EAAC5E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="" xmlns:a16="http://schemas.microsoft.com/office/drawing/2014/main" id="{59541746-04EE-4389-A2E2-39D3E067B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2092325"/>
            <a:ext cx="993775" cy="12017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="" xmlns:a16="http://schemas.microsoft.com/office/drawing/2014/main" id="{895B4344-C9C8-4955-9C22-E848BB0EBB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977900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="" xmlns:a16="http://schemas.microsoft.com/office/drawing/2014/main" id="{2691B07F-7AEB-44A0-B4AE-1AF0FF1D0D8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09888" y="2109788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="" xmlns:a16="http://schemas.microsoft.com/office/drawing/2014/main" id="{FB2E26C0-A535-4D34-870F-2DC9AB8C3E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17788" y="3695700"/>
            <a:ext cx="568325" cy="387350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="" xmlns:a16="http://schemas.microsoft.com/office/drawing/2014/main" id="{BF2DDFB1-6C1B-4514-9752-CFBF77FA25B1}"/>
              </a:ext>
            </a:extLst>
          </p:cNvPr>
          <p:cNvSpPr/>
          <p:nvPr userDrawn="1"/>
        </p:nvSpPr>
        <p:spPr bwMode="auto">
          <a:xfrm>
            <a:off x="2508250" y="2522538"/>
            <a:ext cx="341313" cy="444500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3" name="increasing-stocks-graphic_38888">
            <a:extLst>
              <a:ext uri="{FF2B5EF4-FFF2-40B4-BE49-F238E27FC236}">
                <a16:creationId xmlns="" xmlns:a16="http://schemas.microsoft.com/office/drawing/2014/main" id="{7B945D96-5651-4B79-8CB4-95DD4AD2442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951288" y="2970213"/>
            <a:ext cx="347662" cy="34290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4" name="组合 123">
            <a:extLst>
              <a:ext uri="{FF2B5EF4-FFF2-40B4-BE49-F238E27FC236}">
                <a16:creationId xmlns="" xmlns:a16="http://schemas.microsoft.com/office/drawing/2014/main" id="{408B5205-2A4B-456E-8135-3354FC249D20}"/>
              </a:ext>
            </a:extLst>
          </p:cNvPr>
          <p:cNvGrpSpPr/>
          <p:nvPr/>
        </p:nvGrpSpPr>
        <p:grpSpPr>
          <a:xfrm>
            <a:off x="937172" y="1836665"/>
            <a:ext cx="10459150" cy="3921025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5" name="Freeform 192">
              <a:extLst>
                <a:ext uri="{FF2B5EF4-FFF2-40B4-BE49-F238E27FC236}">
                  <a16:creationId xmlns="" xmlns:a16="http://schemas.microsoft.com/office/drawing/2014/main" id="{58A50D4B-E781-4B8E-B0B8-717CFC9A36B8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3">
              <a:extLst>
                <a:ext uri="{FF2B5EF4-FFF2-40B4-BE49-F238E27FC236}">
                  <a16:creationId xmlns="" xmlns:a16="http://schemas.microsoft.com/office/drawing/2014/main" id="{42C3B884-6BFA-42E8-B0D5-E83D66B476DD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4">
              <a:extLst>
                <a:ext uri="{FF2B5EF4-FFF2-40B4-BE49-F238E27FC236}">
                  <a16:creationId xmlns="" xmlns:a16="http://schemas.microsoft.com/office/drawing/2014/main" id="{AC649642-D428-4D63-A6C3-FCE5F6FC2ECD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5">
              <a:extLst>
                <a:ext uri="{FF2B5EF4-FFF2-40B4-BE49-F238E27FC236}">
                  <a16:creationId xmlns="" xmlns:a16="http://schemas.microsoft.com/office/drawing/2014/main" id="{B582B9E6-10D1-4810-BDCB-33CEB9AE5C13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6">
              <a:extLst>
                <a:ext uri="{FF2B5EF4-FFF2-40B4-BE49-F238E27FC236}">
                  <a16:creationId xmlns="" xmlns:a16="http://schemas.microsoft.com/office/drawing/2014/main" id="{2D64AF32-6592-48F7-8F90-F628B250CB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7">
              <a:extLst>
                <a:ext uri="{FF2B5EF4-FFF2-40B4-BE49-F238E27FC236}">
                  <a16:creationId xmlns="" xmlns:a16="http://schemas.microsoft.com/office/drawing/2014/main" id="{C7B7BC44-F60B-4CFC-A762-DC1B77B900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8">
              <a:extLst>
                <a:ext uri="{FF2B5EF4-FFF2-40B4-BE49-F238E27FC236}">
                  <a16:creationId xmlns="" xmlns:a16="http://schemas.microsoft.com/office/drawing/2014/main" id="{D1A0F323-7BE9-4760-A08B-DC0C71F822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199">
              <a:extLst>
                <a:ext uri="{FF2B5EF4-FFF2-40B4-BE49-F238E27FC236}">
                  <a16:creationId xmlns="" xmlns:a16="http://schemas.microsoft.com/office/drawing/2014/main" id="{573B7176-9E7C-4448-8B97-7BC840646C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0">
              <a:extLst>
                <a:ext uri="{FF2B5EF4-FFF2-40B4-BE49-F238E27FC236}">
                  <a16:creationId xmlns="" xmlns:a16="http://schemas.microsoft.com/office/drawing/2014/main" id="{25B855A5-D691-4AB7-80BC-8C8ABA078521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1">
              <a:extLst>
                <a:ext uri="{FF2B5EF4-FFF2-40B4-BE49-F238E27FC236}">
                  <a16:creationId xmlns="" xmlns:a16="http://schemas.microsoft.com/office/drawing/2014/main" id="{0E66EEBF-B104-499C-99BF-2232A7CFAA86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2">
              <a:extLst>
                <a:ext uri="{FF2B5EF4-FFF2-40B4-BE49-F238E27FC236}">
                  <a16:creationId xmlns="" xmlns:a16="http://schemas.microsoft.com/office/drawing/2014/main" id="{C46644B0-DEA0-494B-80FF-FF2998E8968E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3">
              <a:extLst>
                <a:ext uri="{FF2B5EF4-FFF2-40B4-BE49-F238E27FC236}">
                  <a16:creationId xmlns="" xmlns:a16="http://schemas.microsoft.com/office/drawing/2014/main" id="{84843ED1-8455-4781-88CA-CEDE3EA329A2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4">
              <a:extLst>
                <a:ext uri="{FF2B5EF4-FFF2-40B4-BE49-F238E27FC236}">
                  <a16:creationId xmlns="" xmlns:a16="http://schemas.microsoft.com/office/drawing/2014/main" id="{2794E835-85EE-4FB3-B9C5-7B829D4418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5">
              <a:extLst>
                <a:ext uri="{FF2B5EF4-FFF2-40B4-BE49-F238E27FC236}">
                  <a16:creationId xmlns="" xmlns:a16="http://schemas.microsoft.com/office/drawing/2014/main" id="{A6A96DDD-881F-4933-8141-B1079D43E4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6">
              <a:extLst>
                <a:ext uri="{FF2B5EF4-FFF2-40B4-BE49-F238E27FC236}">
                  <a16:creationId xmlns="" xmlns:a16="http://schemas.microsoft.com/office/drawing/2014/main" id="{91CCE4F0-4E3B-4FC0-9A28-7D5532D3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7">
              <a:extLst>
                <a:ext uri="{FF2B5EF4-FFF2-40B4-BE49-F238E27FC236}">
                  <a16:creationId xmlns="" xmlns:a16="http://schemas.microsoft.com/office/drawing/2014/main" id="{7AD7E107-798E-44E5-9A60-81D6063E55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8">
              <a:extLst>
                <a:ext uri="{FF2B5EF4-FFF2-40B4-BE49-F238E27FC236}">
                  <a16:creationId xmlns="" xmlns:a16="http://schemas.microsoft.com/office/drawing/2014/main" id="{B6F24CC8-64D4-45EC-A81B-8E268510B2AE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09">
              <a:extLst>
                <a:ext uri="{FF2B5EF4-FFF2-40B4-BE49-F238E27FC236}">
                  <a16:creationId xmlns="" xmlns:a16="http://schemas.microsoft.com/office/drawing/2014/main" id="{570606B0-14CE-456E-916D-7B0EF100926A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0">
              <a:extLst>
                <a:ext uri="{FF2B5EF4-FFF2-40B4-BE49-F238E27FC236}">
                  <a16:creationId xmlns="" xmlns:a16="http://schemas.microsoft.com/office/drawing/2014/main" id="{21926438-26C9-485F-8528-D4EBD2FCD3B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1">
              <a:extLst>
                <a:ext uri="{FF2B5EF4-FFF2-40B4-BE49-F238E27FC236}">
                  <a16:creationId xmlns="" xmlns:a16="http://schemas.microsoft.com/office/drawing/2014/main" id="{D6F8F4F0-E282-4028-BD0A-14FE37212B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2">
              <a:extLst>
                <a:ext uri="{FF2B5EF4-FFF2-40B4-BE49-F238E27FC236}">
                  <a16:creationId xmlns="" xmlns:a16="http://schemas.microsoft.com/office/drawing/2014/main" id="{49F2D76C-E743-4E53-BCD9-3B76409A0C70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3">
              <a:extLst>
                <a:ext uri="{FF2B5EF4-FFF2-40B4-BE49-F238E27FC236}">
                  <a16:creationId xmlns="" xmlns:a16="http://schemas.microsoft.com/office/drawing/2014/main" id="{3EC33C70-C173-4119-886B-05C6A3FEE621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4">
              <a:extLst>
                <a:ext uri="{FF2B5EF4-FFF2-40B4-BE49-F238E27FC236}">
                  <a16:creationId xmlns="" xmlns:a16="http://schemas.microsoft.com/office/drawing/2014/main" id="{5B0986E0-9102-4FE8-8A78-F43B1948E199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5">
              <a:extLst>
                <a:ext uri="{FF2B5EF4-FFF2-40B4-BE49-F238E27FC236}">
                  <a16:creationId xmlns="" xmlns:a16="http://schemas.microsoft.com/office/drawing/2014/main" id="{4C2CE224-C3E4-435C-9E5F-DFAD396A9B39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6">
              <a:extLst>
                <a:ext uri="{FF2B5EF4-FFF2-40B4-BE49-F238E27FC236}">
                  <a16:creationId xmlns="" xmlns:a16="http://schemas.microsoft.com/office/drawing/2014/main" id="{3EE7E84E-9FDD-4C43-AEB8-3A0270CCBE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7">
              <a:extLst>
                <a:ext uri="{FF2B5EF4-FFF2-40B4-BE49-F238E27FC236}">
                  <a16:creationId xmlns="" xmlns:a16="http://schemas.microsoft.com/office/drawing/2014/main" id="{9076291C-4C90-4904-AF06-A94D0A908F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8">
              <a:extLst>
                <a:ext uri="{FF2B5EF4-FFF2-40B4-BE49-F238E27FC236}">
                  <a16:creationId xmlns="" xmlns:a16="http://schemas.microsoft.com/office/drawing/2014/main" id="{77350675-95D4-42C4-937D-B9404ED3D2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19">
              <a:extLst>
                <a:ext uri="{FF2B5EF4-FFF2-40B4-BE49-F238E27FC236}">
                  <a16:creationId xmlns="" xmlns:a16="http://schemas.microsoft.com/office/drawing/2014/main" id="{F4C520F9-6C53-4FC2-AE08-184ABD428A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0">
              <a:extLst>
                <a:ext uri="{FF2B5EF4-FFF2-40B4-BE49-F238E27FC236}">
                  <a16:creationId xmlns="" xmlns:a16="http://schemas.microsoft.com/office/drawing/2014/main" id="{51775C85-78BA-4BC7-9DA7-E65A8D3570D1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1">
              <a:extLst>
                <a:ext uri="{FF2B5EF4-FFF2-40B4-BE49-F238E27FC236}">
                  <a16:creationId xmlns="" xmlns:a16="http://schemas.microsoft.com/office/drawing/2014/main" id="{066B28FA-F507-4F6A-866B-CBEEE43D6578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2">
              <a:extLst>
                <a:ext uri="{FF2B5EF4-FFF2-40B4-BE49-F238E27FC236}">
                  <a16:creationId xmlns="" xmlns:a16="http://schemas.microsoft.com/office/drawing/2014/main" id="{9BA823AC-0A54-4561-9AF2-6668DED5210E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3">
              <a:extLst>
                <a:ext uri="{FF2B5EF4-FFF2-40B4-BE49-F238E27FC236}">
                  <a16:creationId xmlns="" xmlns:a16="http://schemas.microsoft.com/office/drawing/2014/main" id="{CD76A1BD-849B-40B9-8635-849C526453AC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4">
              <a:extLst>
                <a:ext uri="{FF2B5EF4-FFF2-40B4-BE49-F238E27FC236}">
                  <a16:creationId xmlns="" xmlns:a16="http://schemas.microsoft.com/office/drawing/2014/main" id="{2A0EB56E-B765-4A6E-9CB1-93948BBDAD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5">
              <a:extLst>
                <a:ext uri="{FF2B5EF4-FFF2-40B4-BE49-F238E27FC236}">
                  <a16:creationId xmlns="" xmlns:a16="http://schemas.microsoft.com/office/drawing/2014/main" id="{8C224592-BDF6-4F7C-8D70-391E726A53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6">
              <a:extLst>
                <a:ext uri="{FF2B5EF4-FFF2-40B4-BE49-F238E27FC236}">
                  <a16:creationId xmlns="" xmlns:a16="http://schemas.microsoft.com/office/drawing/2014/main" id="{643D17BB-AB5D-40B5-B26F-B16C71789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7">
              <a:extLst>
                <a:ext uri="{FF2B5EF4-FFF2-40B4-BE49-F238E27FC236}">
                  <a16:creationId xmlns="" xmlns:a16="http://schemas.microsoft.com/office/drawing/2014/main" id="{B15EAFBD-9DE6-430C-9E4C-0D0EC0E135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8">
              <a:extLst>
                <a:ext uri="{FF2B5EF4-FFF2-40B4-BE49-F238E27FC236}">
                  <a16:creationId xmlns="" xmlns:a16="http://schemas.microsoft.com/office/drawing/2014/main" id="{1EE8533E-7B34-4C1A-9D4C-F3F650020B8E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29">
              <a:extLst>
                <a:ext uri="{FF2B5EF4-FFF2-40B4-BE49-F238E27FC236}">
                  <a16:creationId xmlns="" xmlns:a16="http://schemas.microsoft.com/office/drawing/2014/main" id="{AA8EB42A-15EF-4218-9E89-09E076600191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0">
              <a:extLst>
                <a:ext uri="{FF2B5EF4-FFF2-40B4-BE49-F238E27FC236}">
                  <a16:creationId xmlns="" xmlns:a16="http://schemas.microsoft.com/office/drawing/2014/main" id="{F00CE7C7-86EA-4002-BE71-087D77E8B1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4" name="Freeform 231">
              <a:extLst>
                <a:ext uri="{FF2B5EF4-FFF2-40B4-BE49-F238E27FC236}">
                  <a16:creationId xmlns="" xmlns:a16="http://schemas.microsoft.com/office/drawing/2014/main" id="{E3C7619A-36B1-4B70-8DF7-CCC35E451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83316" y="2193080"/>
            <a:ext cx="4950229" cy="1621509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altLang="zh-CN" noProof="1"/>
              <a:t>Thanks</a:t>
            </a:r>
            <a:endParaRPr lang="zh-CN" altLang="en-US" noProof="1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83316" y="4499316"/>
            <a:ext cx="4950229" cy="310871"/>
          </a:xfrm>
        </p:spPr>
        <p:txBody>
          <a:bodyPr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noProof="1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83318" y="4203045"/>
            <a:ext cx="4950229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1083287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="" xmlns:a16="http://schemas.microsoft.com/office/drawing/2014/main" id="{6113CD24-F3A3-42C2-A4C2-4BE6EE2CFD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69925" y="0"/>
            <a:ext cx="10850563" cy="93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="" xmlns:a16="http://schemas.microsoft.com/office/drawing/2014/main" id="{2020242A-7B51-4433-88E0-4DA53E6548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69925" y="1123950"/>
            <a:ext cx="10850563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9227C1A2-BF7A-415F-B2D5-10EAE8FD94C6}"/>
              </a:ext>
            </a:extLst>
          </p:cNvPr>
          <p:cNvCxnSpPr>
            <a:cxnSpLocks/>
          </p:cNvCxnSpPr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FAC81E72-FAA7-4B1C-89A3-27C0490C863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82F02BE1-6CD5-45BD-B93A-34CD7D9B7B0D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3" r:id="rId6"/>
    <p:sldLayoutId id="2147483681" r:id="rId7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="" xmlns:a16="http://schemas.microsoft.com/office/drawing/2014/main" id="{5C674A10-3091-4452-A509-500FDC13F4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实验：嵌入式</a:t>
            </a:r>
            <a:r>
              <a:rPr lang="zh-CN" altLang="en-US" dirty="0" smtClean="0"/>
              <a:t>设备实现目标检测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="" xmlns:a16="http://schemas.microsoft.com/office/drawing/2014/main" id="{37B72B94-1F12-468F-939B-26F0B436D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718" y="1785931"/>
            <a:ext cx="6022533" cy="1198382"/>
          </a:xfrm>
        </p:spPr>
        <p:txBody>
          <a:bodyPr/>
          <a:lstStyle/>
          <a:p>
            <a:r>
              <a:rPr lang="zh-CN" altLang="en-US" dirty="0" smtClean="0"/>
              <a:t>嵌入式设备实现目标检测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D30CE500-237B-4E6E-B7FE-6735EA2F0F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杭州钛比科技有限公司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CB507061-DD1C-4DEB-9AE0-8D195E8974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www.terabits.cn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6822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defTabSz="24003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学习完本课程后，你将能够</a:t>
            </a:r>
            <a:r>
              <a:rPr kumimoji="1"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在嵌入式开发板上推理模型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IPC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实现边缘端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实时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目标检测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6861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="" xmlns:a16="http://schemas.microsoft.com/office/drawing/2014/main" id="{3D28A7FA-9777-482F-9F1D-686C9423C48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实验介绍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实验环境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实验步骤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/>
              <a:t>注意</a:t>
            </a:r>
            <a:r>
              <a:rPr lang="zh-CN" altLang="en-US" dirty="0" smtClean="0"/>
              <a:t>事项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98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/01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498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嵌入式开发板上推理目标检测模型</a:t>
            </a:r>
            <a:endParaRPr lang="en-US" altLang="zh-CN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调用</a:t>
            </a:r>
            <a:r>
              <a:rPr lang="en-US" altLang="zh-CN" dirty="0" smtClean="0"/>
              <a:t>IPC</a:t>
            </a:r>
            <a:r>
              <a:rPr lang="zh-CN" altLang="en-US" dirty="0" smtClean="0"/>
              <a:t>进行边缘端实时目标检测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26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02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277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zh-CN" altLang="zh-CN" dirty="0"/>
              <a:t>运行</a:t>
            </a:r>
            <a:r>
              <a:rPr lang="en-US" altLang="zh-CN" dirty="0"/>
              <a:t>Ubuntu18.04</a:t>
            </a:r>
            <a:r>
              <a:rPr lang="zh-CN" altLang="zh-CN" dirty="0"/>
              <a:t>操作系统的嵌入式开发板</a:t>
            </a:r>
            <a:r>
              <a:rPr lang="en-US" altLang="zh-CN" dirty="0"/>
              <a:t>RK3399Pro</a:t>
            </a:r>
            <a:r>
              <a:rPr lang="zh-CN" altLang="zh-CN" dirty="0"/>
              <a:t>一块，其中包含：</a:t>
            </a:r>
          </a:p>
          <a:p>
            <a:pPr lvl="1"/>
            <a:r>
              <a:rPr lang="zh-CN" altLang="zh-CN" dirty="0"/>
              <a:t>运行</a:t>
            </a:r>
            <a:r>
              <a:rPr lang="en-US" altLang="zh-CN" dirty="0" smtClean="0"/>
              <a:t>Python3.7</a:t>
            </a:r>
            <a:r>
              <a:rPr lang="zh-CN" altLang="zh-CN" dirty="0" smtClean="0"/>
              <a:t>版本</a:t>
            </a:r>
            <a:r>
              <a:rPr lang="zh-CN" altLang="zh-CN" dirty="0"/>
              <a:t>的虚拟环境，其中包含：</a:t>
            </a:r>
          </a:p>
          <a:p>
            <a:pPr lvl="2"/>
            <a:r>
              <a:rPr lang="en-US" altLang="zh-CN" dirty="0" err="1"/>
              <a:t>rknn</a:t>
            </a:r>
            <a:r>
              <a:rPr lang="en-US" altLang="zh-CN" dirty="0"/>
              <a:t>-toolkit-lite</a:t>
            </a:r>
            <a:r>
              <a:rPr lang="zh-CN" altLang="zh-CN" dirty="0"/>
              <a:t>库，版本</a:t>
            </a:r>
            <a:r>
              <a:rPr lang="en-US" altLang="zh-CN" dirty="0"/>
              <a:t>1.7.1</a:t>
            </a:r>
            <a:endParaRPr lang="zh-CN" altLang="zh-CN" dirty="0"/>
          </a:p>
          <a:p>
            <a:pPr lvl="2"/>
            <a:r>
              <a:rPr lang="en-US" altLang="zh-CN" dirty="0" err="1"/>
              <a:t>opencv</a:t>
            </a:r>
            <a:r>
              <a:rPr lang="zh-CN" altLang="zh-CN" dirty="0"/>
              <a:t>库，版本</a:t>
            </a:r>
            <a:r>
              <a:rPr lang="en-US" altLang="zh-CN" dirty="0"/>
              <a:t>4.5.4.60</a:t>
            </a:r>
            <a:endParaRPr lang="zh-CN" altLang="zh-CN" dirty="0"/>
          </a:p>
          <a:p>
            <a:pPr lvl="2"/>
            <a:r>
              <a:rPr lang="en-US" altLang="zh-CN" dirty="0" err="1"/>
              <a:t>numpy</a:t>
            </a:r>
            <a:r>
              <a:rPr lang="zh-CN" altLang="zh-CN" dirty="0"/>
              <a:t>库，版本</a:t>
            </a:r>
            <a:r>
              <a:rPr lang="en-US" altLang="zh-CN" dirty="0" smtClean="0"/>
              <a:t>1.16.3</a:t>
            </a:r>
          </a:p>
          <a:p>
            <a:pPr lvl="2"/>
            <a:r>
              <a:rPr lang="en-US" altLang="zh-CN" dirty="0" smtClean="0"/>
              <a:t>Pillow</a:t>
            </a:r>
            <a:r>
              <a:rPr lang="zh-CN" altLang="en-US" dirty="0" smtClean="0"/>
              <a:t>库，版本</a:t>
            </a:r>
            <a:r>
              <a:rPr lang="en-US" altLang="zh-CN" dirty="0" smtClean="0"/>
              <a:t>9.2.0</a:t>
            </a:r>
          </a:p>
          <a:p>
            <a:pPr lvl="2"/>
            <a:r>
              <a:rPr lang="en-US" altLang="zh-CN" dirty="0" err="1" smtClean="0"/>
              <a:t>camera_discovery</a:t>
            </a:r>
            <a:r>
              <a:rPr lang="zh-CN" altLang="en-US" dirty="0" smtClean="0"/>
              <a:t>库</a:t>
            </a:r>
            <a:endParaRPr lang="en-US" altLang="zh-CN" dirty="0" smtClean="0"/>
          </a:p>
          <a:p>
            <a:pPr lvl="2"/>
            <a:r>
              <a:rPr lang="en-US" altLang="zh-CN" dirty="0"/>
              <a:t>multiprocessing</a:t>
            </a:r>
            <a:r>
              <a:rPr lang="zh-CN" altLang="zh-CN" dirty="0"/>
              <a:t>库</a:t>
            </a:r>
          </a:p>
          <a:p>
            <a:pPr lvl="0"/>
            <a:r>
              <a:rPr lang="zh-CN" altLang="zh-CN" dirty="0" smtClean="0"/>
              <a:t>遵循</a:t>
            </a:r>
            <a:r>
              <a:rPr lang="en-US" altLang="zh-CN" dirty="0"/>
              <a:t>ONVIF</a:t>
            </a:r>
            <a:r>
              <a:rPr lang="zh-CN" altLang="zh-CN" dirty="0"/>
              <a:t>通信协议的海康威视</a:t>
            </a:r>
            <a:r>
              <a:rPr lang="en-US" altLang="zh-CN" dirty="0"/>
              <a:t>IPC</a:t>
            </a:r>
            <a:r>
              <a:rPr lang="zh-CN" altLang="zh-CN" dirty="0"/>
              <a:t>一台</a:t>
            </a:r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3417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03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5384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 smtClean="0"/>
              <a:t>修改原始代码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en-US" altLang="zh-CN" dirty="0" smtClean="0"/>
              <a:t>IPC</a:t>
            </a:r>
            <a:r>
              <a:rPr lang="zh-CN" altLang="en-US" dirty="0" smtClean="0"/>
              <a:t>连接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推理模型检测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endParaRPr lang="en-US" altLang="zh-CN" dirty="0"/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0115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309007125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196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修改原始代码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将转化好的</a:t>
            </a:r>
            <a:r>
              <a:rPr lang="en-US" altLang="zh-CN" dirty="0" err="1"/>
              <a:t>rknn</a:t>
            </a:r>
            <a:r>
              <a:rPr lang="zh-CN" altLang="zh-CN" dirty="0"/>
              <a:t>模型拷入开发板。在推理模型前，我们修改原始文件</a:t>
            </a:r>
            <a:r>
              <a:rPr lang="en-US" altLang="zh-CN" dirty="0"/>
              <a:t>yolov4-tiny-fruit.py</a:t>
            </a:r>
            <a:r>
              <a:rPr lang="zh-CN" altLang="zh-CN" dirty="0"/>
              <a:t>并分析部分代码。</a:t>
            </a:r>
          </a:p>
          <a:p>
            <a:r>
              <a:rPr lang="zh-CN" altLang="zh-CN" dirty="0"/>
              <a:t>修改全局变量，如下图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/>
              <a:t>LISTSIZE </a:t>
            </a:r>
            <a:r>
              <a:rPr lang="en-US" altLang="zh-CN" dirty="0"/>
              <a:t>= NUM_CLS+5</a:t>
            </a:r>
            <a:endParaRPr lang="zh-CN" altLang="zh-CN" dirty="0"/>
          </a:p>
          <a:p>
            <a:pPr lvl="1"/>
            <a:r>
              <a:rPr lang="en-US" altLang="zh-CN" dirty="0"/>
              <a:t>NUM_CLS </a:t>
            </a:r>
            <a:r>
              <a:rPr lang="en-US" altLang="zh-CN" dirty="0" smtClean="0"/>
              <a:t>= </a:t>
            </a:r>
            <a:r>
              <a:rPr lang="zh-CN" altLang="zh-CN" dirty="0" smtClean="0"/>
              <a:t>检测目标的种类</a:t>
            </a:r>
            <a:r>
              <a:rPr lang="zh-CN" altLang="en-US" dirty="0"/>
              <a:t>，</a:t>
            </a:r>
            <a:r>
              <a:rPr lang="zh-CN" altLang="zh-CN" dirty="0" smtClean="0"/>
              <a:t>需要</a:t>
            </a:r>
            <a:r>
              <a:rPr lang="zh-CN" altLang="zh-CN" dirty="0"/>
              <a:t>检测“戴口罩”和“未戴口罩”两种</a:t>
            </a:r>
            <a:r>
              <a:rPr lang="zh-CN" altLang="zh-CN" dirty="0" smtClean="0"/>
              <a:t>。</a:t>
            </a:r>
            <a:endParaRPr lang="zh-CN" altLang="zh-CN" dirty="0"/>
          </a:p>
          <a:p>
            <a:pPr lvl="1"/>
            <a:r>
              <a:rPr lang="en-US" altLang="zh-CN" dirty="0" smtClean="0"/>
              <a:t>OBJ_THRESH</a:t>
            </a:r>
            <a:r>
              <a:rPr lang="zh-CN" altLang="en-US" dirty="0" smtClean="0"/>
              <a:t>：</a:t>
            </a:r>
            <a:r>
              <a:rPr lang="zh-CN" altLang="zh-CN" dirty="0"/>
              <a:t>检测目标置信度的</a:t>
            </a:r>
            <a:r>
              <a:rPr lang="zh-CN" altLang="zh-CN" dirty="0" smtClean="0"/>
              <a:t>阈值</a:t>
            </a:r>
            <a:r>
              <a:rPr lang="zh-CN" altLang="en-US" dirty="0" smtClean="0"/>
              <a:t>，</a:t>
            </a:r>
            <a:r>
              <a:rPr lang="zh-CN" altLang="zh-CN" dirty="0" smtClean="0"/>
              <a:t>建议</a:t>
            </a:r>
            <a:r>
              <a:rPr lang="zh-CN" altLang="zh-CN" dirty="0"/>
              <a:t>设置为</a:t>
            </a:r>
            <a:r>
              <a:rPr lang="en-US" altLang="zh-CN" dirty="0"/>
              <a:t>0.5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NMS_THRESH</a:t>
            </a:r>
            <a:r>
              <a:rPr lang="zh-CN" altLang="zh-CN" dirty="0" smtClean="0"/>
              <a:t>：</a:t>
            </a:r>
            <a:r>
              <a:rPr lang="zh-CN" altLang="en-US" dirty="0" smtClean="0"/>
              <a:t>非</a:t>
            </a:r>
            <a:r>
              <a:rPr lang="zh-CN" altLang="zh-CN" dirty="0" smtClean="0"/>
              <a:t>极大值</a:t>
            </a:r>
            <a:r>
              <a:rPr lang="zh-CN" altLang="zh-CN" dirty="0"/>
              <a:t>抑制的</a:t>
            </a:r>
            <a:r>
              <a:rPr lang="zh-CN" altLang="zh-CN" dirty="0" smtClean="0"/>
              <a:t>阈值</a:t>
            </a:r>
            <a:r>
              <a:rPr lang="zh-CN" altLang="en-US" dirty="0" smtClean="0"/>
              <a:t>，建议设置为</a:t>
            </a:r>
            <a:r>
              <a:rPr lang="en-US" altLang="zh-CN" dirty="0" smtClean="0"/>
              <a:t>0.6</a:t>
            </a:r>
            <a:endParaRPr lang="zh-CN" altLang="zh-CN" dirty="0"/>
          </a:p>
          <a:p>
            <a:pPr lvl="1"/>
            <a:r>
              <a:rPr lang="en-US" altLang="zh-CN" dirty="0" smtClean="0"/>
              <a:t>CLASSES</a:t>
            </a:r>
            <a:r>
              <a:rPr lang="zh-CN" altLang="zh-CN" dirty="0"/>
              <a:t>：按照之前设定的检测目标种类填写，注意顺序不能打乱。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1054" y="1878375"/>
            <a:ext cx="4566423" cy="2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61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修改原始代码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err="1"/>
              <a:t>def</a:t>
            </a:r>
            <a:r>
              <a:rPr lang="en-US" altLang="zh-CN" dirty="0"/>
              <a:t> sigmoid(x)</a:t>
            </a:r>
            <a:r>
              <a:rPr lang="zh-CN" altLang="zh-CN" dirty="0"/>
              <a:t>：激活函数</a:t>
            </a:r>
            <a:r>
              <a:rPr lang="en-US" altLang="zh-CN" dirty="0"/>
              <a:t>sigmoid</a:t>
            </a:r>
            <a:r>
              <a:rPr lang="zh-CN" altLang="zh-CN" dirty="0"/>
              <a:t>。</a:t>
            </a:r>
          </a:p>
          <a:p>
            <a:r>
              <a:rPr lang="en-US" altLang="zh-CN" dirty="0" err="1"/>
              <a:t>def</a:t>
            </a:r>
            <a:r>
              <a:rPr lang="en-US" altLang="zh-CN" dirty="0"/>
              <a:t> process(input , mask , anchors)</a:t>
            </a:r>
            <a:r>
              <a:rPr lang="zh-CN" altLang="zh-CN" dirty="0"/>
              <a:t>：程序流程，输入参数有输入尺寸，检测目标置信度以及检测框。</a:t>
            </a:r>
          </a:p>
          <a:p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filter_boxes</a:t>
            </a:r>
            <a:r>
              <a:rPr lang="en-US" altLang="zh-CN" dirty="0"/>
              <a:t> (boxes, </a:t>
            </a:r>
            <a:r>
              <a:rPr lang="en-US" altLang="zh-CN" dirty="0" err="1"/>
              <a:t>box_confidences</a:t>
            </a:r>
            <a:r>
              <a:rPr lang="en-US" altLang="zh-CN" dirty="0"/>
              <a:t>, </a:t>
            </a:r>
            <a:r>
              <a:rPr lang="en-US" altLang="zh-CN" dirty="0" err="1"/>
              <a:t>box_class_probs</a:t>
            </a:r>
            <a:r>
              <a:rPr lang="en-US" altLang="zh-CN" dirty="0"/>
              <a:t>)</a:t>
            </a:r>
            <a:r>
              <a:rPr lang="zh-CN" altLang="zh-CN" dirty="0"/>
              <a:t>：计算检测框位置与置信</a:t>
            </a:r>
            <a:r>
              <a:rPr lang="zh-CN" altLang="zh-CN" dirty="0" smtClean="0"/>
              <a:t>度</a:t>
            </a:r>
            <a:r>
              <a:rPr lang="zh-CN" altLang="en-US" dirty="0" smtClean="0"/>
              <a:t>。</a:t>
            </a:r>
            <a:endParaRPr lang="zh-CN" altLang="zh-CN" dirty="0"/>
          </a:p>
          <a:p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nms_boxes</a:t>
            </a:r>
            <a:r>
              <a:rPr lang="en-US" altLang="zh-CN" dirty="0"/>
              <a:t>(boxes , scores)</a:t>
            </a:r>
            <a:r>
              <a:rPr lang="zh-CN" altLang="zh-CN" dirty="0"/>
              <a:t>：根据各检测框与阈值进行非极大值抑制处理。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206" y="3246252"/>
            <a:ext cx="5200000" cy="25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12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修改原始代码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smtClean="0"/>
              <a:t>yolov4_post_process(</a:t>
            </a:r>
            <a:r>
              <a:rPr lang="en-US" altLang="zh-CN" dirty="0" err="1" smtClean="0"/>
              <a:t>input_data</a:t>
            </a:r>
            <a:r>
              <a:rPr lang="en-US" altLang="zh-CN" dirty="0"/>
              <a:t>)</a:t>
            </a:r>
            <a:r>
              <a:rPr lang="zh-CN" altLang="zh-CN" dirty="0"/>
              <a:t>：</a:t>
            </a:r>
            <a:r>
              <a:rPr lang="en-US" altLang="zh-CN" dirty="0"/>
              <a:t>yolov4</a:t>
            </a:r>
            <a:r>
              <a:rPr lang="zh-CN" altLang="zh-CN" dirty="0"/>
              <a:t>使用锚框检测过程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en-US" altLang="zh-CN" dirty="0" err="1" smtClean="0"/>
              <a:t>def</a:t>
            </a:r>
            <a:r>
              <a:rPr lang="en-US" altLang="zh-CN" dirty="0" smtClean="0"/>
              <a:t> </a:t>
            </a:r>
            <a:r>
              <a:rPr lang="en-US" altLang="zh-CN" dirty="0"/>
              <a:t>draw(image, boxes, scores, classes)</a:t>
            </a:r>
            <a:r>
              <a:rPr lang="zh-CN" altLang="zh-CN" dirty="0"/>
              <a:t>：在图上画检测框以及显示检测种类</a:t>
            </a:r>
            <a:r>
              <a:rPr lang="en-US" altLang="zh-CN" dirty="0"/>
              <a:t>+</a:t>
            </a:r>
            <a:r>
              <a:rPr lang="zh-CN" altLang="zh-CN" dirty="0"/>
              <a:t>置信度。</a:t>
            </a:r>
          </a:p>
          <a:p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load_model</a:t>
            </a:r>
            <a:r>
              <a:rPr lang="en-US" altLang="zh-CN" dirty="0"/>
              <a:t>()</a:t>
            </a:r>
            <a:r>
              <a:rPr lang="zh-CN" altLang="zh-CN" dirty="0"/>
              <a:t>：加载模型</a:t>
            </a:r>
            <a:r>
              <a:rPr lang="zh-CN" altLang="zh-CN" dirty="0" smtClean="0"/>
              <a:t>权重</a:t>
            </a:r>
            <a:r>
              <a:rPr lang="zh-CN" altLang="en-US" dirty="0" smtClean="0"/>
              <a:t>。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b="23196"/>
          <a:stretch/>
        </p:blipFill>
        <p:spPr>
          <a:xfrm>
            <a:off x="4204730" y="3523105"/>
            <a:ext cx="3780952" cy="174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78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修改原始代码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此外，由于开发板性能有限，通过</a:t>
            </a:r>
            <a:r>
              <a:rPr lang="en-US" altLang="zh-CN" dirty="0"/>
              <a:t>multiprocessing</a:t>
            </a:r>
            <a:r>
              <a:rPr lang="zh-CN" altLang="zh-CN" dirty="0"/>
              <a:t>库中的</a:t>
            </a:r>
            <a:r>
              <a:rPr lang="en-US" altLang="zh-CN" dirty="0"/>
              <a:t>Queue</a:t>
            </a:r>
            <a:r>
              <a:rPr lang="zh-CN" altLang="zh-CN" dirty="0"/>
              <a:t>来实现多进程队列控制，能够有效提升检测速度。这里将摄像头获取，推理模型，后期处理三个功能，分为三个函数设置队列控制运行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video_capture</a:t>
            </a:r>
            <a:r>
              <a:rPr lang="en-US" altLang="zh-CN" dirty="0"/>
              <a:t>(</a:t>
            </a:r>
            <a:r>
              <a:rPr lang="en-US" altLang="zh-CN" dirty="0" err="1"/>
              <a:t>q_frame:Queue</a:t>
            </a:r>
            <a:r>
              <a:rPr lang="en-US" altLang="zh-CN" dirty="0"/>
              <a:t>, </a:t>
            </a:r>
            <a:r>
              <a:rPr lang="en-US" altLang="zh-CN" dirty="0" err="1"/>
              <a:t>q_image:Queue</a:t>
            </a:r>
            <a:r>
              <a:rPr lang="en-US" altLang="zh-CN" dirty="0"/>
              <a:t>, flag)</a:t>
            </a:r>
            <a:r>
              <a:rPr lang="zh-CN" altLang="zh-CN" dirty="0"/>
              <a:t>：调用摄像头</a:t>
            </a:r>
          </a:p>
          <a:p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infer_rknn</a:t>
            </a:r>
            <a:r>
              <a:rPr lang="en-US" altLang="zh-CN" dirty="0"/>
              <a:t>(</a:t>
            </a:r>
            <a:r>
              <a:rPr lang="en-US" altLang="zh-CN" dirty="0" err="1"/>
              <a:t>q_image:Queue</a:t>
            </a:r>
            <a:r>
              <a:rPr lang="en-US" altLang="zh-CN" dirty="0"/>
              <a:t>, </a:t>
            </a:r>
            <a:r>
              <a:rPr lang="en-US" altLang="zh-CN" dirty="0" err="1"/>
              <a:t>q_infer:Queue</a:t>
            </a:r>
            <a:r>
              <a:rPr lang="en-US" altLang="zh-CN" dirty="0"/>
              <a:t>, flag)</a:t>
            </a:r>
            <a:r>
              <a:rPr lang="zh-CN" altLang="zh-CN" dirty="0"/>
              <a:t>：推理</a:t>
            </a:r>
            <a:r>
              <a:rPr lang="en-US" altLang="zh-CN" dirty="0" err="1"/>
              <a:t>rknn</a:t>
            </a:r>
            <a:r>
              <a:rPr lang="zh-CN" altLang="zh-CN" dirty="0"/>
              <a:t>模型 </a:t>
            </a:r>
          </a:p>
          <a:p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post_process</a:t>
            </a:r>
            <a:r>
              <a:rPr lang="en-US" altLang="zh-CN" dirty="0"/>
              <a:t>(</a:t>
            </a:r>
            <a:r>
              <a:rPr lang="en-US" altLang="zh-CN" dirty="0" err="1"/>
              <a:t>q_infer</a:t>
            </a:r>
            <a:r>
              <a:rPr lang="en-US" altLang="zh-CN" dirty="0"/>
              <a:t>, </a:t>
            </a:r>
            <a:r>
              <a:rPr lang="en-US" altLang="zh-CN" dirty="0" err="1"/>
              <a:t>q_objs</a:t>
            </a:r>
            <a:r>
              <a:rPr lang="en-US" altLang="zh-CN" dirty="0"/>
              <a:t>, flag)</a:t>
            </a:r>
            <a:r>
              <a:rPr lang="zh-CN" altLang="zh-CN" dirty="0"/>
              <a:t>：后期处理</a:t>
            </a:r>
          </a:p>
          <a:p>
            <a:r>
              <a:rPr lang="en-US" altLang="zh-CN" dirty="0"/>
              <a:t>if __name__ == '__main__'</a:t>
            </a:r>
            <a:r>
              <a:rPr lang="zh-CN" altLang="zh-CN" dirty="0"/>
              <a:t>：主函数，执行模型推理并调用摄像头。这里使用</a:t>
            </a:r>
            <a:r>
              <a:rPr lang="en-US" altLang="zh-CN" dirty="0"/>
              <a:t>camera-discovery</a:t>
            </a:r>
            <a:r>
              <a:rPr lang="zh-CN" altLang="zh-CN" dirty="0"/>
              <a:t>库，通过</a:t>
            </a:r>
            <a:r>
              <a:rPr lang="en-US" altLang="zh-CN" dirty="0" err="1"/>
              <a:t>onvif</a:t>
            </a:r>
            <a:r>
              <a:rPr lang="zh-CN" altLang="zh-CN" dirty="0"/>
              <a:t>协议获取所有设备的</a:t>
            </a:r>
            <a:r>
              <a:rPr lang="en-US" altLang="zh-CN" dirty="0"/>
              <a:t>IP</a:t>
            </a:r>
            <a:r>
              <a:rPr lang="zh-CN" altLang="zh-CN" dirty="0"/>
              <a:t>地址，并输出一个列表。输入列表编号选择指定设备的</a:t>
            </a:r>
            <a:r>
              <a:rPr lang="en-US" altLang="zh-CN" dirty="0"/>
              <a:t>IP</a:t>
            </a:r>
            <a:r>
              <a:rPr lang="zh-CN" altLang="zh-CN" dirty="0"/>
              <a:t>地址，调用该</a:t>
            </a:r>
            <a:r>
              <a:rPr lang="en-US" altLang="zh-CN" dirty="0"/>
              <a:t>IPC</a:t>
            </a:r>
            <a:r>
              <a:rPr lang="zh-CN" altLang="zh-CN" dirty="0"/>
              <a:t>设备的画面进行检测。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634" y="4318226"/>
            <a:ext cx="4857143" cy="1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600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修改原始代码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除之前提到的全局变量外，以下参数必须修改：</a:t>
            </a:r>
          </a:p>
          <a:p>
            <a:r>
              <a:rPr lang="zh-CN" altLang="zh-CN" dirty="0"/>
              <a:t>函数</a:t>
            </a:r>
            <a:r>
              <a:rPr lang="en-US" altLang="zh-CN" dirty="0" err="1"/>
              <a:t>load_model</a:t>
            </a:r>
            <a:r>
              <a:rPr lang="en-US" altLang="zh-CN" dirty="0"/>
              <a:t>()</a:t>
            </a:r>
            <a:r>
              <a:rPr lang="zh-CN" altLang="zh-CN" dirty="0"/>
              <a:t>中，</a:t>
            </a:r>
            <a:r>
              <a:rPr lang="en-US" altLang="zh-CN" dirty="0" err="1"/>
              <a:t>rknn.load_rknn</a:t>
            </a:r>
            <a:r>
              <a:rPr lang="en-US" altLang="zh-CN" dirty="0"/>
              <a:t> ()</a:t>
            </a:r>
            <a:r>
              <a:rPr lang="zh-CN" altLang="zh-CN" dirty="0"/>
              <a:t>，括号内改为开发板上模型的绝对路径。</a:t>
            </a: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485" y="2876643"/>
            <a:ext cx="5705440" cy="1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032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修改原始代码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除全局变量外，以下参数可以修改：</a:t>
            </a:r>
          </a:p>
          <a:p>
            <a:r>
              <a:rPr lang="zh-CN" altLang="zh-CN" dirty="0"/>
              <a:t>函数</a:t>
            </a:r>
            <a:r>
              <a:rPr lang="en-US" altLang="zh-CN" dirty="0"/>
              <a:t>yolov4_post_process(</a:t>
            </a:r>
            <a:r>
              <a:rPr lang="en-US" altLang="zh-CN" dirty="0" err="1"/>
              <a:t>input_data</a:t>
            </a:r>
            <a:r>
              <a:rPr lang="en-US" altLang="zh-CN" dirty="0"/>
              <a:t>)</a:t>
            </a:r>
            <a:r>
              <a:rPr lang="zh-CN" altLang="zh-CN" dirty="0"/>
              <a:t>中，</a:t>
            </a:r>
            <a:r>
              <a:rPr lang="en-US" altLang="zh-CN" dirty="0" err="1"/>
              <a:t>yolo</a:t>
            </a:r>
            <a:r>
              <a:rPr lang="zh-CN" altLang="zh-CN" dirty="0"/>
              <a:t>预设锚框的值。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015" y="2301408"/>
            <a:ext cx="8952381" cy="35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44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修改原始代码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函数</a:t>
            </a:r>
            <a:r>
              <a:rPr lang="en-US" altLang="zh-CN" dirty="0" err="1"/>
              <a:t>video_capture</a:t>
            </a:r>
            <a:r>
              <a:rPr lang="en-US" altLang="zh-CN" dirty="0"/>
              <a:t>(</a:t>
            </a:r>
            <a:r>
              <a:rPr lang="en-US" altLang="zh-CN" dirty="0" err="1"/>
              <a:t>q_frame:Queue</a:t>
            </a:r>
            <a:r>
              <a:rPr lang="en-US" altLang="zh-CN" dirty="0"/>
              <a:t>, </a:t>
            </a:r>
            <a:r>
              <a:rPr lang="en-US" altLang="zh-CN" dirty="0" err="1"/>
              <a:t>q_image:Queue</a:t>
            </a:r>
            <a:r>
              <a:rPr lang="en-US" altLang="zh-CN" dirty="0"/>
              <a:t>, flag)</a:t>
            </a:r>
            <a:r>
              <a:rPr lang="zh-CN" altLang="zh-CN" dirty="0"/>
              <a:t>中，</a:t>
            </a:r>
            <a:r>
              <a:rPr lang="en-US" altLang="zh-CN" dirty="0" err="1"/>
              <a:t>VideoCapture</a:t>
            </a:r>
            <a:r>
              <a:rPr lang="zh-CN" altLang="zh-CN" dirty="0"/>
              <a:t>后的地址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zh-CN" dirty="0"/>
              <a:t>该值需要改为海康</a:t>
            </a:r>
            <a:r>
              <a:rPr lang="en-US" altLang="zh-CN" dirty="0"/>
              <a:t>IPC</a:t>
            </a:r>
            <a:r>
              <a:rPr lang="zh-CN" altLang="zh-CN" dirty="0"/>
              <a:t>的</a:t>
            </a:r>
            <a:r>
              <a:rPr lang="en-US" altLang="zh-CN" dirty="0" err="1"/>
              <a:t>rtsp</a:t>
            </a:r>
            <a:r>
              <a:rPr lang="zh-CN" altLang="zh-CN" dirty="0"/>
              <a:t>地址，可能需要修改的是</a:t>
            </a:r>
            <a:r>
              <a:rPr lang="en-US" altLang="zh-CN" dirty="0"/>
              <a:t>“admin:terabits123456”</a:t>
            </a:r>
            <a:r>
              <a:rPr lang="zh-CN" altLang="zh-CN" dirty="0"/>
              <a:t>，修改为</a:t>
            </a:r>
            <a:r>
              <a:rPr lang="en-US" altLang="zh-CN" dirty="0"/>
              <a:t>IPC</a:t>
            </a:r>
            <a:r>
              <a:rPr lang="zh-CN" altLang="zh-CN" dirty="0"/>
              <a:t>预设的用户名和密码。后面的</a:t>
            </a:r>
            <a:r>
              <a:rPr lang="en-US" altLang="zh-CN" dirty="0"/>
              <a:t>“</a:t>
            </a:r>
            <a:r>
              <a:rPr lang="en-US" altLang="zh-CN" dirty="0" err="1"/>
              <a:t>ip</a:t>
            </a:r>
            <a:r>
              <a:rPr lang="en-US" altLang="zh-CN" dirty="0"/>
              <a:t>”</a:t>
            </a:r>
            <a:r>
              <a:rPr lang="zh-CN" altLang="zh-CN" dirty="0"/>
              <a:t>可以通过主函数获取</a:t>
            </a:r>
            <a:r>
              <a:rPr lang="en-US" altLang="zh-CN" dirty="0"/>
              <a:t>IPC</a:t>
            </a:r>
            <a:r>
              <a:rPr lang="zh-CN" altLang="zh-CN" dirty="0"/>
              <a:t>设备的</a:t>
            </a:r>
            <a:r>
              <a:rPr lang="en-US" altLang="zh-CN" dirty="0"/>
              <a:t>IP</a:t>
            </a:r>
            <a:r>
              <a:rPr lang="zh-CN" altLang="zh-CN" dirty="0"/>
              <a:t>值，无需修改。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777" y="1934131"/>
            <a:ext cx="7742857" cy="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268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060245941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274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IPC</a:t>
            </a:r>
            <a:r>
              <a:rPr lang="zh-CN" altLang="zh-CN" dirty="0"/>
              <a:t>连接电源线，等待</a:t>
            </a:r>
            <a:r>
              <a:rPr lang="en-US" altLang="zh-CN" dirty="0"/>
              <a:t>IPC</a:t>
            </a:r>
            <a:r>
              <a:rPr lang="zh-CN" altLang="zh-CN" dirty="0"/>
              <a:t>自动开机并初始化，大约需要</a:t>
            </a:r>
            <a:r>
              <a:rPr lang="en-US" altLang="zh-CN" dirty="0"/>
              <a:t>1-2</a:t>
            </a:r>
            <a:r>
              <a:rPr lang="zh-CN" altLang="zh-CN" dirty="0"/>
              <a:t>分钟。</a:t>
            </a:r>
          </a:p>
          <a:p>
            <a:r>
              <a:rPr lang="en-US" altLang="zh-CN" dirty="0"/>
              <a:t>IPC</a:t>
            </a:r>
            <a:r>
              <a:rPr lang="zh-CN" altLang="zh-CN" dirty="0"/>
              <a:t>连接网线，确保</a:t>
            </a:r>
            <a:r>
              <a:rPr lang="en-US" altLang="zh-CN" dirty="0"/>
              <a:t>IPC</a:t>
            </a:r>
            <a:r>
              <a:rPr lang="zh-CN" altLang="zh-CN" dirty="0"/>
              <a:t>设备与开发板位于同一网段下。这里有两种连接方式：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475206" y="1959818"/>
            <a:ext cx="324000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546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连接方式</a:t>
            </a:r>
            <a:r>
              <a:rPr lang="en-US" altLang="zh-CN" dirty="0" smtClean="0"/>
              <a:t>1</a:t>
            </a:r>
            <a:r>
              <a:rPr lang="en-US" altLang="zh-CN" dirty="0"/>
              <a:t>——</a:t>
            </a:r>
            <a:r>
              <a:rPr lang="zh-CN" altLang="zh-CN" dirty="0" smtClean="0"/>
              <a:t>开发</a:t>
            </a:r>
            <a:r>
              <a:rPr lang="zh-CN" altLang="zh-CN" dirty="0"/>
              <a:t>板与</a:t>
            </a:r>
            <a:r>
              <a:rPr lang="en-US" altLang="zh-CN" dirty="0"/>
              <a:t>IPC</a:t>
            </a:r>
            <a:r>
              <a:rPr lang="zh-CN" altLang="zh-CN" dirty="0"/>
              <a:t>设备均连接外网网线，在同一网段下通过路由器分配</a:t>
            </a:r>
            <a:r>
              <a:rPr lang="en-US" altLang="zh-CN" dirty="0"/>
              <a:t>IP</a:t>
            </a:r>
            <a:r>
              <a:rPr lang="zh-CN" altLang="zh-CN" dirty="0"/>
              <a:t>地址，必要时可通过交换机</a:t>
            </a:r>
            <a:r>
              <a:rPr lang="zh-CN" altLang="zh-CN" dirty="0" smtClean="0"/>
              <a:t>连接</a:t>
            </a:r>
            <a:r>
              <a:rPr lang="zh-CN" altLang="en-US" dirty="0"/>
              <a:t>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 dirty="0"/>
              <a:t>网线</a:t>
            </a:r>
            <a:r>
              <a:rPr lang="en-US" altLang="zh-CN" dirty="0"/>
              <a:t>1</a:t>
            </a:r>
            <a:r>
              <a:rPr lang="zh-CN" altLang="zh-CN" dirty="0"/>
              <a:t>与网线</a:t>
            </a:r>
            <a:r>
              <a:rPr lang="en-US" altLang="zh-CN" dirty="0"/>
              <a:t>2</a:t>
            </a:r>
            <a:r>
              <a:rPr lang="zh-CN" altLang="zh-CN" dirty="0"/>
              <a:t>分别连接开发板与</a:t>
            </a:r>
            <a:r>
              <a:rPr lang="en-US" altLang="zh-CN" dirty="0"/>
              <a:t>IPC</a:t>
            </a:r>
            <a:r>
              <a:rPr lang="zh-CN" altLang="zh-CN" dirty="0"/>
              <a:t>设备，外部网线直连外网。通过交换机的连接能够确保开发板与</a:t>
            </a:r>
            <a:r>
              <a:rPr lang="en-US" altLang="zh-CN" dirty="0"/>
              <a:t>IPC</a:t>
            </a:r>
            <a:r>
              <a:rPr lang="zh-CN" altLang="zh-CN" dirty="0"/>
              <a:t>设备位于同一网段下，当然用两根直连外网的网线分别连接开发板与</a:t>
            </a:r>
            <a:r>
              <a:rPr lang="en-US" altLang="zh-CN" dirty="0"/>
              <a:t>IPC</a:t>
            </a:r>
            <a:r>
              <a:rPr lang="zh-CN" altLang="zh-CN" dirty="0"/>
              <a:t>也是可行的。</a:t>
            </a:r>
          </a:p>
          <a:p>
            <a:r>
              <a:rPr lang="zh-CN" altLang="zh-CN" dirty="0"/>
              <a:t>该连接方式的优点是可以访问外部网络，缺点是若同一网段下的</a:t>
            </a:r>
            <a:r>
              <a:rPr lang="en-US" altLang="zh-CN" dirty="0"/>
              <a:t>IPC</a:t>
            </a:r>
            <a:r>
              <a:rPr lang="zh-CN" altLang="zh-CN" dirty="0"/>
              <a:t>设备较多，无法确认手头上的设备是哪一个</a:t>
            </a:r>
            <a:r>
              <a:rPr lang="en-US" altLang="zh-CN" dirty="0"/>
              <a:t>IP</a:t>
            </a:r>
            <a:r>
              <a:rPr lang="zh-CN" altLang="zh-CN" dirty="0"/>
              <a:t>地址。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706" y="1568943"/>
            <a:ext cx="4329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27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IPC</a:t>
            </a:r>
            <a:r>
              <a:rPr lang="zh-CN" altLang="en-US" smtClean="0"/>
              <a:t>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连接方式</a:t>
            </a:r>
            <a:r>
              <a:rPr lang="en-US" altLang="zh-CN" dirty="0" smtClean="0"/>
              <a:t>2</a:t>
            </a:r>
            <a:r>
              <a:rPr lang="en-US" altLang="zh-CN" dirty="0"/>
              <a:t>——</a:t>
            </a:r>
            <a:r>
              <a:rPr lang="zh-CN" altLang="zh-CN" dirty="0" smtClean="0"/>
              <a:t>开发</a:t>
            </a:r>
            <a:r>
              <a:rPr lang="zh-CN" altLang="zh-CN" dirty="0"/>
              <a:t>板与</a:t>
            </a:r>
            <a:r>
              <a:rPr lang="en-US" altLang="zh-CN" dirty="0"/>
              <a:t>IPC</a:t>
            </a:r>
            <a:r>
              <a:rPr lang="zh-CN" altLang="zh-CN" dirty="0"/>
              <a:t>直接通过一根网线</a:t>
            </a:r>
            <a:r>
              <a:rPr lang="zh-CN" altLang="zh-CN" dirty="0" smtClean="0"/>
              <a:t>连接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zh-CN" dirty="0"/>
              <a:t>此时开发板作为主机、</a:t>
            </a:r>
            <a:r>
              <a:rPr lang="en-US" altLang="zh-CN" dirty="0"/>
              <a:t>IPC</a:t>
            </a:r>
            <a:r>
              <a:rPr lang="zh-CN" altLang="zh-CN" dirty="0"/>
              <a:t>设备作为从机，因此需要对开发板的网络进行设置，将开发板设置为静态</a:t>
            </a:r>
            <a:r>
              <a:rPr lang="en-US" altLang="zh-CN" dirty="0"/>
              <a:t>IP</a:t>
            </a:r>
            <a:r>
              <a:rPr lang="zh-CN" altLang="zh-CN" dirty="0"/>
              <a:t>，固定开发板的</a:t>
            </a:r>
            <a:r>
              <a:rPr lang="en-US" altLang="zh-CN" dirty="0"/>
              <a:t>IP</a:t>
            </a:r>
            <a:r>
              <a:rPr lang="zh-CN" altLang="zh-CN" dirty="0"/>
              <a:t>地址。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897" y="1593834"/>
            <a:ext cx="4322618" cy="324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40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开发板右上角打开网络设置界面，在下拉栏中单击选择最后一项</a:t>
            </a:r>
            <a:r>
              <a:rPr lang="en-US" altLang="zh-CN" dirty="0"/>
              <a:t>“Edit Connections</a:t>
            </a:r>
            <a:r>
              <a:rPr lang="en-US" altLang="zh-CN" dirty="0" smtClean="0"/>
              <a:t>…”</a:t>
            </a:r>
            <a:r>
              <a:rPr lang="zh-CN" altLang="en-US" dirty="0"/>
              <a:t>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309" y="1817274"/>
            <a:ext cx="7761793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46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在打开的网络配置界面中，可以看到唯一一个网络（关闭</a:t>
            </a:r>
            <a:r>
              <a:rPr lang="en-US" altLang="zh-CN" dirty="0" err="1"/>
              <a:t>Wifi</a:t>
            </a:r>
            <a:r>
              <a:rPr lang="zh-CN" altLang="zh-CN" dirty="0"/>
              <a:t>的情况下），双击选择该网络进行</a:t>
            </a:r>
            <a:r>
              <a:rPr lang="zh-CN" altLang="zh-CN" dirty="0" smtClean="0"/>
              <a:t>配置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59" y="1817274"/>
            <a:ext cx="7663693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352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在网络具体配置界面中，选择</a:t>
            </a:r>
            <a:r>
              <a:rPr lang="en-US" altLang="zh-CN" dirty="0"/>
              <a:t>“IPv4 Settings</a:t>
            </a:r>
            <a:r>
              <a:rPr lang="en-US" altLang="zh-CN" dirty="0" smtClean="0"/>
              <a:t>”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011" y="1817274"/>
            <a:ext cx="765239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990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</a:t>
            </a:r>
            <a:r>
              <a:rPr lang="en-US" altLang="zh-CN" dirty="0"/>
              <a:t>IPv4 Settings</a:t>
            </a:r>
            <a:r>
              <a:rPr lang="zh-CN" altLang="zh-CN" dirty="0"/>
              <a:t>中，进行以下三个步骤：</a:t>
            </a:r>
          </a:p>
          <a:p>
            <a:pPr lvl="1"/>
            <a:r>
              <a:rPr lang="en-US" altLang="zh-CN" dirty="0"/>
              <a:t>“Method”</a:t>
            </a:r>
            <a:r>
              <a:rPr lang="zh-CN" altLang="zh-CN" dirty="0"/>
              <a:t>下拉栏中从原先的</a:t>
            </a:r>
            <a:r>
              <a:rPr lang="en-US" altLang="zh-CN" dirty="0"/>
              <a:t>“Automatic(DHCP)”</a:t>
            </a:r>
            <a:r>
              <a:rPr lang="zh-CN" altLang="zh-CN" dirty="0"/>
              <a:t>更改为</a:t>
            </a:r>
            <a:r>
              <a:rPr lang="en-US" altLang="zh-CN" dirty="0"/>
              <a:t>“Manual”</a:t>
            </a:r>
            <a:endParaRPr lang="zh-CN" altLang="zh-CN" dirty="0"/>
          </a:p>
          <a:p>
            <a:pPr lvl="1"/>
            <a:r>
              <a:rPr lang="zh-CN" altLang="zh-CN" dirty="0"/>
              <a:t>单击</a:t>
            </a:r>
            <a:r>
              <a:rPr lang="en-US" altLang="zh-CN" dirty="0"/>
              <a:t>“Add”</a:t>
            </a:r>
            <a:r>
              <a:rPr lang="zh-CN" altLang="zh-CN" dirty="0"/>
              <a:t>按钮添加固定</a:t>
            </a:r>
            <a:r>
              <a:rPr lang="en-US" altLang="zh-CN" dirty="0"/>
              <a:t>IP</a:t>
            </a:r>
            <a:r>
              <a:rPr lang="zh-CN" altLang="zh-CN" dirty="0"/>
              <a:t>地址</a:t>
            </a:r>
          </a:p>
          <a:p>
            <a:pPr lvl="1"/>
            <a:r>
              <a:rPr lang="zh-CN" altLang="zh-CN" dirty="0"/>
              <a:t>输入固定</a:t>
            </a:r>
            <a:r>
              <a:rPr lang="en-US" altLang="zh-CN" dirty="0"/>
              <a:t>IP</a:t>
            </a:r>
            <a:r>
              <a:rPr lang="zh-CN" altLang="zh-CN" dirty="0"/>
              <a:t>地址，根据所处网段实际情况更改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665" y="2742067"/>
            <a:ext cx="648108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4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69923" y="1130299"/>
            <a:ext cx="10850563" cy="5006975"/>
          </a:xfrm>
        </p:spPr>
        <p:txBody>
          <a:bodyPr/>
          <a:lstStyle/>
          <a:p>
            <a:r>
              <a:rPr lang="zh-CN" altLang="zh-CN" dirty="0"/>
              <a:t>更改后保存并退出网络配置</a:t>
            </a:r>
            <a:r>
              <a:rPr lang="zh-CN" altLang="zh-CN" dirty="0" smtClean="0"/>
              <a:t>界面</a:t>
            </a:r>
            <a:r>
              <a:rPr lang="zh-CN" altLang="en-US" dirty="0" smtClean="0"/>
              <a:t>，</a:t>
            </a:r>
            <a:r>
              <a:rPr lang="zh-CN" altLang="zh-CN" dirty="0"/>
              <a:t>最终更改</a:t>
            </a:r>
            <a:r>
              <a:rPr lang="zh-CN" altLang="zh-CN" dirty="0" smtClean="0"/>
              <a:t>结果</a:t>
            </a:r>
            <a:r>
              <a:rPr lang="zh-CN" altLang="en-US" dirty="0" smtClean="0"/>
              <a:t>可能如下：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 dirty="0" smtClean="0"/>
              <a:t>该</a:t>
            </a:r>
            <a:r>
              <a:rPr lang="zh-CN" altLang="zh-CN" dirty="0"/>
              <a:t>连接方式能够确定手头上的</a:t>
            </a:r>
            <a:r>
              <a:rPr lang="en-US" altLang="zh-CN" dirty="0"/>
              <a:t>IPC</a:t>
            </a:r>
            <a:r>
              <a:rPr lang="zh-CN" altLang="zh-CN" dirty="0"/>
              <a:t>设备的</a:t>
            </a:r>
            <a:r>
              <a:rPr lang="en-US" altLang="zh-CN" dirty="0"/>
              <a:t>IP</a:t>
            </a:r>
            <a:r>
              <a:rPr lang="zh-CN" altLang="zh-CN" dirty="0"/>
              <a:t>地址，不会受同一网段下其他设备的干扰。但缺点也很明显：没有连接外网，无法通过远程桌面连接</a:t>
            </a:r>
            <a:r>
              <a:rPr lang="en-US" altLang="zh-CN" dirty="0"/>
              <a:t>/</a:t>
            </a:r>
            <a:r>
              <a:rPr lang="zh-CN" altLang="zh-CN" dirty="0"/>
              <a:t>传输文件，也无法下载更新库。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537" y="1710182"/>
            <a:ext cx="6389334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603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416769382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51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推理模型检测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将修改好的</a:t>
            </a:r>
            <a:r>
              <a:rPr lang="en-US" altLang="zh-CN" dirty="0"/>
              <a:t>yolov4-tiny-mask.py</a:t>
            </a:r>
            <a:r>
              <a:rPr lang="zh-CN" altLang="zh-CN" dirty="0"/>
              <a:t>文件拷入开发板中，与</a:t>
            </a:r>
            <a:r>
              <a:rPr lang="en-US" altLang="zh-CN" dirty="0" err="1"/>
              <a:t>rknn</a:t>
            </a:r>
            <a:r>
              <a:rPr lang="zh-CN" altLang="zh-CN" dirty="0"/>
              <a:t>模型放置在同一文件夹下。</a:t>
            </a:r>
          </a:p>
          <a:p>
            <a:r>
              <a:rPr lang="zh-CN" altLang="zh-CN" dirty="0"/>
              <a:t>进入开发板界面，点击左上角黑色</a:t>
            </a:r>
            <a:r>
              <a:rPr lang="en-US" altLang="zh-CN" dirty="0"/>
              <a:t>Terminal</a:t>
            </a:r>
            <a:r>
              <a:rPr lang="zh-CN" altLang="zh-CN" dirty="0"/>
              <a:t>打开终端，或使用组合键</a:t>
            </a:r>
            <a:r>
              <a:rPr lang="en-US" altLang="zh-CN" dirty="0"/>
              <a:t>“</a:t>
            </a:r>
            <a:r>
              <a:rPr lang="en-US" altLang="zh-CN" dirty="0" err="1"/>
              <a:t>ctrl+alt+T</a:t>
            </a:r>
            <a:r>
              <a:rPr lang="en-US" altLang="zh-CN" dirty="0"/>
              <a:t>”</a:t>
            </a:r>
            <a:r>
              <a:rPr lang="zh-CN" altLang="zh-CN" dirty="0"/>
              <a:t>打开</a:t>
            </a:r>
            <a:r>
              <a:rPr lang="zh-CN" altLang="zh-CN" dirty="0" smtClean="0"/>
              <a:t>终端：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（</a:t>
            </a:r>
            <a:r>
              <a:rPr lang="zh-CN" altLang="zh-CN" dirty="0" smtClean="0"/>
              <a:t>如果</a:t>
            </a:r>
            <a:r>
              <a:rPr lang="zh-CN" altLang="zh-CN" dirty="0"/>
              <a:t>采用</a:t>
            </a:r>
            <a:r>
              <a:rPr lang="en-US" altLang="zh-CN" dirty="0"/>
              <a:t>VNC</a:t>
            </a:r>
            <a:r>
              <a:rPr lang="zh-CN" altLang="zh-CN" dirty="0"/>
              <a:t>远程连接的方式，左下角菜单→</a:t>
            </a:r>
            <a:r>
              <a:rPr lang="en-US" altLang="zh-CN" dirty="0"/>
              <a:t>System Tools</a:t>
            </a:r>
            <a:r>
              <a:rPr lang="zh-CN" altLang="zh-CN" dirty="0"/>
              <a:t>→</a:t>
            </a:r>
            <a:r>
              <a:rPr lang="en-US" altLang="zh-CN" dirty="0" err="1"/>
              <a:t>LXTerminal</a:t>
            </a:r>
            <a:r>
              <a:rPr lang="zh-CN" altLang="zh-CN" dirty="0"/>
              <a:t>打开终端，不影响实际</a:t>
            </a:r>
            <a:r>
              <a:rPr lang="zh-CN" altLang="zh-CN" dirty="0" smtClean="0"/>
              <a:t>操作</a:t>
            </a:r>
            <a:r>
              <a:rPr lang="zh-CN" altLang="en-US" dirty="0" smtClean="0"/>
              <a:t>）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286" y="2897274"/>
            <a:ext cx="572384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531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推理模型检测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在终端中输入指令切换至配置好的虚拟</a:t>
            </a:r>
            <a:r>
              <a:rPr lang="zh-CN" altLang="zh-CN" dirty="0" smtClean="0"/>
              <a:t>环境</a:t>
            </a:r>
            <a:r>
              <a:rPr lang="zh-CN" altLang="en-US" dirty="0"/>
              <a:t>：</a:t>
            </a:r>
            <a:endParaRPr lang="zh-CN" altLang="zh-CN" dirty="0"/>
          </a:p>
          <a:p>
            <a:pPr lvl="1"/>
            <a:r>
              <a:rPr lang="en-US" altLang="zh-CN" dirty="0"/>
              <a:t>source </a:t>
            </a:r>
            <a:r>
              <a:rPr lang="en-US" altLang="zh-CN" dirty="0" err="1"/>
              <a:t>venv</a:t>
            </a:r>
            <a:r>
              <a:rPr lang="en-US" altLang="zh-CN" dirty="0"/>
              <a:t>/bin/activate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535" y="2897274"/>
            <a:ext cx="5757341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35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推理模型检测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输入指令切换至模型文件存储文件夹下，根据自己的路径修改（修改为你自己的模型文件存储路径）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 smtClean="0"/>
              <a:t>输入</a:t>
            </a:r>
            <a:r>
              <a:rPr lang="zh-CN" altLang="zh-CN" dirty="0"/>
              <a:t>指令运行</a:t>
            </a:r>
            <a:r>
              <a:rPr lang="en-US" altLang="zh-CN" dirty="0" smtClean="0"/>
              <a:t>yolov4-tiny-mask.py</a:t>
            </a:r>
            <a:r>
              <a:rPr lang="zh-CN" altLang="zh-CN" dirty="0"/>
              <a:t>进行模型</a:t>
            </a:r>
            <a:r>
              <a:rPr lang="zh-CN" altLang="zh-CN" dirty="0" smtClean="0"/>
              <a:t>推理</a:t>
            </a:r>
            <a:r>
              <a:rPr lang="zh-CN" altLang="en-US" dirty="0"/>
              <a:t>：</a:t>
            </a:r>
            <a:endParaRPr lang="zh-CN" altLang="zh-CN" dirty="0"/>
          </a:p>
          <a:p>
            <a:pPr lvl="1"/>
            <a:r>
              <a:rPr lang="en-US" altLang="zh-CN" dirty="0"/>
              <a:t>cd </a:t>
            </a:r>
            <a:r>
              <a:rPr lang="en-US" altLang="zh-CN" dirty="0" smtClean="0"/>
              <a:t>Desktop/demo     </a:t>
            </a:r>
            <a:r>
              <a:rPr lang="zh-CN" altLang="zh-CN" dirty="0"/>
              <a:t>（修改为你自己的模型文件存储路径</a:t>
            </a:r>
            <a:r>
              <a:rPr lang="zh-CN" altLang="zh-CN" dirty="0" smtClean="0"/>
              <a:t>）</a:t>
            </a:r>
            <a:endParaRPr lang="en-US" altLang="zh-CN" dirty="0" smtClean="0"/>
          </a:p>
          <a:p>
            <a:pPr lvl="1"/>
            <a:r>
              <a:rPr lang="en-US" altLang="zh-CN" dirty="0"/>
              <a:t>python3 yolov4-tiny-mask.py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696" y="2897274"/>
            <a:ext cx="595902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523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推理模型检测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运行程序后，第一步将会自动搜索同一网段下所有遵循</a:t>
            </a:r>
            <a:r>
              <a:rPr lang="en-US" altLang="zh-CN" dirty="0" err="1"/>
              <a:t>onvif</a:t>
            </a:r>
            <a:r>
              <a:rPr lang="zh-CN" altLang="zh-CN" dirty="0"/>
              <a:t>协议的设备的</a:t>
            </a:r>
            <a:r>
              <a:rPr lang="en-US" altLang="zh-CN" dirty="0"/>
              <a:t>IP</a:t>
            </a:r>
            <a:r>
              <a:rPr lang="zh-CN" altLang="zh-CN" dirty="0"/>
              <a:t>地址，请稍等片刻，查询后会以列表显示，需要选择所调用</a:t>
            </a:r>
            <a:r>
              <a:rPr lang="en-US" altLang="zh-CN" dirty="0"/>
              <a:t>IPC</a:t>
            </a:r>
            <a:r>
              <a:rPr lang="zh-CN" altLang="zh-CN" dirty="0"/>
              <a:t>设备的</a:t>
            </a:r>
            <a:r>
              <a:rPr lang="en-US" altLang="zh-CN" dirty="0" smtClean="0"/>
              <a:t>IP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下</a:t>
            </a:r>
            <a:r>
              <a:rPr lang="zh-CN" altLang="zh-CN" dirty="0" smtClean="0"/>
              <a:t>图</a:t>
            </a:r>
            <a:r>
              <a:rPr lang="zh-CN" altLang="zh-CN" dirty="0"/>
              <a:t>是通过开发板固定</a:t>
            </a:r>
            <a:r>
              <a:rPr lang="en-US" altLang="zh-CN" dirty="0"/>
              <a:t>IP</a:t>
            </a:r>
            <a:r>
              <a:rPr lang="zh-CN" altLang="zh-CN" dirty="0"/>
              <a:t>，仅通过一根网线将开发板与</a:t>
            </a:r>
            <a:r>
              <a:rPr lang="en-US" altLang="zh-CN" dirty="0"/>
              <a:t>IPC</a:t>
            </a:r>
            <a:r>
              <a:rPr lang="zh-CN" altLang="zh-CN" dirty="0"/>
              <a:t>设备直接相连（即连接方式</a:t>
            </a:r>
            <a:r>
              <a:rPr lang="en-US" altLang="zh-CN" dirty="0"/>
              <a:t>2</a:t>
            </a:r>
            <a:r>
              <a:rPr lang="zh-CN" altLang="zh-CN" dirty="0"/>
              <a:t>）所得结果，显然该种连接方式仅能搜索到相连的那个</a:t>
            </a:r>
            <a:r>
              <a:rPr lang="en-US" altLang="zh-CN" dirty="0"/>
              <a:t>IPC</a:t>
            </a:r>
            <a:r>
              <a:rPr lang="zh-CN" altLang="zh-CN" dirty="0"/>
              <a:t>设备。</a:t>
            </a: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999" y="2897274"/>
            <a:ext cx="5722413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76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推理模型检测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若采用连接外网直接搜索同一网段下设备（连接方式</a:t>
            </a:r>
            <a:r>
              <a:rPr lang="en-US" altLang="zh-CN" dirty="0"/>
              <a:t>1</a:t>
            </a:r>
            <a:r>
              <a:rPr lang="zh-CN" altLang="zh-CN" dirty="0"/>
              <a:t>），则可能出现多个</a:t>
            </a:r>
            <a:r>
              <a:rPr lang="en-US" altLang="zh-CN" dirty="0"/>
              <a:t>IP</a:t>
            </a:r>
            <a:r>
              <a:rPr lang="zh-CN" altLang="zh-CN" dirty="0"/>
              <a:t>地址的</a:t>
            </a:r>
            <a:r>
              <a:rPr lang="zh-CN" altLang="zh-CN" dirty="0" smtClean="0"/>
              <a:t>结果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r>
              <a:rPr lang="zh-CN" altLang="zh-CN" dirty="0"/>
              <a:t>输入序号回车调用该</a:t>
            </a:r>
            <a:r>
              <a:rPr lang="en-US" altLang="zh-CN" dirty="0"/>
              <a:t>IP</a:t>
            </a:r>
            <a:r>
              <a:rPr lang="zh-CN" altLang="zh-CN" dirty="0"/>
              <a:t>的设备画面，例如选择第二个设备就输入</a:t>
            </a:r>
            <a:r>
              <a:rPr lang="en-US" altLang="zh-CN" dirty="0"/>
              <a:t>“2”</a:t>
            </a:r>
            <a:r>
              <a:rPr lang="zh-CN" altLang="zh-CN" dirty="0"/>
              <a:t>后回车。</a:t>
            </a:r>
          </a:p>
          <a:p>
            <a:r>
              <a:rPr lang="zh-CN" altLang="zh-CN" dirty="0"/>
              <a:t>出现</a:t>
            </a:r>
            <a:r>
              <a:rPr lang="en-US" altLang="zh-CN" dirty="0"/>
              <a:t>loading model</a:t>
            </a:r>
            <a:r>
              <a:rPr lang="zh-CN" altLang="zh-CN" dirty="0"/>
              <a:t>即为成功，模型的加载需要等待一段时间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/>
              <a:t>按</a:t>
            </a:r>
            <a:r>
              <a:rPr lang="en-US" altLang="zh-CN" dirty="0"/>
              <a:t>“ESC”</a:t>
            </a:r>
            <a:r>
              <a:rPr lang="zh-CN" altLang="zh-CN" dirty="0"/>
              <a:t>中止程序停止检测。</a:t>
            </a:r>
          </a:p>
          <a:p>
            <a:endParaRPr lang="zh-CN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567" y="2897274"/>
            <a:ext cx="5697277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5069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实验结果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smtClean="0"/>
              <a:t>将</a:t>
            </a:r>
            <a:r>
              <a:rPr lang="en-US" altLang="zh-CN" smtClean="0"/>
              <a:t>IPC</a:t>
            </a:r>
            <a:r>
              <a:rPr lang="zh-CN" altLang="zh-CN" smtClean="0"/>
              <a:t>摄像头</a:t>
            </a:r>
            <a:r>
              <a:rPr lang="zh-CN" altLang="en-US" smtClean="0"/>
              <a:t>安装在支架上，</a:t>
            </a:r>
            <a:r>
              <a:rPr lang="zh-CN" altLang="zh-CN" smtClean="0"/>
              <a:t>对准</a:t>
            </a:r>
            <a:r>
              <a:rPr lang="zh-CN" altLang="zh-CN" dirty="0"/>
              <a:t>检测目标完成检测。不仅会显示检测目标结果，左上角还会显示</a:t>
            </a:r>
            <a:r>
              <a:rPr lang="en-US" altLang="zh-CN" dirty="0"/>
              <a:t>fps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/>
              <a:t>在终端还可以看到输出的各类目标的个数（戴</a:t>
            </a:r>
            <a:r>
              <a:rPr lang="zh-CN" altLang="zh-CN" dirty="0" smtClean="0"/>
              <a:t>口罩</a:t>
            </a:r>
            <a:r>
              <a:rPr lang="en-US" altLang="zh-CN" dirty="0" smtClean="0"/>
              <a:t>“mask</a:t>
            </a:r>
            <a:r>
              <a:rPr lang="en-US" altLang="zh-CN" dirty="0"/>
              <a:t>”</a:t>
            </a:r>
            <a:r>
              <a:rPr lang="zh-CN" altLang="zh-CN" dirty="0"/>
              <a:t>，不戴</a:t>
            </a:r>
            <a:r>
              <a:rPr lang="zh-CN" altLang="zh-CN" dirty="0" smtClean="0"/>
              <a:t>口罩</a:t>
            </a:r>
            <a:r>
              <a:rPr lang="en-US" altLang="zh-CN" dirty="0" smtClean="0"/>
              <a:t>“</a:t>
            </a:r>
            <a:r>
              <a:rPr lang="en-US" altLang="zh-CN" dirty="0" err="1"/>
              <a:t>no_mask</a:t>
            </a:r>
            <a:r>
              <a:rPr lang="en-US" altLang="zh-CN" dirty="0"/>
              <a:t>”</a:t>
            </a:r>
            <a:r>
              <a:rPr lang="zh-CN" altLang="zh-CN" dirty="0"/>
              <a:t>），没有检测目标会输出</a:t>
            </a:r>
            <a:r>
              <a:rPr lang="en-US" altLang="zh-CN" dirty="0"/>
              <a:t>“None”</a:t>
            </a:r>
            <a:r>
              <a:rPr lang="zh-CN" altLang="zh-CN" dirty="0"/>
              <a:t>。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注：最终检测效果除了与模型有关外，也与摄像头性能有关。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206" y="2082499"/>
            <a:ext cx="64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091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04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1378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修改</a:t>
            </a:r>
            <a:r>
              <a:rPr lang="en-US" altLang="zh-CN" dirty="0"/>
              <a:t>CLASSES</a:t>
            </a:r>
            <a:r>
              <a:rPr lang="zh-CN" altLang="zh-CN" dirty="0"/>
              <a:t>时一定要严格按照之前</a:t>
            </a:r>
            <a:r>
              <a:rPr lang="en-US" altLang="zh-CN" dirty="0"/>
              <a:t>“predefined_classes.txt”</a:t>
            </a:r>
            <a:r>
              <a:rPr lang="zh-CN" altLang="zh-CN" dirty="0"/>
              <a:t>中的顺序填写。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务必确认</a:t>
            </a:r>
            <a:r>
              <a:rPr lang="en-US" altLang="zh-CN" dirty="0" err="1"/>
              <a:t>VideoCapture</a:t>
            </a:r>
            <a:r>
              <a:rPr lang="zh-CN" altLang="zh-CN" dirty="0"/>
              <a:t>下</a:t>
            </a:r>
            <a:r>
              <a:rPr lang="en-US" altLang="zh-CN" dirty="0"/>
              <a:t>IPC</a:t>
            </a:r>
            <a:r>
              <a:rPr lang="zh-CN" altLang="zh-CN" dirty="0"/>
              <a:t>的</a:t>
            </a:r>
            <a:r>
              <a:rPr lang="en-US" altLang="zh-CN" dirty="0" err="1"/>
              <a:t>rtsp</a:t>
            </a:r>
            <a:r>
              <a:rPr lang="zh-CN" altLang="zh-CN" dirty="0"/>
              <a:t>地址是否正确。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以连接方式</a:t>
            </a:r>
            <a:r>
              <a:rPr lang="en-US" altLang="zh-CN" dirty="0"/>
              <a:t>2</a:t>
            </a:r>
            <a:r>
              <a:rPr lang="zh-CN" altLang="zh-CN" dirty="0"/>
              <a:t>连接时，开发板不连接外网，建议在实验结束后重新将网络</a:t>
            </a:r>
            <a:r>
              <a:rPr lang="en-US" altLang="zh-CN" dirty="0"/>
              <a:t>IP</a:t>
            </a:r>
            <a:r>
              <a:rPr lang="zh-CN" altLang="zh-CN" dirty="0"/>
              <a:t>设置为自动</a:t>
            </a:r>
            <a:r>
              <a:rPr lang="en-US" altLang="zh-CN" dirty="0"/>
              <a:t>“Automatic(DHCP)”</a:t>
            </a:r>
            <a:r>
              <a:rPr lang="zh-CN" altLang="zh-CN" dirty="0"/>
              <a:t>，需要重启开发板或重启网络才会生效。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开发板无法在目标文件夹</a:t>
            </a:r>
            <a:r>
              <a:rPr lang="zh-CN" altLang="zh-CN" dirty="0" smtClean="0"/>
              <a:t>下</a:t>
            </a:r>
            <a:r>
              <a:rPr lang="zh-CN" altLang="en-US" dirty="0" smtClean="0"/>
              <a:t>右键</a:t>
            </a:r>
            <a:r>
              <a:rPr lang="zh-CN" altLang="zh-CN" dirty="0" smtClean="0"/>
              <a:t>选择</a:t>
            </a:r>
            <a:r>
              <a:rPr lang="en-US" altLang="zh-CN" dirty="0"/>
              <a:t>“</a:t>
            </a:r>
            <a:r>
              <a:rPr lang="zh-CN" altLang="zh-CN" dirty="0"/>
              <a:t>在终端打开</a:t>
            </a:r>
            <a:r>
              <a:rPr lang="en-US" altLang="zh-CN" dirty="0"/>
              <a:t>”</a:t>
            </a:r>
            <a:r>
              <a:rPr lang="zh-CN" altLang="zh-CN" dirty="0"/>
              <a:t>，只能通过</a:t>
            </a:r>
            <a:r>
              <a:rPr lang="en-US" altLang="zh-CN" dirty="0"/>
              <a:t>cd</a:t>
            </a:r>
            <a:r>
              <a:rPr lang="zh-CN" altLang="zh-CN" dirty="0"/>
              <a:t>指令切换至文件夹，一定要切换至模型文件夹路径。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连接摄像头运行文件推理模型后，实时检测没有检测出所有待检测目标，可能是模型的性能问题，可以改小</a:t>
            </a:r>
            <a:r>
              <a:rPr lang="en-US" altLang="zh-CN" dirty="0"/>
              <a:t>OBJ_THRESH</a:t>
            </a:r>
            <a:r>
              <a:rPr lang="zh-CN" altLang="zh-CN" dirty="0"/>
              <a:t>和</a:t>
            </a:r>
            <a:r>
              <a:rPr lang="en-US" altLang="zh-CN" dirty="0"/>
              <a:t>NMS_THRESH</a:t>
            </a:r>
            <a:r>
              <a:rPr lang="zh-CN" altLang="zh-CN" dirty="0"/>
              <a:t>的值重新推理观察结果。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由于训练该模型使用的数据集中，目标距离较远，因此建议将</a:t>
            </a:r>
            <a:r>
              <a:rPr lang="en-US" altLang="zh-CN" dirty="0"/>
              <a:t>IPC</a:t>
            </a:r>
            <a:r>
              <a:rPr lang="zh-CN" altLang="zh-CN" dirty="0"/>
              <a:t>摄像头放远放高一些观察更好的检测结果。</a:t>
            </a:r>
          </a:p>
          <a:p>
            <a:pPr marL="342900" indent="-342900">
              <a:buFont typeface="+mj-lt"/>
              <a:buAutoNum type="arabicPeriod"/>
            </a:pPr>
            <a:endParaRPr lang="zh-CN" altLang="en-US" dirty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11953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zh-CN" altLang="zh-CN" dirty="0" smtClean="0"/>
              <a:t>本</a:t>
            </a:r>
            <a:r>
              <a:rPr lang="zh-CN" altLang="en-US" dirty="0" smtClean="0"/>
              <a:t>节课</a:t>
            </a:r>
            <a:r>
              <a:rPr lang="zh-CN" altLang="zh-CN" dirty="0" smtClean="0"/>
              <a:t>中</a:t>
            </a:r>
            <a:r>
              <a:rPr lang="zh-CN" altLang="zh-CN" dirty="0"/>
              <a:t>，</a:t>
            </a:r>
            <a:r>
              <a:rPr lang="zh-CN" altLang="zh-CN" dirty="0" smtClean="0"/>
              <a:t>我们</a:t>
            </a:r>
            <a:r>
              <a:rPr lang="zh-CN" altLang="en-US" dirty="0"/>
              <a:t>学习</a:t>
            </a:r>
            <a:r>
              <a:rPr lang="zh-CN" altLang="en-US" dirty="0" smtClean="0"/>
              <a:t>了：</a:t>
            </a:r>
            <a:endParaRPr lang="en-US" altLang="zh-CN" dirty="0" smtClean="0"/>
          </a:p>
          <a:p>
            <a:r>
              <a:rPr lang="zh-CN" altLang="en-US" dirty="0" smtClean="0"/>
              <a:t>在嵌入式开发板上推理模型</a:t>
            </a:r>
            <a:endParaRPr lang="en-US" altLang="zh-CN" dirty="0" smtClean="0"/>
          </a:p>
          <a:p>
            <a:r>
              <a:rPr lang="zh-CN" altLang="en-US" dirty="0" smtClean="0"/>
              <a:t>调用</a:t>
            </a:r>
            <a:r>
              <a:rPr lang="en-US" altLang="zh-CN" dirty="0" smtClean="0"/>
              <a:t>IPC</a:t>
            </a:r>
            <a:r>
              <a:rPr lang="zh-CN" altLang="en-US" dirty="0" smtClean="0"/>
              <a:t>边缘端实现目标检测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78939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00044BE-8457-4074-8823-61E1394FBF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6CDD7759-BA71-41DE-BB7F-473ED21A85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B39E9368-67B8-448F-BCF0-D2F5A2675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4832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#218130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11D84"/>
      </a:accent1>
      <a:accent2>
        <a:srgbClr val="28528B"/>
      </a:accent2>
      <a:accent3>
        <a:srgbClr val="39AEC0"/>
      </a:accent3>
      <a:accent4>
        <a:srgbClr val="FBCB6A"/>
      </a:accent4>
      <a:accent5>
        <a:srgbClr val="757579"/>
      </a:accent5>
      <a:accent6>
        <a:srgbClr val="5C5E60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课件：模板.potx" id="{75A736F1-A9F4-4558-8520-289A7C5FD6F8}" vid="{6F499C35-6EEA-4591-8D01-5F89C10EE7D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课件：模板</Template>
  <TotalTime>2155</TotalTime>
  <Words>1743</Words>
  <Application>Microsoft Office PowerPoint</Application>
  <PresentationFormat>宽屏</PresentationFormat>
  <Paragraphs>180</Paragraphs>
  <Slides>37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4" baseType="lpstr">
      <vt:lpstr>等线</vt:lpstr>
      <vt:lpstr>宋体</vt:lpstr>
      <vt:lpstr>微软雅黑</vt:lpstr>
      <vt:lpstr>Arial</vt:lpstr>
      <vt:lpstr>Calibri</vt:lpstr>
      <vt:lpstr>Ebrima</vt:lpstr>
      <vt:lpstr>主题5</vt:lpstr>
      <vt:lpstr>嵌入式设备实现目标检测</vt:lpstr>
      <vt:lpstr>课程目标</vt:lpstr>
      <vt:lpstr>PowerPoint 演示文稿</vt:lpstr>
      <vt:lpstr>/01</vt:lpstr>
      <vt:lpstr>实验介绍</vt:lpstr>
      <vt:lpstr>/02</vt:lpstr>
      <vt:lpstr>实验环境</vt:lpstr>
      <vt:lpstr>/03</vt:lpstr>
      <vt:lpstr>实验步骤</vt:lpstr>
      <vt:lpstr>实验流程</vt:lpstr>
      <vt:lpstr>修改原始代码</vt:lpstr>
      <vt:lpstr>修改原始代码</vt:lpstr>
      <vt:lpstr>修改原始代码</vt:lpstr>
      <vt:lpstr>修改原始代码</vt:lpstr>
      <vt:lpstr>修改原始代码</vt:lpstr>
      <vt:lpstr>修改原始代码</vt:lpstr>
      <vt:lpstr>修改原始代码</vt:lpstr>
      <vt:lpstr>实验流程</vt:lpstr>
      <vt:lpstr>IPC连接</vt:lpstr>
      <vt:lpstr>IPC连接</vt:lpstr>
      <vt:lpstr>IPC连接</vt:lpstr>
      <vt:lpstr>IPC连接</vt:lpstr>
      <vt:lpstr>IPC连接</vt:lpstr>
      <vt:lpstr>IPC连接</vt:lpstr>
      <vt:lpstr>IPC连接</vt:lpstr>
      <vt:lpstr>IPC连接</vt:lpstr>
      <vt:lpstr>实验流程</vt:lpstr>
      <vt:lpstr>推理模型检测</vt:lpstr>
      <vt:lpstr>推理模型检测</vt:lpstr>
      <vt:lpstr>推理模型检测</vt:lpstr>
      <vt:lpstr>推理模型检测</vt:lpstr>
      <vt:lpstr>推理模型检测</vt:lpstr>
      <vt:lpstr>实验结果</vt:lpstr>
      <vt:lpstr>/04</vt:lpstr>
      <vt:lpstr>注意事项</vt:lpstr>
      <vt:lpstr>课程小结</vt:lpstr>
      <vt:lpstr>PowerPoint 演示文稿</vt:lpstr>
    </vt:vector>
  </TitlesOfParts>
  <Manager>iSlide</Manager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45</cp:revision>
  <cp:lastPrinted>2018-09-20T16:00:00Z</cp:lastPrinted>
  <dcterms:created xsi:type="dcterms:W3CDTF">2022-06-27T01:42:48Z</dcterms:created>
  <dcterms:modified xsi:type="dcterms:W3CDTF">2022-12-27T09:25:49Z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73014DBFC45146CA96EB1D40049F1576</vt:lpwstr>
  </property>
  <property fmtid="{D5CDD505-2E9C-101B-9397-08002B2CF9AE}" pid="4" name="KSOProductBuildVer">
    <vt:lpwstr>2052-11.1.0.10667</vt:lpwstr>
  </property>
</Properties>
</file>