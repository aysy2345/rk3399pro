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8" r:id="rId2"/>
    <p:sldId id="294" r:id="rId3"/>
    <p:sldId id="262" r:id="rId4"/>
    <p:sldId id="257" r:id="rId5"/>
    <p:sldId id="260" r:id="rId6"/>
    <p:sldId id="263" r:id="rId7"/>
    <p:sldId id="266" r:id="rId8"/>
    <p:sldId id="264" r:id="rId9"/>
    <p:sldId id="295" r:id="rId10"/>
    <p:sldId id="267" r:id="rId11"/>
    <p:sldId id="268" r:id="rId12"/>
    <p:sldId id="269" r:id="rId13"/>
    <p:sldId id="299" r:id="rId14"/>
    <p:sldId id="271" r:id="rId15"/>
    <p:sldId id="270" r:id="rId16"/>
    <p:sldId id="272" r:id="rId17"/>
    <p:sldId id="273" r:id="rId18"/>
    <p:sldId id="274" r:id="rId19"/>
    <p:sldId id="275" r:id="rId20"/>
    <p:sldId id="300" r:id="rId21"/>
    <p:sldId id="276" r:id="rId22"/>
    <p:sldId id="277" r:id="rId23"/>
    <p:sldId id="278" r:id="rId24"/>
    <p:sldId id="301" r:id="rId25"/>
    <p:sldId id="279" r:id="rId26"/>
    <p:sldId id="280" r:id="rId27"/>
    <p:sldId id="281" r:id="rId28"/>
    <p:sldId id="287" r:id="rId29"/>
    <p:sldId id="282" r:id="rId30"/>
    <p:sldId id="303" r:id="rId31"/>
    <p:sldId id="283" r:id="rId32"/>
    <p:sldId id="284" r:id="rId33"/>
    <p:sldId id="285" r:id="rId34"/>
    <p:sldId id="291" r:id="rId35"/>
    <p:sldId id="292" r:id="rId36"/>
    <p:sldId id="288" r:id="rId37"/>
    <p:sldId id="289" r:id="rId38"/>
    <p:sldId id="265" r:id="rId39"/>
    <p:sldId id="290" r:id="rId40"/>
    <p:sldId id="293" r:id="rId41"/>
    <p:sldId id="261" r:id="rId42"/>
  </p:sldIdLst>
  <p:sldSz cx="12192000" cy="6858000"/>
  <p:notesSz cx="6858000" cy="9144000"/>
  <p:custDataLst>
    <p:tags r:id="rId4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6196" autoAdjust="0"/>
  </p:normalViewPr>
  <p:slideViewPr>
    <p:cSldViewPr snapToGrid="0" showGuides="1">
      <p:cViewPr varScale="1">
        <p:scale>
          <a:sx n="114" d="100"/>
          <a:sy n="114" d="100"/>
        </p:scale>
        <p:origin x="420" y="102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安装</a:t>
          </a:r>
          <a:r>
            <a:rPr lang="en-US" altLang="zh-CN" dirty="0" smtClean="0"/>
            <a:t>anaconda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8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8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FF98E021-9AE9-420B-B134-4141A54D22ED}" type="presOf" srcId="{3F9AE8EF-E0BD-4A86-A1DC-73AF72B43E8D}" destId="{2147596E-7442-41E7-9852-40E25C424996}" srcOrd="0" destOrd="0" presId="urn:microsoft.com/office/officeart/2005/8/layout/chevron1"/>
    <dgm:cxn modelId="{7FBF62ED-3280-4BF9-ADC1-DFD9DEB0DE99}" type="presOf" srcId="{314AE731-DFBF-4A5B-8171-86B7AA2F2858}" destId="{5653E5CF-63C1-4886-9DFE-DC4B36C44A33}" srcOrd="0" destOrd="0" presId="urn:microsoft.com/office/officeart/2005/8/layout/chevron1"/>
    <dgm:cxn modelId="{44973C6E-7136-4FF5-BE7B-84067429D32D}" type="presOf" srcId="{C6C44482-D821-4FAE-BB52-29931F8BCBDE}" destId="{E2DC7CE9-31B9-4959-914F-451EA2F3687E}" srcOrd="0" destOrd="0" presId="urn:microsoft.com/office/officeart/2005/8/layout/chevron1"/>
    <dgm:cxn modelId="{0E2D8857-D506-4135-9B3E-FD6D43EC78A2}" type="presOf" srcId="{211D359A-E621-4AEC-B365-EBCECA4D5608}" destId="{50739AC9-FC4E-42C3-B62E-1016634A724A}" srcOrd="0" destOrd="0" presId="urn:microsoft.com/office/officeart/2005/8/layout/chevron1"/>
    <dgm:cxn modelId="{CF65A938-E2BD-478A-81AF-8EDE0C1B3684}" type="presOf" srcId="{BEAB6AAF-246B-444D-90D9-FB867EA43595}" destId="{FC4CA3E0-7A9C-47CB-88C9-7F81B89FD5AA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EF63CDD8-3A8F-4B49-8755-59F5B849FAD5}" type="presParOf" srcId="{5653E5CF-63C1-4886-9DFE-DC4B36C44A33}" destId="{FC4CA3E0-7A9C-47CB-88C9-7F81B89FD5AA}" srcOrd="0" destOrd="0" presId="urn:microsoft.com/office/officeart/2005/8/layout/chevron1"/>
    <dgm:cxn modelId="{BEBBC815-FE2C-4485-86CD-F135BF378CA2}" type="presParOf" srcId="{5653E5CF-63C1-4886-9DFE-DC4B36C44A33}" destId="{ED8D2DC7-F6B9-49A1-A3FB-6645AA0B27C9}" srcOrd="1" destOrd="0" presId="urn:microsoft.com/office/officeart/2005/8/layout/chevron1"/>
    <dgm:cxn modelId="{7744CCD9-859C-44DF-8C52-5A58F786BFA3}" type="presParOf" srcId="{5653E5CF-63C1-4886-9DFE-DC4B36C44A33}" destId="{2147596E-7442-41E7-9852-40E25C424996}" srcOrd="2" destOrd="0" presId="urn:microsoft.com/office/officeart/2005/8/layout/chevron1"/>
    <dgm:cxn modelId="{8B4CA64B-9413-4CC3-8C0C-7B6E0E81E771}" type="presParOf" srcId="{5653E5CF-63C1-4886-9DFE-DC4B36C44A33}" destId="{78A125B0-FC96-47C5-ADBC-5773E5EBD695}" srcOrd="3" destOrd="0" presId="urn:microsoft.com/office/officeart/2005/8/layout/chevron1"/>
    <dgm:cxn modelId="{D0DCB631-E69C-42C4-8C5D-2A14FA4C8EF6}" type="presParOf" srcId="{5653E5CF-63C1-4886-9DFE-DC4B36C44A33}" destId="{50739AC9-FC4E-42C3-B62E-1016634A724A}" srcOrd="4" destOrd="0" presId="urn:microsoft.com/office/officeart/2005/8/layout/chevron1"/>
    <dgm:cxn modelId="{921D6C39-4D06-4FA9-8D56-CB8ED71A098A}" type="presParOf" srcId="{5653E5CF-63C1-4886-9DFE-DC4B36C44A33}" destId="{BA7DB2C5-C694-4861-95D5-BF30690EE501}" srcOrd="5" destOrd="0" presId="urn:microsoft.com/office/officeart/2005/8/layout/chevron1"/>
    <dgm:cxn modelId="{FCD6524B-EE52-4EDC-99A6-12DA310F8284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</a:t>
          </a:r>
          <a:r>
            <a:rPr lang="en-US" altLang="zh-CN" dirty="0" smtClean="0">
              <a:solidFill>
                <a:schemeClr val="tx1"/>
              </a:solidFill>
            </a:rPr>
            <a:t>python</a:t>
          </a:r>
          <a:r>
            <a:rPr lang="zh-CN" altLang="en-US" dirty="0" smtClean="0">
              <a:solidFill>
                <a:schemeClr val="tx1"/>
              </a:solidFill>
            </a:rPr>
            <a:t>环境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8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33B2D64A-4A9D-4499-BA38-437295D8B144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CBBFD7F-7AA9-4B12-8CCB-1B8662BC820E}" type="presOf" srcId="{BEAB6AAF-246B-444D-90D9-FB867EA43595}" destId="{FC4CA3E0-7A9C-47CB-88C9-7F81B89FD5AA}" srcOrd="0" destOrd="0" presId="urn:microsoft.com/office/officeart/2005/8/layout/chevron1"/>
    <dgm:cxn modelId="{97678B14-02FA-4A1C-9470-3B41BCEB50FD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0B45BCF0-FE47-43B5-98EA-5FD55105E798}" type="presOf" srcId="{C6C44482-D821-4FAE-BB52-29931F8BCBDE}" destId="{E2DC7CE9-31B9-4959-914F-451EA2F3687E}" srcOrd="0" destOrd="0" presId="urn:microsoft.com/office/officeart/2005/8/layout/chevron1"/>
    <dgm:cxn modelId="{D8BBA507-AF4C-4E3D-B89A-74995ABAD5C9}" type="presOf" srcId="{3F9AE8EF-E0BD-4A86-A1DC-73AF72B43E8D}" destId="{2147596E-7442-41E7-9852-40E25C424996}" srcOrd="0" destOrd="0" presId="urn:microsoft.com/office/officeart/2005/8/layout/chevron1"/>
    <dgm:cxn modelId="{8B22CBCF-7352-4D74-884E-BBD84231F552}" type="presParOf" srcId="{5653E5CF-63C1-4886-9DFE-DC4B36C44A33}" destId="{FC4CA3E0-7A9C-47CB-88C9-7F81B89FD5AA}" srcOrd="0" destOrd="0" presId="urn:microsoft.com/office/officeart/2005/8/layout/chevron1"/>
    <dgm:cxn modelId="{F23071B5-0976-47D6-AEC6-75B0035DEA25}" type="presParOf" srcId="{5653E5CF-63C1-4886-9DFE-DC4B36C44A33}" destId="{ED8D2DC7-F6B9-49A1-A3FB-6645AA0B27C9}" srcOrd="1" destOrd="0" presId="urn:microsoft.com/office/officeart/2005/8/layout/chevron1"/>
    <dgm:cxn modelId="{A0F85CD4-F1FA-4495-9348-33BCCF9DB7D7}" type="presParOf" srcId="{5653E5CF-63C1-4886-9DFE-DC4B36C44A33}" destId="{2147596E-7442-41E7-9852-40E25C424996}" srcOrd="2" destOrd="0" presId="urn:microsoft.com/office/officeart/2005/8/layout/chevron1"/>
    <dgm:cxn modelId="{890A3225-87A9-4EA9-A04A-755CB9FFCF47}" type="presParOf" srcId="{5653E5CF-63C1-4886-9DFE-DC4B36C44A33}" destId="{78A125B0-FC96-47C5-ADBC-5773E5EBD695}" srcOrd="3" destOrd="0" presId="urn:microsoft.com/office/officeart/2005/8/layout/chevron1"/>
    <dgm:cxn modelId="{8F3F85D4-E9CD-4C59-B60B-4A5C4D97C705}" type="presParOf" srcId="{5653E5CF-63C1-4886-9DFE-DC4B36C44A33}" destId="{50739AC9-FC4E-42C3-B62E-1016634A724A}" srcOrd="4" destOrd="0" presId="urn:microsoft.com/office/officeart/2005/8/layout/chevron1"/>
    <dgm:cxn modelId="{65637518-B7C2-43ED-8E3E-D1BD1444A101}" type="presParOf" srcId="{5653E5CF-63C1-4886-9DFE-DC4B36C44A33}" destId="{BA7DB2C5-C694-4861-95D5-BF30690EE501}" srcOrd="5" destOrd="0" presId="urn:microsoft.com/office/officeart/2005/8/layout/chevron1"/>
    <dgm:cxn modelId="{0BB39B69-EA78-4801-8CA8-EA0866D268BC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</a:t>
          </a:r>
          <a:r>
            <a:rPr lang="en-US" altLang="zh-CN" dirty="0" err="1" smtClean="0">
              <a:solidFill>
                <a:schemeClr val="tx1"/>
              </a:solidFill>
            </a:rPr>
            <a:t>Pycharm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16925E2C-BC0D-4661-A19B-D21AFFB06187}" type="presOf" srcId="{BEAB6AAF-246B-444D-90D9-FB867EA43595}" destId="{FC4CA3E0-7A9C-47CB-88C9-7F81B89FD5AA}" srcOrd="0" destOrd="0" presId="urn:microsoft.com/office/officeart/2005/8/layout/chevron1"/>
    <dgm:cxn modelId="{BDAD351D-6E27-4AC3-B4D8-75C58DFBF7F1}" type="presOf" srcId="{C6C44482-D821-4FAE-BB52-29931F8BCBDE}" destId="{E2DC7CE9-31B9-4959-914F-451EA2F3687E}" srcOrd="0" destOrd="0" presId="urn:microsoft.com/office/officeart/2005/8/layout/chevron1"/>
    <dgm:cxn modelId="{E38D7D37-E06F-42CD-B95D-5D915D77E9F3}" type="presOf" srcId="{211D359A-E621-4AEC-B365-EBCECA4D5608}" destId="{50739AC9-FC4E-42C3-B62E-1016634A724A}" srcOrd="0" destOrd="0" presId="urn:microsoft.com/office/officeart/2005/8/layout/chevron1"/>
    <dgm:cxn modelId="{68CA07EA-006A-49DA-AE60-5AD0B48D5480}" type="presOf" srcId="{3F9AE8EF-E0BD-4A86-A1DC-73AF72B43E8D}" destId="{2147596E-7442-41E7-9852-40E25C424996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DF68146F-A181-4AE0-854F-0FB92230D683}" type="presOf" srcId="{314AE731-DFBF-4A5B-8171-86B7AA2F2858}" destId="{5653E5CF-63C1-4886-9DFE-DC4B36C44A33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884A8CA3-55BC-4F13-9F4F-17479226D91B}" type="presParOf" srcId="{5653E5CF-63C1-4886-9DFE-DC4B36C44A33}" destId="{FC4CA3E0-7A9C-47CB-88C9-7F81B89FD5AA}" srcOrd="0" destOrd="0" presId="urn:microsoft.com/office/officeart/2005/8/layout/chevron1"/>
    <dgm:cxn modelId="{18C37003-A96E-4479-BCF6-6E2238D89178}" type="presParOf" srcId="{5653E5CF-63C1-4886-9DFE-DC4B36C44A33}" destId="{ED8D2DC7-F6B9-49A1-A3FB-6645AA0B27C9}" srcOrd="1" destOrd="0" presId="urn:microsoft.com/office/officeart/2005/8/layout/chevron1"/>
    <dgm:cxn modelId="{157F0F97-46CF-4AD3-9A57-7EF2B654E971}" type="presParOf" srcId="{5653E5CF-63C1-4886-9DFE-DC4B36C44A33}" destId="{2147596E-7442-41E7-9852-40E25C424996}" srcOrd="2" destOrd="0" presId="urn:microsoft.com/office/officeart/2005/8/layout/chevron1"/>
    <dgm:cxn modelId="{34A12499-F9BA-47DF-90E8-5E3EB9FF6A04}" type="presParOf" srcId="{5653E5CF-63C1-4886-9DFE-DC4B36C44A33}" destId="{78A125B0-FC96-47C5-ADBC-5773E5EBD695}" srcOrd="3" destOrd="0" presId="urn:microsoft.com/office/officeart/2005/8/layout/chevron1"/>
    <dgm:cxn modelId="{D49C3557-4BBF-4D57-8F55-BBFC797F871F}" type="presParOf" srcId="{5653E5CF-63C1-4886-9DFE-DC4B36C44A33}" destId="{50739AC9-FC4E-42C3-B62E-1016634A724A}" srcOrd="4" destOrd="0" presId="urn:microsoft.com/office/officeart/2005/8/layout/chevron1"/>
    <dgm:cxn modelId="{4710FDFD-5C0E-472F-B748-71645066A437}" type="presParOf" srcId="{5653E5CF-63C1-4886-9DFE-DC4B36C44A33}" destId="{BA7DB2C5-C694-4861-95D5-BF30690EE501}" srcOrd="5" destOrd="0" presId="urn:microsoft.com/office/officeart/2005/8/layout/chevron1"/>
    <dgm:cxn modelId="{57272CE4-8DB0-47A2-8BF4-15682F02B3B0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6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开始项目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8ECB1317-20A0-447B-9120-D7DE88E22FF6}" type="presOf" srcId="{314AE731-DFBF-4A5B-8171-86B7AA2F2858}" destId="{5653E5CF-63C1-4886-9DFE-DC4B36C44A33}" srcOrd="0" destOrd="0" presId="urn:microsoft.com/office/officeart/2005/8/layout/chevron1"/>
    <dgm:cxn modelId="{0611B20B-9497-47CE-BFE5-5E60396A3FDF}" type="presOf" srcId="{211D359A-E621-4AEC-B365-EBCECA4D5608}" destId="{50739AC9-FC4E-42C3-B62E-1016634A724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EC95AD06-B840-448A-A13C-34DD220E3CDA}" type="presOf" srcId="{3F9AE8EF-E0BD-4A86-A1DC-73AF72B43E8D}" destId="{2147596E-7442-41E7-9852-40E25C424996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882E74F0-4B47-402E-A68D-9D8F428AD126}" type="presOf" srcId="{BEAB6AAF-246B-444D-90D9-FB867EA43595}" destId="{FC4CA3E0-7A9C-47CB-88C9-7F81B89FD5AA}" srcOrd="0" destOrd="0" presId="urn:microsoft.com/office/officeart/2005/8/layout/chevron1"/>
    <dgm:cxn modelId="{76F74974-4E0D-402B-8499-BA26DA3A0CF5}" type="presOf" srcId="{C6C44482-D821-4FAE-BB52-29931F8BCBDE}" destId="{E2DC7CE9-31B9-4959-914F-451EA2F3687E}" srcOrd="0" destOrd="0" presId="urn:microsoft.com/office/officeart/2005/8/layout/chevron1"/>
    <dgm:cxn modelId="{836F0B7E-CC98-4564-AA7E-F06D0CF1FA97}" type="presParOf" srcId="{5653E5CF-63C1-4886-9DFE-DC4B36C44A33}" destId="{FC4CA3E0-7A9C-47CB-88C9-7F81B89FD5AA}" srcOrd="0" destOrd="0" presId="urn:microsoft.com/office/officeart/2005/8/layout/chevron1"/>
    <dgm:cxn modelId="{1FF62E5C-8F0E-4007-BA55-4E90530FABE2}" type="presParOf" srcId="{5653E5CF-63C1-4886-9DFE-DC4B36C44A33}" destId="{ED8D2DC7-F6B9-49A1-A3FB-6645AA0B27C9}" srcOrd="1" destOrd="0" presId="urn:microsoft.com/office/officeart/2005/8/layout/chevron1"/>
    <dgm:cxn modelId="{5B7CF174-D75E-4E2A-A9D2-17AD76714FAA}" type="presParOf" srcId="{5653E5CF-63C1-4886-9DFE-DC4B36C44A33}" destId="{2147596E-7442-41E7-9852-40E25C424996}" srcOrd="2" destOrd="0" presId="urn:microsoft.com/office/officeart/2005/8/layout/chevron1"/>
    <dgm:cxn modelId="{35AC2925-4A95-44AA-A5DF-CB84D1B2A113}" type="presParOf" srcId="{5653E5CF-63C1-4886-9DFE-DC4B36C44A33}" destId="{78A125B0-FC96-47C5-ADBC-5773E5EBD695}" srcOrd="3" destOrd="0" presId="urn:microsoft.com/office/officeart/2005/8/layout/chevron1"/>
    <dgm:cxn modelId="{02E45A64-594C-4D68-9589-F328AE0CFC73}" type="presParOf" srcId="{5653E5CF-63C1-4886-9DFE-DC4B36C44A33}" destId="{50739AC9-FC4E-42C3-B62E-1016634A724A}" srcOrd="4" destOrd="0" presId="urn:microsoft.com/office/officeart/2005/8/layout/chevron1"/>
    <dgm:cxn modelId="{E6D5D97E-78B7-40E1-B4FE-D697F38C4E20}" type="presParOf" srcId="{5653E5CF-63C1-4886-9DFE-DC4B36C44A33}" destId="{BA7DB2C5-C694-4861-95D5-BF30690EE501}" srcOrd="5" destOrd="0" presId="urn:microsoft.com/office/officeart/2005/8/layout/chevron1"/>
    <dgm:cxn modelId="{C4F8E3FF-42EF-4743-9290-5AA2F0DAAAA8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92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="" xmlns:a16="http://schemas.microsoft.com/office/drawing/2014/main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="" xmlns:a16="http://schemas.microsoft.com/office/drawing/2014/main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="" xmlns:a16="http://schemas.microsoft.com/office/drawing/2014/main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="" xmlns:a16="http://schemas.microsoft.com/office/drawing/2014/main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3692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="" xmlns:a16="http://schemas.microsoft.com/office/drawing/2014/main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="" xmlns:a16="http://schemas.microsoft.com/office/drawing/2014/main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="" xmlns:a16="http://schemas.microsoft.com/office/drawing/2014/main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="" xmlns:a16="http://schemas.microsoft.com/office/drawing/2014/main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="" xmlns:a16="http://schemas.microsoft.com/office/drawing/2014/main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="" xmlns:a16="http://schemas.microsoft.com/office/drawing/2014/main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="" xmlns:a16="http://schemas.microsoft.com/office/drawing/2014/main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="" xmlns:a16="http://schemas.microsoft.com/office/drawing/2014/main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="" xmlns:a16="http://schemas.microsoft.com/office/drawing/2014/main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="" xmlns:a16="http://schemas.microsoft.com/office/drawing/2014/main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="" xmlns:a16="http://schemas.microsoft.com/office/drawing/2014/main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="" xmlns:a16="http://schemas.microsoft.com/office/drawing/2014/main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="" xmlns:a16="http://schemas.microsoft.com/office/drawing/2014/main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="" xmlns:a16="http://schemas.microsoft.com/office/drawing/2014/main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="" xmlns:a16="http://schemas.microsoft.com/office/drawing/2014/main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="" xmlns:a16="http://schemas.microsoft.com/office/drawing/2014/main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="" xmlns:a16="http://schemas.microsoft.com/office/drawing/2014/main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="" xmlns:a16="http://schemas.microsoft.com/office/drawing/2014/main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="" xmlns:a16="http://schemas.microsoft.com/office/drawing/2014/main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="" xmlns:a16="http://schemas.microsoft.com/office/drawing/2014/main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="" xmlns:a16="http://schemas.microsoft.com/office/drawing/2014/main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="" xmlns:a16="http://schemas.microsoft.com/office/drawing/2014/main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="" xmlns:a16="http://schemas.microsoft.com/office/drawing/2014/main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="" xmlns:a16="http://schemas.microsoft.com/office/drawing/2014/main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="" xmlns:a16="http://schemas.microsoft.com/office/drawing/2014/main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="" xmlns:a16="http://schemas.microsoft.com/office/drawing/2014/main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="" xmlns:a16="http://schemas.microsoft.com/office/drawing/2014/main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="" xmlns:a16="http://schemas.microsoft.com/office/drawing/2014/main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="" xmlns:a16="http://schemas.microsoft.com/office/drawing/2014/main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="" xmlns:a16="http://schemas.microsoft.com/office/drawing/2014/main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="" xmlns:a16="http://schemas.microsoft.com/office/drawing/2014/main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="" xmlns:a16="http://schemas.microsoft.com/office/drawing/2014/main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="" xmlns:a16="http://schemas.microsoft.com/office/drawing/2014/main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="" xmlns:a16="http://schemas.microsoft.com/office/drawing/2014/main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="" xmlns:a16="http://schemas.microsoft.com/office/drawing/2014/main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="" xmlns:a16="http://schemas.microsoft.com/office/drawing/2014/main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="" xmlns:a16="http://schemas.microsoft.com/office/drawing/2014/main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="" xmlns:a16="http://schemas.microsoft.com/office/drawing/2014/main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="" xmlns:a16="http://schemas.microsoft.com/office/drawing/2014/main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="" xmlns:a16="http://schemas.microsoft.com/office/drawing/2014/main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="" xmlns:a16="http://schemas.microsoft.com/office/drawing/2014/main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="" xmlns:a16="http://schemas.microsoft.com/office/drawing/2014/main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="" xmlns:a16="http://schemas.microsoft.com/office/drawing/2014/main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="" xmlns:a16="http://schemas.microsoft.com/office/drawing/2014/main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="" xmlns:a16="http://schemas.microsoft.com/office/drawing/2014/main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="" xmlns:a16="http://schemas.microsoft.com/office/drawing/2014/main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="" xmlns:a16="http://schemas.microsoft.com/office/drawing/2014/main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="" xmlns:a16="http://schemas.microsoft.com/office/drawing/2014/main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="" xmlns:a16="http://schemas.microsoft.com/office/drawing/2014/main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="" xmlns:a16="http://schemas.microsoft.com/office/drawing/2014/main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="" xmlns:a16="http://schemas.microsoft.com/office/drawing/2014/main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="" xmlns:a16="http://schemas.microsoft.com/office/drawing/2014/main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="" xmlns:a16="http://schemas.microsoft.com/office/drawing/2014/main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="" xmlns:a16="http://schemas.microsoft.com/office/drawing/2014/main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="" xmlns:a16="http://schemas.microsoft.com/office/drawing/2014/main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="" xmlns:a16="http://schemas.microsoft.com/office/drawing/2014/main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="" xmlns:a16="http://schemas.microsoft.com/office/drawing/2014/main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="" xmlns:a16="http://schemas.microsoft.com/office/drawing/2014/main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="" xmlns:a16="http://schemas.microsoft.com/office/drawing/2014/main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="" xmlns:a16="http://schemas.microsoft.com/office/drawing/2014/main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="" xmlns:a16="http://schemas.microsoft.com/office/drawing/2014/main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="" xmlns:a16="http://schemas.microsoft.com/office/drawing/2014/main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="" xmlns:a16="http://schemas.microsoft.com/office/drawing/2014/main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="" xmlns:a16="http://schemas.microsoft.com/office/drawing/2014/main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="" xmlns:a16="http://schemas.microsoft.com/office/drawing/2014/main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="" xmlns:a16="http://schemas.microsoft.com/office/drawing/2014/main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="" xmlns:a16="http://schemas.microsoft.com/office/drawing/2014/main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="" xmlns:a16="http://schemas.microsoft.com/office/drawing/2014/main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="" xmlns:a16="http://schemas.microsoft.com/office/drawing/2014/main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="" xmlns:a16="http://schemas.microsoft.com/office/drawing/2014/main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="" xmlns:a16="http://schemas.microsoft.com/office/drawing/2014/main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="" xmlns:a16="http://schemas.microsoft.com/office/drawing/2014/main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="" xmlns:a16="http://schemas.microsoft.com/office/drawing/2014/main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="" xmlns:a16="http://schemas.microsoft.com/office/drawing/2014/main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="" xmlns:a16="http://schemas.microsoft.com/office/drawing/2014/main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="" xmlns:a16="http://schemas.microsoft.com/office/drawing/2014/main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="" xmlns:a16="http://schemas.microsoft.com/office/drawing/2014/main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="" xmlns:a16="http://schemas.microsoft.com/office/drawing/2014/main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="" xmlns:a16="http://schemas.microsoft.com/office/drawing/2014/main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="" xmlns:a16="http://schemas.microsoft.com/office/drawing/2014/main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="" xmlns:a16="http://schemas.microsoft.com/office/drawing/2014/main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="" xmlns:a16="http://schemas.microsoft.com/office/drawing/2014/main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="" xmlns:a16="http://schemas.microsoft.com/office/drawing/2014/main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="" xmlns:a16="http://schemas.microsoft.com/office/drawing/2014/main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="" xmlns:a16="http://schemas.microsoft.com/office/drawing/2014/main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="" xmlns:a16="http://schemas.microsoft.com/office/drawing/2014/main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="" xmlns:a16="http://schemas.microsoft.com/office/drawing/2014/main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="" xmlns:a16="http://schemas.microsoft.com/office/drawing/2014/main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="" xmlns:a16="http://schemas.microsoft.com/office/drawing/2014/main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="" xmlns:a16="http://schemas.microsoft.com/office/drawing/2014/main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="" xmlns:a16="http://schemas.microsoft.com/office/drawing/2014/main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="" xmlns:a16="http://schemas.microsoft.com/office/drawing/2014/main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="" xmlns:a16="http://schemas.microsoft.com/office/drawing/2014/main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="" xmlns:a16="http://schemas.microsoft.com/office/drawing/2014/main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="" xmlns:a16="http://schemas.microsoft.com/office/drawing/2014/main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="" xmlns:a16="http://schemas.microsoft.com/office/drawing/2014/main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="" xmlns:a16="http://schemas.microsoft.com/office/drawing/2014/main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="" xmlns:a16="http://schemas.microsoft.com/office/drawing/2014/main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="" xmlns:a16="http://schemas.microsoft.com/office/drawing/2014/main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="" xmlns:a16="http://schemas.microsoft.com/office/drawing/2014/main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="" xmlns:a16="http://schemas.microsoft.com/office/drawing/2014/main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="" xmlns:a16="http://schemas.microsoft.com/office/drawing/2014/main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="" xmlns:a16="http://schemas.microsoft.com/office/drawing/2014/main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="" xmlns:a16="http://schemas.microsoft.com/office/drawing/2014/main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="" xmlns:a16="http://schemas.microsoft.com/office/drawing/2014/main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="" xmlns:a16="http://schemas.microsoft.com/office/drawing/2014/main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="" xmlns:a16="http://schemas.microsoft.com/office/drawing/2014/main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="" xmlns:a16="http://schemas.microsoft.com/office/drawing/2014/main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="" xmlns:a16="http://schemas.microsoft.com/office/drawing/2014/main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="" xmlns:a16="http://schemas.microsoft.com/office/drawing/2014/main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="" xmlns:a16="http://schemas.microsoft.com/office/drawing/2014/main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="" xmlns:a16="http://schemas.microsoft.com/office/drawing/2014/main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="" xmlns:a16="http://schemas.microsoft.com/office/drawing/2014/main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="" xmlns:a16="http://schemas.microsoft.com/office/drawing/2014/main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="" xmlns:a16="http://schemas.microsoft.com/office/drawing/2014/main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="" xmlns:a16="http://schemas.microsoft.com/office/drawing/2014/main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="" xmlns:a16="http://schemas.microsoft.com/office/drawing/2014/main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="" xmlns:a16="http://schemas.microsoft.com/office/drawing/2014/main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="" xmlns:a16="http://schemas.microsoft.com/office/drawing/2014/main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="" xmlns:a16="http://schemas.microsoft.com/office/drawing/2014/main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="" xmlns:a16="http://schemas.microsoft.com/office/drawing/2014/main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="" xmlns:a16="http://schemas.microsoft.com/office/drawing/2014/main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="" xmlns:a16="http://schemas.microsoft.com/office/drawing/2014/main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="" xmlns:a16="http://schemas.microsoft.com/office/drawing/2014/main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="" xmlns:a16="http://schemas.microsoft.com/office/drawing/2014/main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="" xmlns:a16="http://schemas.microsoft.com/office/drawing/2014/main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="" xmlns:a16="http://schemas.microsoft.com/office/drawing/2014/main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="" xmlns:a16="http://schemas.microsoft.com/office/drawing/2014/main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="" xmlns:a16="http://schemas.microsoft.com/office/drawing/2014/main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="" xmlns:a16="http://schemas.microsoft.com/office/drawing/2014/main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="" xmlns:a16="http://schemas.microsoft.com/office/drawing/2014/main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="" xmlns:a16="http://schemas.microsoft.com/office/drawing/2014/main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="" xmlns:a16="http://schemas.microsoft.com/office/drawing/2014/main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="" xmlns:a16="http://schemas.microsoft.com/office/drawing/2014/main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="" xmlns:a16="http://schemas.microsoft.com/office/drawing/2014/main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="" xmlns:a16="http://schemas.microsoft.com/office/drawing/2014/main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="" xmlns:a16="http://schemas.microsoft.com/office/drawing/2014/main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="" xmlns:a16="http://schemas.microsoft.com/office/drawing/2014/main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="" xmlns:a16="http://schemas.microsoft.com/office/drawing/2014/main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="" xmlns:a16="http://schemas.microsoft.com/office/drawing/2014/main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="" xmlns:a16="http://schemas.microsoft.com/office/drawing/2014/main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="" xmlns:a16="http://schemas.microsoft.com/office/drawing/2014/main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="" xmlns:a16="http://schemas.microsoft.com/office/drawing/2014/main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="" xmlns:a16="http://schemas.microsoft.com/office/drawing/2014/main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="" xmlns:a16="http://schemas.microsoft.com/office/drawing/2014/main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="" xmlns:a16="http://schemas.microsoft.com/office/drawing/2014/main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="" xmlns:a16="http://schemas.microsoft.com/office/drawing/2014/main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="" xmlns:a16="http://schemas.microsoft.com/office/drawing/2014/main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="" xmlns:a16="http://schemas.microsoft.com/office/drawing/2014/main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="" xmlns:a16="http://schemas.microsoft.com/office/drawing/2014/main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="" xmlns:a16="http://schemas.microsoft.com/office/drawing/2014/main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="" xmlns:a16="http://schemas.microsoft.com/office/drawing/2014/main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="" xmlns:a16="http://schemas.microsoft.com/office/drawing/2014/main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="" xmlns:a16="http://schemas.microsoft.com/office/drawing/2014/main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="" xmlns:a16="http://schemas.microsoft.com/office/drawing/2014/main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="" xmlns:a16="http://schemas.microsoft.com/office/drawing/2014/main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="" xmlns:a16="http://schemas.microsoft.com/office/drawing/2014/main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="" xmlns:a16="http://schemas.microsoft.com/office/drawing/2014/main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="" xmlns:a16="http://schemas.microsoft.com/office/drawing/2014/main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="" xmlns:a16="http://schemas.microsoft.com/office/drawing/2014/main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="" xmlns:a16="http://schemas.microsoft.com/office/drawing/2014/main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="" xmlns:a16="http://schemas.microsoft.com/office/drawing/2014/main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="" xmlns:a16="http://schemas.microsoft.com/office/drawing/2014/main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="" xmlns:a16="http://schemas.microsoft.com/office/drawing/2014/main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="" xmlns:a16="http://schemas.microsoft.com/office/drawing/2014/main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="" xmlns:a16="http://schemas.microsoft.com/office/drawing/2014/main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="" xmlns:a16="http://schemas.microsoft.com/office/drawing/2014/main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="" xmlns:a16="http://schemas.microsoft.com/office/drawing/2014/main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="" xmlns:a16="http://schemas.microsoft.com/office/drawing/2014/main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="" xmlns:a16="http://schemas.microsoft.com/office/drawing/2014/main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="" xmlns:a16="http://schemas.microsoft.com/office/drawing/2014/main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="" xmlns:a16="http://schemas.microsoft.com/office/drawing/2014/main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="" xmlns:a16="http://schemas.microsoft.com/office/drawing/2014/main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="" xmlns:a16="http://schemas.microsoft.com/office/drawing/2014/main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="" xmlns:a16="http://schemas.microsoft.com/office/drawing/2014/main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="" xmlns:a16="http://schemas.microsoft.com/office/drawing/2014/main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="" xmlns:a16="http://schemas.microsoft.com/office/drawing/2014/main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="" xmlns:a16="http://schemas.microsoft.com/office/drawing/2014/main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="" xmlns:a16="http://schemas.microsoft.com/office/drawing/2014/main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="" xmlns:a16="http://schemas.microsoft.com/office/drawing/2014/main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="" xmlns:a16="http://schemas.microsoft.com/office/drawing/2014/main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="" xmlns:a16="http://schemas.microsoft.com/office/drawing/2014/main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="" xmlns:a16="http://schemas.microsoft.com/office/drawing/2014/main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="" xmlns:a16="http://schemas.microsoft.com/office/drawing/2014/main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="" xmlns:a16="http://schemas.microsoft.com/office/drawing/2014/main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="" xmlns:a16="http://schemas.microsoft.com/office/drawing/2014/main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="" xmlns:a16="http://schemas.microsoft.com/office/drawing/2014/main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="" xmlns:a16="http://schemas.microsoft.com/office/drawing/2014/main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="" xmlns:a16="http://schemas.microsoft.com/office/drawing/2014/main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="" xmlns:a16="http://schemas.microsoft.com/office/drawing/2014/main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="" xmlns:a16="http://schemas.microsoft.com/office/drawing/2014/main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="" xmlns:a16="http://schemas.microsoft.com/office/drawing/2014/main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="" xmlns:a16="http://schemas.microsoft.com/office/drawing/2014/main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="" xmlns:a16="http://schemas.microsoft.com/office/drawing/2014/main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="" xmlns:a16="http://schemas.microsoft.com/office/drawing/2014/main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="" xmlns:a16="http://schemas.microsoft.com/office/drawing/2014/main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="" xmlns:a16="http://schemas.microsoft.com/office/drawing/2014/main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="" xmlns:a16="http://schemas.microsoft.com/office/drawing/2014/main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="" xmlns:a16="http://schemas.microsoft.com/office/drawing/2014/main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="" xmlns:a16="http://schemas.microsoft.com/office/drawing/2014/main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="" xmlns:a16="http://schemas.microsoft.com/office/drawing/2014/main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="" xmlns:a16="http://schemas.microsoft.com/office/drawing/2014/main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="" xmlns:a16="http://schemas.microsoft.com/office/drawing/2014/main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="" xmlns:a16="http://schemas.microsoft.com/office/drawing/2014/main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="" xmlns:a16="http://schemas.microsoft.com/office/drawing/2014/main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="" xmlns:a16="http://schemas.microsoft.com/office/drawing/2014/main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="" xmlns:a16="http://schemas.microsoft.com/office/drawing/2014/main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="" xmlns:a16="http://schemas.microsoft.com/office/drawing/2014/main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="" xmlns:a16="http://schemas.microsoft.com/office/drawing/2014/main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="" xmlns:a16="http://schemas.microsoft.com/office/drawing/2014/main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="" xmlns:a16="http://schemas.microsoft.com/office/drawing/2014/main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="" xmlns:a16="http://schemas.microsoft.com/office/drawing/2014/main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="" xmlns:a16="http://schemas.microsoft.com/office/drawing/2014/main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="" xmlns:a16="http://schemas.microsoft.com/office/drawing/2014/main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="" xmlns:a16="http://schemas.microsoft.com/office/drawing/2014/main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="" xmlns:a16="http://schemas.microsoft.com/office/drawing/2014/main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="" xmlns:a16="http://schemas.microsoft.com/office/drawing/2014/main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="" xmlns:a16="http://schemas.microsoft.com/office/drawing/2014/main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="" xmlns:a16="http://schemas.microsoft.com/office/drawing/2014/main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="" xmlns:a16="http://schemas.microsoft.com/office/drawing/2014/main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="" xmlns:a16="http://schemas.microsoft.com/office/drawing/2014/main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="" xmlns:a16="http://schemas.microsoft.com/office/drawing/2014/main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="" xmlns:a16="http://schemas.microsoft.com/office/drawing/2014/main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="" xmlns:a16="http://schemas.microsoft.com/office/drawing/2014/main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="" xmlns:a16="http://schemas.microsoft.com/office/drawing/2014/main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="" xmlns:a16="http://schemas.microsoft.com/office/drawing/2014/main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="" xmlns:a16="http://schemas.microsoft.com/office/drawing/2014/main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="" xmlns:a16="http://schemas.microsoft.com/office/drawing/2014/main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="" xmlns:a16="http://schemas.microsoft.com/office/drawing/2014/main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="" xmlns:a16="http://schemas.microsoft.com/office/drawing/2014/main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="" xmlns:a16="http://schemas.microsoft.com/office/drawing/2014/main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="" xmlns:a16="http://schemas.microsoft.com/office/drawing/2014/main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="" xmlns:a16="http://schemas.microsoft.com/office/drawing/2014/main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="" xmlns:a16="http://schemas.microsoft.com/office/drawing/2014/main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="" xmlns:a16="http://schemas.microsoft.com/office/drawing/2014/main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="" xmlns:a16="http://schemas.microsoft.com/office/drawing/2014/main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="" xmlns:a16="http://schemas.microsoft.com/office/drawing/2014/main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="" xmlns:a16="http://schemas.microsoft.com/office/drawing/2014/main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="" xmlns:a16="http://schemas.microsoft.com/office/drawing/2014/main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="" xmlns:a16="http://schemas.microsoft.com/office/drawing/2014/main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="" xmlns:a16="http://schemas.microsoft.com/office/drawing/2014/main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="" xmlns:a16="http://schemas.microsoft.com/office/drawing/2014/main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="" xmlns:a16="http://schemas.microsoft.com/office/drawing/2014/main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="" xmlns:a16="http://schemas.microsoft.com/office/drawing/2014/main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="" xmlns:a16="http://schemas.microsoft.com/office/drawing/2014/main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="" xmlns:a16="http://schemas.microsoft.com/office/drawing/2014/main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="" xmlns:a16="http://schemas.microsoft.com/office/drawing/2014/main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="" xmlns:a16="http://schemas.microsoft.com/office/drawing/2014/main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="" xmlns:a16="http://schemas.microsoft.com/office/drawing/2014/main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="" xmlns:a16="http://schemas.microsoft.com/office/drawing/2014/main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="" xmlns:a16="http://schemas.microsoft.com/office/drawing/2014/main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="" xmlns:a16="http://schemas.microsoft.com/office/drawing/2014/main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="" xmlns:a16="http://schemas.microsoft.com/office/drawing/2014/main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="" xmlns:a16="http://schemas.microsoft.com/office/drawing/2014/main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="" xmlns:a16="http://schemas.microsoft.com/office/drawing/2014/main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="" xmlns:a16="http://schemas.microsoft.com/office/drawing/2014/main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="" xmlns:a16="http://schemas.microsoft.com/office/drawing/2014/main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="" xmlns:a16="http://schemas.microsoft.com/office/drawing/2014/main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="" xmlns:a16="http://schemas.microsoft.com/office/drawing/2014/main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="" xmlns:a16="http://schemas.microsoft.com/office/drawing/2014/main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="" xmlns:a16="http://schemas.microsoft.com/office/drawing/2014/main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="" xmlns:a16="http://schemas.microsoft.com/office/drawing/2014/main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="" xmlns:a16="http://schemas.microsoft.com/office/drawing/2014/main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="" xmlns:a16="http://schemas.microsoft.com/office/drawing/2014/main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="" xmlns:a16="http://schemas.microsoft.com/office/drawing/2014/main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="" xmlns:a16="http://schemas.microsoft.com/office/drawing/2014/main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="" xmlns:a16="http://schemas.microsoft.com/office/drawing/2014/main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="" xmlns:a16="http://schemas.microsoft.com/office/drawing/2014/main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="" xmlns:a16="http://schemas.microsoft.com/office/drawing/2014/main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="" xmlns:a16="http://schemas.microsoft.com/office/drawing/2014/main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="" xmlns:a16="http://schemas.microsoft.com/office/drawing/2014/main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="" xmlns:a16="http://schemas.microsoft.com/office/drawing/2014/main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="" xmlns:a16="http://schemas.microsoft.com/office/drawing/2014/main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="" xmlns:a16="http://schemas.microsoft.com/office/drawing/2014/main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="" xmlns:a16="http://schemas.microsoft.com/office/drawing/2014/main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="" xmlns:a16="http://schemas.microsoft.com/office/drawing/2014/main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="" xmlns:a16="http://schemas.microsoft.com/office/drawing/2014/main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="" xmlns:a16="http://schemas.microsoft.com/office/drawing/2014/main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="" xmlns:a16="http://schemas.microsoft.com/office/drawing/2014/main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="" xmlns:a16="http://schemas.microsoft.com/office/drawing/2014/main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="" xmlns:a16="http://schemas.microsoft.com/office/drawing/2014/main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="" xmlns:a16="http://schemas.microsoft.com/office/drawing/2014/main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="" xmlns:a16="http://schemas.microsoft.com/office/drawing/2014/main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="" xmlns:a16="http://schemas.microsoft.com/office/drawing/2014/main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="" xmlns:a16="http://schemas.microsoft.com/office/drawing/2014/main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="" xmlns:a16="http://schemas.microsoft.com/office/drawing/2014/main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="" xmlns:a16="http://schemas.microsoft.com/office/drawing/2014/main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="" xmlns:a16="http://schemas.microsoft.com/office/drawing/2014/main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="" xmlns:a16="http://schemas.microsoft.com/office/drawing/2014/main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="" xmlns:a16="http://schemas.microsoft.com/office/drawing/2014/main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="" xmlns:a16="http://schemas.microsoft.com/office/drawing/2014/main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="" xmlns:a16="http://schemas.microsoft.com/office/drawing/2014/main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="" xmlns:a16="http://schemas.microsoft.com/office/drawing/2014/main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="" xmlns:a16="http://schemas.microsoft.com/office/drawing/2014/main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="" xmlns:a16="http://schemas.microsoft.com/office/drawing/2014/main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="" xmlns:a16="http://schemas.microsoft.com/office/drawing/2014/main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="" xmlns:a16="http://schemas.microsoft.com/office/drawing/2014/main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="" xmlns:a16="http://schemas.microsoft.com/office/drawing/2014/main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="" xmlns:a16="http://schemas.microsoft.com/office/drawing/2014/main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="" xmlns:a16="http://schemas.microsoft.com/office/drawing/2014/main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="" xmlns:a16="http://schemas.microsoft.com/office/drawing/2014/main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="" xmlns:a16="http://schemas.microsoft.com/office/drawing/2014/main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="" xmlns:a16="http://schemas.microsoft.com/office/drawing/2014/main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="" xmlns:a16="http://schemas.microsoft.com/office/drawing/2014/main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="" xmlns:a16="http://schemas.microsoft.com/office/drawing/2014/main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="" xmlns:a16="http://schemas.microsoft.com/office/drawing/2014/main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="" xmlns:a16="http://schemas.microsoft.com/office/drawing/2014/main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="" xmlns:a16="http://schemas.microsoft.com/office/drawing/2014/main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="" xmlns:a16="http://schemas.microsoft.com/office/drawing/2014/main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="" xmlns:a16="http://schemas.microsoft.com/office/drawing/2014/main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="" xmlns:a16="http://schemas.microsoft.com/office/drawing/2014/main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="" xmlns:a16="http://schemas.microsoft.com/office/drawing/2014/main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="" xmlns:a16="http://schemas.microsoft.com/office/drawing/2014/main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="" xmlns:a16="http://schemas.microsoft.com/office/drawing/2014/main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="" xmlns:a16="http://schemas.microsoft.com/office/drawing/2014/main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="" xmlns:a16="http://schemas.microsoft.com/office/drawing/2014/main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="" xmlns:a16="http://schemas.microsoft.com/office/drawing/2014/main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="" xmlns:a16="http://schemas.microsoft.com/office/drawing/2014/main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="" xmlns:a16="http://schemas.microsoft.com/office/drawing/2014/main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="" xmlns:a16="http://schemas.microsoft.com/office/drawing/2014/main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="" xmlns:a16="http://schemas.microsoft.com/office/drawing/2014/main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="" xmlns:a16="http://schemas.microsoft.com/office/drawing/2014/main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="" xmlns:a16="http://schemas.microsoft.com/office/drawing/2014/main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="" xmlns:a16="http://schemas.microsoft.com/office/drawing/2014/main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="" xmlns:a16="http://schemas.microsoft.com/office/drawing/2014/main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="" xmlns:a16="http://schemas.microsoft.com/office/drawing/2014/main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="" xmlns:a16="http://schemas.microsoft.com/office/drawing/2014/main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="" xmlns:a16="http://schemas.microsoft.com/office/drawing/2014/main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="" xmlns:a16="http://schemas.microsoft.com/office/drawing/2014/main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="" xmlns:a16="http://schemas.microsoft.com/office/drawing/2014/main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="" xmlns:a16="http://schemas.microsoft.com/office/drawing/2014/main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="" xmlns:a16="http://schemas.microsoft.com/office/drawing/2014/main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="" xmlns:a16="http://schemas.microsoft.com/office/drawing/2014/main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="" xmlns:a16="http://schemas.microsoft.com/office/drawing/2014/main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="" xmlns:a16="http://schemas.microsoft.com/office/drawing/2014/main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="" xmlns:a16="http://schemas.microsoft.com/office/drawing/2014/main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="" xmlns:a16="http://schemas.microsoft.com/office/drawing/2014/main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="" xmlns:a16="http://schemas.microsoft.com/office/drawing/2014/main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="" xmlns:a16="http://schemas.microsoft.com/office/drawing/2014/main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="" xmlns:a16="http://schemas.microsoft.com/office/drawing/2014/main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="" xmlns:a16="http://schemas.microsoft.com/office/drawing/2014/main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="" xmlns:a16="http://schemas.microsoft.com/office/drawing/2014/main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="" xmlns:a16="http://schemas.microsoft.com/office/drawing/2014/main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="" xmlns:a16="http://schemas.microsoft.com/office/drawing/2014/main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="" xmlns:a16="http://schemas.microsoft.com/office/drawing/2014/main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="" xmlns:a16="http://schemas.microsoft.com/office/drawing/2014/main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="" xmlns:a16="http://schemas.microsoft.com/office/drawing/2014/main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="" xmlns:a16="http://schemas.microsoft.com/office/drawing/2014/main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="" xmlns:a16="http://schemas.microsoft.com/office/drawing/2014/main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="" xmlns:a16="http://schemas.microsoft.com/office/drawing/2014/main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="" xmlns:a16="http://schemas.microsoft.com/office/drawing/2014/main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="" xmlns:a16="http://schemas.microsoft.com/office/drawing/2014/main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="" xmlns:a16="http://schemas.microsoft.com/office/drawing/2014/main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="" xmlns:a16="http://schemas.microsoft.com/office/drawing/2014/main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="" xmlns:a16="http://schemas.microsoft.com/office/drawing/2014/main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="" xmlns:a16="http://schemas.microsoft.com/office/drawing/2014/main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="" xmlns:a16="http://schemas.microsoft.com/office/drawing/2014/main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="" xmlns:a16="http://schemas.microsoft.com/office/drawing/2014/main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="" xmlns:a16="http://schemas.microsoft.com/office/drawing/2014/main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="" xmlns:a16="http://schemas.microsoft.com/office/drawing/2014/main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="" xmlns:a16="http://schemas.microsoft.com/office/drawing/2014/main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="" xmlns:a16="http://schemas.microsoft.com/office/drawing/2014/main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="" xmlns:a16="http://schemas.microsoft.com/office/drawing/2014/main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="" xmlns:a16="http://schemas.microsoft.com/office/drawing/2014/main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="" xmlns:a16="http://schemas.microsoft.com/office/drawing/2014/main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="" xmlns:a16="http://schemas.microsoft.com/office/drawing/2014/main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="" xmlns:a16="http://schemas.microsoft.com/office/drawing/2014/main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="" xmlns:a16="http://schemas.microsoft.com/office/drawing/2014/main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="" xmlns:a16="http://schemas.microsoft.com/office/drawing/2014/main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="" xmlns:a16="http://schemas.microsoft.com/office/drawing/2014/main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="" xmlns:a16="http://schemas.microsoft.com/office/drawing/2014/main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="" xmlns:a16="http://schemas.microsoft.com/office/drawing/2014/main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="" xmlns:a16="http://schemas.microsoft.com/office/drawing/2014/main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="" xmlns:a16="http://schemas.microsoft.com/office/drawing/2014/main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="" xmlns:a16="http://schemas.microsoft.com/office/drawing/2014/main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="" xmlns:a16="http://schemas.microsoft.com/office/drawing/2014/main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="" xmlns:a16="http://schemas.microsoft.com/office/drawing/2014/main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="" xmlns:a16="http://schemas.microsoft.com/office/drawing/2014/main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="" xmlns:a16="http://schemas.microsoft.com/office/drawing/2014/main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="" xmlns:a16="http://schemas.microsoft.com/office/drawing/2014/main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="" xmlns:a16="http://schemas.microsoft.com/office/drawing/2014/main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="" xmlns:a16="http://schemas.microsoft.com/office/drawing/2014/main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="" xmlns:a16="http://schemas.microsoft.com/office/drawing/2014/main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="" xmlns:a16="http://schemas.microsoft.com/office/drawing/2014/main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="" xmlns:a16="http://schemas.microsoft.com/office/drawing/2014/main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="" xmlns:a16="http://schemas.microsoft.com/office/drawing/2014/main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="" xmlns:a16="http://schemas.microsoft.com/office/drawing/2014/main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="" xmlns:a16="http://schemas.microsoft.com/office/drawing/2014/main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naconda.com/products/individual#Download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jetbrains.com/pycharm/download/#section=windows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实验：开发</a:t>
            </a:r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目标检测的准备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学习完本课程后，你将能够：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开发软件环境搭建，并在环境上开始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项目。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476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r>
              <a:rPr lang="en-US" altLang="zh-CN" dirty="0" smtClean="0"/>
              <a:t>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学会安装软件以及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环境的搭建。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能够了解软件环境的使用，在环境上开始一个项目。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820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运行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系统的</a:t>
            </a:r>
            <a:r>
              <a:rPr lang="en-US" altLang="zh-CN" dirty="0" smtClean="0"/>
              <a:t>PC</a:t>
            </a:r>
            <a:r>
              <a:rPr lang="zh-CN" altLang="en-US" dirty="0" smtClean="0"/>
              <a:t>机一台。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24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91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zh-CN" altLang="en-US" dirty="0"/>
              <a:t>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</a:p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en-US" altLang="zh-CN" dirty="0" smtClean="0"/>
          </a:p>
          <a:p>
            <a:r>
              <a:rPr lang="zh-CN" altLang="en-US" dirty="0" smtClean="0"/>
              <a:t>开始项目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20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477656872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31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Anaconda</a:t>
            </a:r>
            <a:r>
              <a:rPr lang="zh-CN" altLang="en-US" dirty="0" smtClean="0"/>
              <a:t>是一个免费开源的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发行版本，其包含了</a:t>
            </a:r>
            <a:r>
              <a:rPr lang="en-US" altLang="zh-CN" dirty="0" err="1" smtClean="0"/>
              <a:t>conda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等</a:t>
            </a:r>
            <a:r>
              <a:rPr lang="en-US" altLang="zh-CN" dirty="0" smtClean="0"/>
              <a:t>180</a:t>
            </a:r>
            <a:r>
              <a:rPr lang="zh-CN" altLang="en-US" dirty="0" smtClean="0"/>
              <a:t>多个开源包和库及其依赖项。它提供了</a:t>
            </a:r>
            <a:r>
              <a:rPr lang="zh-CN" altLang="en-US" dirty="0"/>
              <a:t>在一台机器上执行</a:t>
            </a:r>
            <a:r>
              <a:rPr lang="en-US" altLang="zh-CN" dirty="0"/>
              <a:t>Python / R</a:t>
            </a:r>
            <a:r>
              <a:rPr lang="zh-CN" altLang="en-US" dirty="0"/>
              <a:t>数据科学和机器学习的最简单方法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Anaconda</a:t>
            </a:r>
            <a:r>
              <a:rPr lang="zh-CN" altLang="zh-CN" dirty="0"/>
              <a:t>下载地址：</a:t>
            </a:r>
            <a:r>
              <a:rPr lang="en-US" altLang="zh-CN" u="sng" dirty="0">
                <a:hlinkClick r:id="rId2"/>
              </a:rPr>
              <a:t>https://www.anaconda.com/products/individual#Downloads</a:t>
            </a:r>
            <a:endParaRPr lang="zh-CN" altLang="zh-CN" dirty="0"/>
          </a:p>
          <a:p>
            <a:r>
              <a:rPr lang="zh-CN" altLang="zh-CN" dirty="0"/>
              <a:t>根据</a:t>
            </a:r>
            <a:r>
              <a:rPr lang="en-US" altLang="zh-CN" dirty="0"/>
              <a:t>PC</a:t>
            </a:r>
            <a:r>
              <a:rPr lang="zh-CN" altLang="zh-CN" dirty="0"/>
              <a:t>操作系统的版本，选择</a:t>
            </a:r>
            <a:r>
              <a:rPr lang="en-US" altLang="zh-CN" dirty="0"/>
              <a:t>Windows64</a:t>
            </a:r>
            <a:r>
              <a:rPr lang="zh-CN" altLang="zh-CN" dirty="0"/>
              <a:t>位的安装库进行下载。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994942"/>
            <a:ext cx="8063341" cy="314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6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安装过程中，同意安装协议后，选择默认路径进行安装。在图示这一步时，勾选“将</a:t>
            </a:r>
            <a:r>
              <a:rPr lang="en-US" altLang="zh-CN" dirty="0"/>
              <a:t>Anaconda3 </a:t>
            </a:r>
            <a:r>
              <a:rPr lang="zh-CN" altLang="zh-CN" dirty="0"/>
              <a:t>加入环境变量路径”（默认不勾选）。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点击</a:t>
            </a:r>
            <a:r>
              <a:rPr lang="en-US" altLang="zh-CN" dirty="0"/>
              <a:t>Install</a:t>
            </a:r>
            <a:r>
              <a:rPr lang="zh-CN" altLang="zh-CN" dirty="0"/>
              <a:t>完成安装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03" y="1938939"/>
            <a:ext cx="3983606" cy="30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7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10307288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004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是一个高层次的结合了解释性、编译性、互动性和面向对象的脚本语言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 </a:t>
            </a:r>
            <a:r>
              <a:rPr lang="zh-CN" altLang="en-US" dirty="0"/>
              <a:t>的设计具有很强的可读性，相比其他语言经常使用英文关键字，其他语言的一些标点符号，它具有比其他语言更有特色语法结构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</a:t>
            </a:r>
            <a:r>
              <a:rPr lang="zh-CN" altLang="en-US" dirty="0"/>
              <a:t>解释器易于扩展，可以使用</a:t>
            </a:r>
            <a:r>
              <a:rPr lang="en-US" altLang="zh-CN" dirty="0"/>
              <a:t>C</a:t>
            </a:r>
            <a:r>
              <a:rPr lang="zh-CN" altLang="en-US" dirty="0"/>
              <a:t>语言或</a:t>
            </a:r>
            <a:r>
              <a:rPr lang="en-US" altLang="zh-CN" dirty="0"/>
              <a:t>C++</a:t>
            </a:r>
            <a:r>
              <a:rPr lang="zh-CN" altLang="en-US" dirty="0"/>
              <a:t>（或者其他可以通过</a:t>
            </a:r>
            <a:r>
              <a:rPr lang="en-US" altLang="zh-CN" dirty="0"/>
              <a:t>C</a:t>
            </a:r>
            <a:r>
              <a:rPr lang="zh-CN" altLang="en-US" dirty="0"/>
              <a:t>调用的语言）扩展新的功能和数据类型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Python </a:t>
            </a:r>
            <a:r>
              <a:rPr lang="zh-CN" altLang="en-US" dirty="0"/>
              <a:t>也可用于可定制化软件中的扩展程序语言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Python</a:t>
            </a:r>
            <a:r>
              <a:rPr lang="zh-CN" altLang="en-US" dirty="0"/>
              <a:t>丰富的标准库，提供了适用于各个主要系统平台的源码或机器码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</a:t>
            </a:r>
            <a:r>
              <a:rPr lang="zh-CN" altLang="en-US" dirty="0"/>
              <a:t>的便利性使其成为机器学习和人工智能最流行的语言。</a:t>
            </a:r>
            <a:endParaRPr lang="zh-CN" altLang="zh-CN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216" y="3861084"/>
            <a:ext cx="2285714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8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 </a:t>
            </a:r>
            <a:r>
              <a:rPr lang="en-US" altLang="zh-CN" dirty="0" err="1"/>
              <a:t>Win+R</a:t>
            </a:r>
            <a:r>
              <a:rPr lang="en-US" altLang="zh-CN" dirty="0"/>
              <a:t> </a:t>
            </a:r>
            <a:r>
              <a:rPr lang="zh-CN" altLang="zh-CN" dirty="0"/>
              <a:t>打开运行栏，输入</a:t>
            </a:r>
            <a:r>
              <a:rPr lang="en-US" altLang="zh-CN" dirty="0" err="1"/>
              <a:t>cmd</a:t>
            </a:r>
            <a:r>
              <a:rPr lang="zh-CN" altLang="zh-CN" dirty="0"/>
              <a:t>打开命令提示符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zh-CN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64" y="2194926"/>
            <a:ext cx="5031227" cy="287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1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在命令提示符中输入以下命令，使用</a:t>
            </a:r>
            <a:r>
              <a:rPr lang="en-US" altLang="zh-CN" dirty="0"/>
              <a:t>anaconda</a:t>
            </a:r>
            <a:r>
              <a:rPr lang="zh-CN" altLang="zh-CN" dirty="0"/>
              <a:t>安装一个</a:t>
            </a:r>
            <a:r>
              <a:rPr lang="en-US" altLang="zh-CN" dirty="0"/>
              <a:t>python3.6</a:t>
            </a:r>
            <a:r>
              <a:rPr lang="zh-CN" altLang="zh-CN" dirty="0"/>
              <a:t>的环境：</a:t>
            </a:r>
          </a:p>
          <a:p>
            <a:r>
              <a:rPr lang="en-US" altLang="zh-CN" dirty="0" err="1"/>
              <a:t>conda</a:t>
            </a:r>
            <a:r>
              <a:rPr lang="en-US" altLang="zh-CN" dirty="0"/>
              <a:t> create --name python36 </a:t>
            </a:r>
            <a:r>
              <a:rPr lang="en-US" altLang="zh-CN" dirty="0" smtClean="0"/>
              <a:t>python=3.6</a:t>
            </a:r>
          </a:p>
          <a:p>
            <a:endParaRPr lang="zh-CN" altLang="zh-CN" dirty="0"/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05" y="2043477"/>
            <a:ext cx="6096001" cy="409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8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回车，在后续的确认中，输入</a:t>
            </a:r>
            <a:r>
              <a:rPr lang="en-US" altLang="zh-CN" dirty="0"/>
              <a:t>y</a:t>
            </a:r>
            <a:r>
              <a:rPr lang="zh-CN" altLang="zh-CN" dirty="0"/>
              <a:t>。</a:t>
            </a:r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689" y="1606046"/>
            <a:ext cx="6061034" cy="405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安装完成后，输入如下命令将当前环境切换到</a:t>
            </a:r>
            <a:r>
              <a:rPr lang="en-US" altLang="zh-CN" dirty="0"/>
              <a:t>python3.6</a:t>
            </a:r>
            <a:r>
              <a:rPr lang="zh-CN" altLang="zh-CN" dirty="0"/>
              <a:t>：</a:t>
            </a:r>
          </a:p>
          <a:p>
            <a:r>
              <a:rPr lang="en-US" altLang="zh-CN" dirty="0" err="1"/>
              <a:t>conda</a:t>
            </a:r>
            <a:r>
              <a:rPr lang="en-US" altLang="zh-CN" dirty="0"/>
              <a:t> activate python36</a:t>
            </a:r>
            <a:endParaRPr lang="zh-CN" altLang="zh-CN" dirty="0"/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678" y="2086059"/>
            <a:ext cx="6059055" cy="405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6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是由</a:t>
            </a:r>
            <a:r>
              <a:rPr lang="en-US" altLang="zh-CN" dirty="0" err="1"/>
              <a:t>JetBrains</a:t>
            </a:r>
            <a:r>
              <a:rPr lang="zh-CN" altLang="en-US" dirty="0"/>
              <a:t>打造的一款</a:t>
            </a:r>
            <a:r>
              <a:rPr lang="en-US" altLang="zh-CN" dirty="0"/>
              <a:t>Python </a:t>
            </a:r>
            <a:r>
              <a:rPr lang="en-US" altLang="zh-CN" dirty="0" smtClean="0"/>
              <a:t>IDE</a:t>
            </a:r>
            <a:r>
              <a:rPr lang="zh-CN" altLang="en-US" dirty="0"/>
              <a:t>（</a:t>
            </a:r>
            <a:r>
              <a:rPr lang="en-US" altLang="zh-CN" dirty="0"/>
              <a:t>Integrated Development Environment</a:t>
            </a:r>
            <a:r>
              <a:rPr lang="zh-CN" altLang="en-US" dirty="0"/>
              <a:t>，集成开发环境</a:t>
            </a:r>
            <a:r>
              <a:rPr lang="zh-CN" altLang="en-US" dirty="0" smtClean="0"/>
              <a:t>），</a:t>
            </a:r>
            <a:r>
              <a:rPr lang="zh-CN" altLang="en-US" dirty="0"/>
              <a:t>带有一整套可以帮助用户在使用</a:t>
            </a:r>
            <a:r>
              <a:rPr lang="en-US" altLang="zh-CN" dirty="0"/>
              <a:t>Python</a:t>
            </a:r>
            <a:r>
              <a:rPr lang="zh-CN" altLang="en-US" dirty="0"/>
              <a:t>语言开发时提高其效率的</a:t>
            </a:r>
            <a:r>
              <a:rPr lang="zh-CN" altLang="en-US" dirty="0" smtClean="0"/>
              <a:t>工具。</a:t>
            </a:r>
            <a:endParaRPr lang="en-US" altLang="zh-CN" dirty="0" smtClean="0"/>
          </a:p>
          <a:p>
            <a:r>
              <a:rPr lang="en-US" altLang="zh-CN" dirty="0" err="1"/>
              <a:t>Pycharm</a:t>
            </a:r>
            <a:r>
              <a:rPr lang="zh-CN" altLang="zh-CN" dirty="0"/>
              <a:t>下载地址：</a:t>
            </a:r>
            <a:r>
              <a:rPr lang="en-US" altLang="zh-CN" u="sng" dirty="0">
                <a:hlinkClick r:id="rId2"/>
              </a:rPr>
              <a:t>Download </a:t>
            </a:r>
            <a:r>
              <a:rPr lang="en-US" altLang="zh-CN" u="sng" dirty="0" err="1">
                <a:hlinkClick r:id="rId2"/>
              </a:rPr>
              <a:t>PyCharm</a:t>
            </a:r>
            <a:r>
              <a:rPr lang="en-US" altLang="zh-CN" u="sng" dirty="0">
                <a:hlinkClick r:id="rId2"/>
              </a:rPr>
              <a:t>: Python IDE for Professional Developers by </a:t>
            </a:r>
            <a:r>
              <a:rPr lang="en-US" altLang="zh-CN" u="sng" dirty="0" err="1">
                <a:hlinkClick r:id="rId2"/>
              </a:rPr>
              <a:t>JetBrains</a:t>
            </a:r>
            <a:r>
              <a:rPr lang="zh-CN" altLang="zh-CN" dirty="0"/>
              <a:t>，选择免费的社区版：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2" y="2729898"/>
            <a:ext cx="8222928" cy="34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3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550542483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46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下载好之后点击安装，修改安装路径：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260" y="1763718"/>
            <a:ext cx="5661891" cy="43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1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进入下一步后，会给出几个安装选项</a:t>
            </a:r>
            <a:r>
              <a:rPr lang="zh-CN" altLang="zh-CN" dirty="0" smtClean="0"/>
              <a:t>：</a:t>
            </a:r>
            <a:endParaRPr lang="en-US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1</a:t>
            </a:r>
            <a:r>
              <a:rPr lang="zh-CN" altLang="zh-CN" dirty="0"/>
              <a:t>：创建桌面快捷方式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2</a:t>
            </a:r>
            <a:r>
              <a:rPr lang="zh-CN" altLang="zh-CN" dirty="0"/>
              <a:t>：更新路径变量（需要重新启动</a:t>
            </a:r>
            <a:r>
              <a:rPr lang="zh-CN" altLang="zh-CN" dirty="0" smtClean="0"/>
              <a:t>），将</a:t>
            </a:r>
            <a:r>
              <a:rPr lang="zh-CN" altLang="zh-CN" dirty="0"/>
              <a:t>启动器</a:t>
            </a:r>
            <a:r>
              <a:rPr lang="zh-CN" altLang="zh-CN" dirty="0" smtClean="0"/>
              <a:t>目录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添加</a:t>
            </a:r>
            <a:r>
              <a:rPr lang="zh-CN" altLang="zh-CN" dirty="0"/>
              <a:t>到路径中。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3</a:t>
            </a:r>
            <a:r>
              <a:rPr lang="zh-CN" altLang="zh-CN" dirty="0"/>
              <a:t>：更新上下文菜单，添加打开文件夹作为项目。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4</a:t>
            </a:r>
            <a:r>
              <a:rPr lang="zh-CN" altLang="zh-CN" dirty="0"/>
              <a:t>：创建关联，使得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zh-CN" dirty="0"/>
              <a:t>文件</a:t>
            </a:r>
            <a:r>
              <a:rPr lang="zh-CN" altLang="zh-CN" dirty="0" smtClean="0"/>
              <a:t>双击都</a:t>
            </a:r>
            <a:r>
              <a:rPr lang="zh-CN" altLang="zh-CN" dirty="0"/>
              <a:t>默认以</a:t>
            </a:r>
            <a:r>
              <a:rPr lang="en-US" altLang="zh-CN" dirty="0" err="1" smtClean="0"/>
              <a:t>pycharm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打开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根据自己的需求选择，推荐只勾选选项</a:t>
            </a:r>
            <a:r>
              <a:rPr lang="en-US" altLang="zh-CN" dirty="0"/>
              <a:t>4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059" y="1776643"/>
            <a:ext cx="4771429" cy="3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选择默认的</a:t>
            </a:r>
            <a:r>
              <a:rPr lang="en-US" altLang="zh-CN" dirty="0" err="1"/>
              <a:t>JetBrains</a:t>
            </a:r>
            <a:r>
              <a:rPr lang="zh-CN" altLang="zh-CN" dirty="0"/>
              <a:t>，点击</a:t>
            </a:r>
            <a:r>
              <a:rPr lang="en-US" altLang="zh-CN" dirty="0"/>
              <a:t>Install</a:t>
            </a:r>
            <a:r>
              <a:rPr lang="zh-CN" altLang="zh-CN" dirty="0"/>
              <a:t>，等待安装完成。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448" y="1780031"/>
            <a:ext cx="5629515" cy="435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9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851707582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928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开始项目（新建项目）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 err="1"/>
              <a:t>pycharm</a:t>
            </a:r>
            <a:r>
              <a:rPr lang="zh-CN" altLang="zh-CN" dirty="0"/>
              <a:t>，界面左上角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 Project</a:t>
            </a:r>
            <a:r>
              <a:rPr lang="zh-CN" altLang="zh-CN" dirty="0"/>
              <a:t>新建项目文件夹：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587" y="1932626"/>
            <a:ext cx="7601237" cy="420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（新建项目）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选择</a:t>
            </a:r>
            <a:r>
              <a:rPr lang="zh-CN" altLang="zh-CN" dirty="0"/>
              <a:t>项目文件夹路径以及使用的</a:t>
            </a:r>
            <a:r>
              <a:rPr lang="en-US" altLang="zh-CN" dirty="0"/>
              <a:t>python</a:t>
            </a:r>
            <a:r>
              <a:rPr lang="zh-CN" altLang="zh-CN" dirty="0"/>
              <a:t>环境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zh-CN" altLang="zh-CN" dirty="0"/>
              <a:t>选项</a:t>
            </a:r>
            <a:r>
              <a:rPr lang="en-US" altLang="zh-CN" dirty="0"/>
              <a:t>1</a:t>
            </a:r>
            <a:r>
              <a:rPr lang="zh-CN" altLang="zh-CN" dirty="0"/>
              <a:t>：选择项目文件夹保存的路径，根据</a:t>
            </a:r>
            <a:r>
              <a:rPr lang="zh-CN" altLang="zh-CN" dirty="0" smtClean="0"/>
              <a:t>个人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情况</a:t>
            </a:r>
            <a:r>
              <a:rPr lang="zh-CN" altLang="zh-CN" dirty="0"/>
              <a:t>调整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2</a:t>
            </a:r>
            <a:r>
              <a:rPr lang="zh-CN" altLang="zh-CN" dirty="0"/>
              <a:t>：新建项目的环境，这里选择</a:t>
            </a:r>
            <a:r>
              <a:rPr lang="en-US" altLang="zh-CN" dirty="0" err="1"/>
              <a:t>Conda</a:t>
            </a:r>
            <a:endParaRPr lang="zh-CN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3</a:t>
            </a:r>
            <a:r>
              <a:rPr lang="zh-CN" altLang="zh-CN" dirty="0"/>
              <a:t>：使用的</a:t>
            </a:r>
            <a:r>
              <a:rPr lang="en-US" altLang="zh-CN" dirty="0"/>
              <a:t>Python</a:t>
            </a:r>
            <a:r>
              <a:rPr lang="zh-CN" altLang="zh-CN" dirty="0"/>
              <a:t>版本，这里选择</a:t>
            </a:r>
            <a:r>
              <a:rPr lang="en-US" altLang="zh-CN" dirty="0"/>
              <a:t>3.6</a:t>
            </a:r>
            <a:endParaRPr lang="zh-CN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4</a:t>
            </a:r>
            <a:r>
              <a:rPr lang="zh-CN" altLang="zh-CN" dirty="0"/>
              <a:t>：创建项目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673" y="1499013"/>
            <a:ext cx="5710815" cy="46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4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（新建项目）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选择直接在目前的</a:t>
            </a:r>
            <a:r>
              <a:rPr lang="en-US" altLang="zh-CN" dirty="0" err="1"/>
              <a:t>pycharm</a:t>
            </a:r>
            <a:r>
              <a:rPr lang="zh-CN" altLang="zh-CN" dirty="0"/>
              <a:t>界面打开，等待环境配置。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73" y="2388450"/>
            <a:ext cx="6717265" cy="24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新建项目的最终结果如图所示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624" y="1683398"/>
            <a:ext cx="7509164" cy="44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开始项目（导入现有项目）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如果已经有项目文件夹，在</a:t>
            </a:r>
            <a:r>
              <a:rPr lang="en-US" altLang="zh-CN" dirty="0" err="1" smtClean="0"/>
              <a:t>pycharm</a:t>
            </a:r>
            <a:r>
              <a:rPr lang="zh-CN" altLang="zh-CN" dirty="0" smtClean="0"/>
              <a:t>界面中左上角</a:t>
            </a:r>
            <a:r>
              <a:rPr lang="en-US" altLang="zh-CN" dirty="0" smtClean="0"/>
              <a:t>File</a:t>
            </a:r>
            <a:r>
              <a:rPr lang="zh-CN" altLang="zh-CN" dirty="0" smtClean="0"/>
              <a:t>→</a:t>
            </a:r>
            <a:r>
              <a:rPr lang="en-US" altLang="zh-CN" dirty="0" smtClean="0"/>
              <a:t>Open…</a:t>
            </a:r>
            <a:r>
              <a:rPr lang="zh-CN" altLang="zh-CN" dirty="0" smtClean="0"/>
              <a:t>打开项目文件夹，直接导入项目文件：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zh-CN" altLang="zh-CN" dirty="0"/>
              <a:t>之后的实验大多都采用这种</a:t>
            </a:r>
            <a:r>
              <a:rPr lang="zh-CN" altLang="zh-CN" dirty="0" smtClean="0"/>
              <a:t>方式</a:t>
            </a:r>
            <a:r>
              <a:rPr lang="zh-CN" altLang="en-US" dirty="0" smtClean="0"/>
              <a:t>）</a:t>
            </a:r>
            <a:endParaRPr lang="zh-CN" altLang="zh-CN" dirty="0" smtClean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561" y="1962041"/>
            <a:ext cx="3453290" cy="41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5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开始项目（导入现有项目）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zh-CN" altLang="zh-CN" dirty="0"/>
              <a:t>该方式导入项目文件夹后，项目文件夹下会自动生成一个</a:t>
            </a:r>
            <a:r>
              <a:rPr lang="en-US" altLang="zh-CN" dirty="0"/>
              <a:t>.idea</a:t>
            </a:r>
            <a:r>
              <a:rPr lang="zh-CN" altLang="zh-CN" dirty="0"/>
              <a:t>文件夹，用来存放项目的配置信息，</a:t>
            </a:r>
            <a:r>
              <a:rPr lang="en-US" altLang="zh-CN" dirty="0"/>
              <a:t>“</a:t>
            </a:r>
            <a:r>
              <a:rPr lang="zh-CN" altLang="zh-CN" dirty="0"/>
              <a:t>告诉</a:t>
            </a:r>
            <a:r>
              <a:rPr lang="en-US" altLang="zh-CN" dirty="0"/>
              <a:t>”Python</a:t>
            </a:r>
            <a:r>
              <a:rPr lang="zh-CN" altLang="zh-CN" dirty="0"/>
              <a:t>解释器该文件夹是一个项目整体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该</a:t>
            </a:r>
            <a:r>
              <a:rPr lang="zh-CN" altLang="zh-CN" dirty="0"/>
              <a:t>文件夹为隐藏目录，在</a:t>
            </a:r>
            <a:r>
              <a:rPr lang="en-US" altLang="zh-CN" dirty="0" err="1"/>
              <a:t>Pycharm</a:t>
            </a:r>
            <a:r>
              <a:rPr lang="zh-CN" altLang="zh-CN" dirty="0"/>
              <a:t>中不</a:t>
            </a:r>
            <a:r>
              <a:rPr lang="zh-CN" altLang="zh-CN" dirty="0" smtClean="0"/>
              <a:t>显示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87" y="3343310"/>
            <a:ext cx="6095238" cy="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9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导入后需要对文件夹设置</a:t>
            </a:r>
            <a:r>
              <a:rPr lang="en-US" altLang="zh-CN" dirty="0"/>
              <a:t>python</a:t>
            </a:r>
            <a:r>
              <a:rPr lang="zh-CN" altLang="zh-CN" dirty="0"/>
              <a:t>环境，</a:t>
            </a:r>
            <a:r>
              <a:rPr lang="en-US" altLang="zh-CN" dirty="0" err="1"/>
              <a:t>pycharm</a:t>
            </a:r>
            <a:r>
              <a:rPr lang="zh-CN" altLang="zh-CN" dirty="0"/>
              <a:t>左上角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 smtClean="0"/>
              <a:t>settings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224" y="1749673"/>
            <a:ext cx="3241964" cy="376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9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在设置弹窗中选择</a:t>
            </a:r>
            <a:r>
              <a:rPr lang="en-US" altLang="zh-CN" dirty="0"/>
              <a:t>Project Interpreter</a:t>
            </a:r>
            <a:r>
              <a:rPr lang="zh-CN" altLang="zh-CN" dirty="0"/>
              <a:t>，然后点击右边的齿轮</a:t>
            </a:r>
            <a:r>
              <a:rPr lang="zh-CN" altLang="zh-CN" dirty="0" smtClean="0"/>
              <a:t>选择</a:t>
            </a:r>
            <a:r>
              <a:rPr lang="en-US" altLang="zh-CN" dirty="0"/>
              <a:t>A</a:t>
            </a:r>
            <a:r>
              <a:rPr lang="en-US" altLang="zh-CN" dirty="0" smtClean="0"/>
              <a:t>dd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zh-CN" altLang="zh-CN" dirty="0"/>
              <a:t>如果之前已经在</a:t>
            </a:r>
            <a:r>
              <a:rPr lang="en-US" altLang="zh-CN" dirty="0" err="1"/>
              <a:t>Pycharm</a:t>
            </a:r>
            <a:r>
              <a:rPr lang="zh-CN" altLang="zh-CN" dirty="0"/>
              <a:t>中添加过该</a:t>
            </a:r>
            <a:r>
              <a:rPr lang="en-US" altLang="zh-CN" dirty="0" err="1"/>
              <a:t>Conda</a:t>
            </a:r>
            <a:r>
              <a:rPr lang="zh-CN" altLang="zh-CN" dirty="0"/>
              <a:t>环境，可以选择</a:t>
            </a:r>
            <a:r>
              <a:rPr lang="en-US" altLang="zh-CN" dirty="0"/>
              <a:t>Show All</a:t>
            </a:r>
            <a:r>
              <a:rPr lang="en-US" altLang="zh-CN" dirty="0" smtClean="0"/>
              <a:t>…</a:t>
            </a:r>
            <a:r>
              <a:rPr lang="zh-CN" altLang="en-US" smtClean="0"/>
              <a:t>，直接选择该环境</a:t>
            </a:r>
            <a:r>
              <a:rPr lang="en-US" altLang="zh-CN" dirty="0" smtClean="0"/>
              <a:t> </a:t>
            </a:r>
            <a:r>
              <a:rPr lang="zh-CN" altLang="en-US" dirty="0" smtClean="0"/>
              <a:t>）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13" y="1952368"/>
            <a:ext cx="6079186" cy="41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7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选中</a:t>
            </a:r>
            <a:r>
              <a:rPr lang="en-US" altLang="zh-CN" dirty="0" err="1"/>
              <a:t>Conda</a:t>
            </a:r>
            <a:r>
              <a:rPr lang="en-US" altLang="zh-CN" dirty="0"/>
              <a:t> Environment</a:t>
            </a:r>
            <a:r>
              <a:rPr lang="zh-CN" altLang="zh-CN" dirty="0"/>
              <a:t>，右侧点击</a:t>
            </a:r>
            <a:r>
              <a:rPr lang="en-US" altLang="zh-CN" dirty="0"/>
              <a:t>Existing environment</a:t>
            </a:r>
            <a:r>
              <a:rPr lang="zh-CN" altLang="zh-CN" dirty="0"/>
              <a:t>，点击路径选择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151" y="1740152"/>
            <a:ext cx="8340450" cy="43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根据</a:t>
            </a:r>
            <a:r>
              <a:rPr lang="en-US" altLang="zh-CN" dirty="0" err="1"/>
              <a:t>Conda</a:t>
            </a:r>
            <a:r>
              <a:rPr lang="en-US" altLang="zh-CN" dirty="0"/>
              <a:t> executable</a:t>
            </a:r>
            <a:r>
              <a:rPr lang="zh-CN" altLang="zh-CN" dirty="0"/>
              <a:t>下提示的路径，选择之前步骤中创建的</a:t>
            </a:r>
            <a:r>
              <a:rPr lang="en-US" altLang="zh-CN" dirty="0"/>
              <a:t>python36</a:t>
            </a:r>
            <a:r>
              <a:rPr lang="zh-CN" altLang="zh-CN" dirty="0"/>
              <a:t>这个环境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235" y="1831203"/>
            <a:ext cx="3897942" cy="43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0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点击确认。在之前的界面核对目录后点击确认完成环境配置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49" y="1833786"/>
            <a:ext cx="848571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2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导入现有项目的结果如图所示</a:t>
            </a:r>
            <a:r>
              <a:rPr lang="zh-CN" altLang="zh-CN" dirty="0" smtClean="0"/>
              <a:t>。</a:t>
            </a:r>
            <a:r>
              <a:rPr lang="zh-CN" altLang="zh-CN" dirty="0"/>
              <a:t>可以看到环境已经更换到</a:t>
            </a:r>
            <a:r>
              <a:rPr lang="en-US" altLang="zh-CN" dirty="0"/>
              <a:t>anaconda</a:t>
            </a:r>
            <a:r>
              <a:rPr lang="zh-CN" altLang="zh-CN" dirty="0"/>
              <a:t>下的</a:t>
            </a:r>
            <a:r>
              <a:rPr lang="en-US" altLang="zh-CN" dirty="0"/>
              <a:t>python3.6</a:t>
            </a:r>
            <a:r>
              <a:rPr lang="zh-CN" altLang="zh-CN" dirty="0" smtClean="0"/>
              <a:t>版本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89" y="1645218"/>
            <a:ext cx="5492234" cy="397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7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此外，</a:t>
            </a:r>
            <a:r>
              <a:rPr lang="zh-CN" altLang="zh-CN" dirty="0" smtClean="0"/>
              <a:t>在</a:t>
            </a:r>
            <a:r>
              <a:rPr lang="en-US" altLang="zh-CN" dirty="0" err="1"/>
              <a:t>pycharm</a:t>
            </a:r>
            <a:r>
              <a:rPr lang="zh-CN" altLang="zh-CN" dirty="0"/>
              <a:t>界面右下角看到的是</a:t>
            </a:r>
            <a:r>
              <a:rPr lang="en-US" altLang="zh-CN" dirty="0"/>
              <a:t>Python 3.6 (python36)</a:t>
            </a:r>
            <a:r>
              <a:rPr lang="zh-CN" altLang="zh-CN" dirty="0"/>
              <a:t>，说明环境配置成功。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435" y="2644031"/>
            <a:ext cx="5893542" cy="19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9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1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正确输入安装指令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安装环境及文件目录最好为英文目录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16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zh-CN" dirty="0" smtClean="0"/>
              <a:t>安装</a:t>
            </a:r>
            <a:r>
              <a:rPr lang="zh-CN" altLang="zh-CN" dirty="0"/>
              <a:t>并配置</a:t>
            </a:r>
            <a:r>
              <a:rPr lang="en-US" altLang="zh-CN" dirty="0"/>
              <a:t>PC</a:t>
            </a:r>
            <a:r>
              <a:rPr lang="zh-CN" altLang="zh-CN" dirty="0" smtClean="0"/>
              <a:t>端的</a:t>
            </a:r>
            <a:r>
              <a:rPr lang="en-US" altLang="zh-CN" dirty="0" smtClean="0"/>
              <a:t>Python</a:t>
            </a:r>
            <a:r>
              <a:rPr lang="zh-CN" altLang="zh-CN" dirty="0" smtClean="0"/>
              <a:t>开发环境</a:t>
            </a:r>
            <a:endParaRPr lang="en-US" altLang="zh-CN" dirty="0" smtClean="0"/>
          </a:p>
          <a:p>
            <a:r>
              <a:rPr lang="zh-CN" altLang="en-US" dirty="0" smtClean="0"/>
              <a:t>了解</a:t>
            </a:r>
            <a:r>
              <a:rPr lang="zh-CN" altLang="en-US" dirty="0"/>
              <a:t>软件环境的</a:t>
            </a:r>
            <a:r>
              <a:rPr lang="zh-CN" altLang="en-US" dirty="0" smtClean="0"/>
              <a:t>使用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5328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484</TotalTime>
  <Words>1095</Words>
  <Application>Microsoft Office PowerPoint</Application>
  <PresentationFormat>宽屏</PresentationFormat>
  <Paragraphs>138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目标检测的准备</vt:lpstr>
      <vt:lpstr>课程目标</vt:lpstr>
      <vt:lpstr>PowerPoint 演示文稿</vt:lpstr>
      <vt:lpstr>/01</vt:lpstr>
      <vt:lpstr>实验介绍 </vt:lpstr>
      <vt:lpstr>/02</vt:lpstr>
      <vt:lpstr>实验环境</vt:lpstr>
      <vt:lpstr>/03</vt:lpstr>
      <vt:lpstr>实验步骤</vt:lpstr>
      <vt:lpstr>实验流程</vt:lpstr>
      <vt:lpstr>安装anaconda</vt:lpstr>
      <vt:lpstr>安装anaconda</vt:lpstr>
      <vt:lpstr>实验流程</vt:lpstr>
      <vt:lpstr>安装python环境</vt:lpstr>
      <vt:lpstr>安装python环境</vt:lpstr>
      <vt:lpstr>安装python环境</vt:lpstr>
      <vt:lpstr>安装python环境</vt:lpstr>
      <vt:lpstr>安装python环境</vt:lpstr>
      <vt:lpstr>安装Pycharm</vt:lpstr>
      <vt:lpstr>实验流程</vt:lpstr>
      <vt:lpstr>安装Pycharm</vt:lpstr>
      <vt:lpstr>安装Pycharm</vt:lpstr>
      <vt:lpstr>安装Pycharm</vt:lpstr>
      <vt:lpstr>实验流程</vt:lpstr>
      <vt:lpstr>开始项目（新建项目）</vt:lpstr>
      <vt:lpstr>开始项目（新建项目）</vt:lpstr>
      <vt:lpstr>开始项目（新建项目）</vt:lpstr>
      <vt:lpstr>实验结果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实验结果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数据集的采集</dc:title>
  <dc:creator>Microsoft 帐户</dc:creator>
  <cp:lastModifiedBy>Microsoft 帐户</cp:lastModifiedBy>
  <cp:revision>29</cp:revision>
  <cp:lastPrinted>2018-09-20T16:00:00Z</cp:lastPrinted>
  <dcterms:created xsi:type="dcterms:W3CDTF">2022-06-27T01:37:30Z</dcterms:created>
  <dcterms:modified xsi:type="dcterms:W3CDTF">2022-12-27T09:12:41Z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